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29" r:id="rId2"/>
    <p:sldId id="257" r:id="rId3"/>
    <p:sldId id="317" r:id="rId4"/>
    <p:sldId id="260" r:id="rId5"/>
    <p:sldId id="332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265" r:id="rId16"/>
    <p:sldId id="33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1F21"/>
    <a:srgbClr val="000000"/>
    <a:srgbClr val="D9BFA6"/>
    <a:srgbClr val="715030"/>
    <a:srgbClr val="443D36"/>
    <a:srgbClr val="5C534A"/>
    <a:srgbClr val="3D366C"/>
    <a:srgbClr val="5758FF"/>
    <a:srgbClr val="140E1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C6E92-02C5-4A79-B776-84A96613791E}" v="23" dt="2026-05-13T17:41:34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3617" autoAdjust="0"/>
  </p:normalViewPr>
  <p:slideViewPr>
    <p:cSldViewPr snapToGrid="0" showGuides="1">
      <p:cViewPr varScale="1">
        <p:scale>
          <a:sx n="77" d="100"/>
          <a:sy n="77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a Dutta" userId="78205720e8bee3cc" providerId="LiveId" clId="{599E85D0-D2BE-4917-8218-1BADAF347663}"/>
    <pc:docChg chg="custSel addSld delSld modSld sldOrd">
      <pc:chgData name="Nayana Dutta" userId="78205720e8bee3cc" providerId="LiveId" clId="{599E85D0-D2BE-4917-8218-1BADAF347663}" dt="2026-05-13T18:04:29.875" v="944" actId="47"/>
      <pc:docMkLst>
        <pc:docMk/>
      </pc:docMkLst>
      <pc:sldChg chg="del">
        <pc:chgData name="Nayana Dutta" userId="78205720e8bee3cc" providerId="LiveId" clId="{599E85D0-D2BE-4917-8218-1BADAF347663}" dt="2026-05-13T17:48:16.909" v="921" actId="47"/>
        <pc:sldMkLst>
          <pc:docMk/>
          <pc:sldMk cId="2660972595" sldId="258"/>
        </pc:sldMkLst>
      </pc:sldChg>
      <pc:sldChg chg="addSp delSp modSp mod">
        <pc:chgData name="Nayana Dutta" userId="78205720e8bee3cc" providerId="LiveId" clId="{599E85D0-D2BE-4917-8218-1BADAF347663}" dt="2026-05-13T18:04:01.466" v="933" actId="1076"/>
        <pc:sldMkLst>
          <pc:docMk/>
          <pc:sldMk cId="4128458322" sldId="265"/>
        </pc:sldMkLst>
        <pc:spChg chg="del mod">
          <ac:chgData name="Nayana Dutta" userId="78205720e8bee3cc" providerId="LiveId" clId="{599E85D0-D2BE-4917-8218-1BADAF347663}" dt="2026-05-13T17:36:25.630" v="758" actId="478"/>
          <ac:spMkLst>
            <pc:docMk/>
            <pc:sldMk cId="4128458322" sldId="265"/>
            <ac:spMk id="2" creationId="{A848159B-EBA4-3961-1071-72533444C628}"/>
          </ac:spMkLst>
        </pc:spChg>
        <pc:spChg chg="add mod">
          <ac:chgData name="Nayana Dutta" userId="78205720e8bee3cc" providerId="LiveId" clId="{599E85D0-D2BE-4917-8218-1BADAF347663}" dt="2026-05-13T17:37:55.396" v="781" actId="255"/>
          <ac:spMkLst>
            <pc:docMk/>
            <pc:sldMk cId="4128458322" sldId="265"/>
            <ac:spMk id="3" creationId="{1D88B42A-6EFF-2D6A-BCFB-B8ED9FB27C68}"/>
          </ac:spMkLst>
        </pc:spChg>
        <pc:spChg chg="add mod">
          <ac:chgData name="Nayana Dutta" userId="78205720e8bee3cc" providerId="LiveId" clId="{599E85D0-D2BE-4917-8218-1BADAF347663}" dt="2026-05-13T18:04:01.466" v="933" actId="1076"/>
          <ac:spMkLst>
            <pc:docMk/>
            <pc:sldMk cId="4128458322" sldId="265"/>
            <ac:spMk id="4" creationId="{07110747-2873-F506-CCE2-310BCDD54CEF}"/>
          </ac:spMkLst>
        </pc:spChg>
        <pc:spChg chg="del">
          <ac:chgData name="Nayana Dutta" userId="78205720e8bee3cc" providerId="LiveId" clId="{599E85D0-D2BE-4917-8218-1BADAF347663}" dt="2026-05-13T17:36:28.011" v="759" actId="478"/>
          <ac:spMkLst>
            <pc:docMk/>
            <pc:sldMk cId="4128458322" sldId="265"/>
            <ac:spMk id="7" creationId="{C607B5BA-8D66-F560-BC7B-9CDB7E8F903E}"/>
          </ac:spMkLst>
        </pc:spChg>
        <pc:spChg chg="del">
          <ac:chgData name="Nayana Dutta" userId="78205720e8bee3cc" providerId="LiveId" clId="{599E85D0-D2BE-4917-8218-1BADAF347663}" dt="2026-05-13T17:36:30.910" v="760" actId="478"/>
          <ac:spMkLst>
            <pc:docMk/>
            <pc:sldMk cId="4128458322" sldId="265"/>
            <ac:spMk id="9" creationId="{611BE6A3-180C-0356-4903-813149298F0D}"/>
          </ac:spMkLst>
        </pc:spChg>
      </pc:sldChg>
      <pc:sldChg chg="del ord">
        <pc:chgData name="Nayana Dutta" userId="78205720e8bee3cc" providerId="LiveId" clId="{599E85D0-D2BE-4917-8218-1BADAF347663}" dt="2026-05-13T18:04:19.256" v="934" actId="47"/>
        <pc:sldMkLst>
          <pc:docMk/>
          <pc:sldMk cId="133282403" sldId="266"/>
        </pc:sldMkLst>
      </pc:sldChg>
      <pc:sldChg chg="del">
        <pc:chgData name="Nayana Dutta" userId="78205720e8bee3cc" providerId="LiveId" clId="{599E85D0-D2BE-4917-8218-1BADAF347663}" dt="2026-05-13T18:04:24.266" v="938" actId="47"/>
        <pc:sldMkLst>
          <pc:docMk/>
          <pc:sldMk cId="2308518081" sldId="272"/>
        </pc:sldMkLst>
      </pc:sldChg>
      <pc:sldChg chg="del">
        <pc:chgData name="Nayana Dutta" userId="78205720e8bee3cc" providerId="LiveId" clId="{599E85D0-D2BE-4917-8218-1BADAF347663}" dt="2026-05-13T18:04:26.155" v="942" actId="47"/>
        <pc:sldMkLst>
          <pc:docMk/>
          <pc:sldMk cId="2404911220" sldId="276"/>
        </pc:sldMkLst>
      </pc:sldChg>
      <pc:sldChg chg="del">
        <pc:chgData name="Nayana Dutta" userId="78205720e8bee3cc" providerId="LiveId" clId="{599E85D0-D2BE-4917-8218-1BADAF347663}" dt="2026-05-13T18:04:24.696" v="939" actId="47"/>
        <pc:sldMkLst>
          <pc:docMk/>
          <pc:sldMk cId="761806022" sldId="279"/>
        </pc:sldMkLst>
      </pc:sldChg>
      <pc:sldChg chg="del">
        <pc:chgData name="Nayana Dutta" userId="78205720e8bee3cc" providerId="LiveId" clId="{599E85D0-D2BE-4917-8218-1BADAF347663}" dt="2026-05-13T18:04:27.636" v="943" actId="47"/>
        <pc:sldMkLst>
          <pc:docMk/>
          <pc:sldMk cId="1746075385" sldId="283"/>
        </pc:sldMkLst>
      </pc:sldChg>
      <pc:sldChg chg="del">
        <pc:chgData name="Nayana Dutta" userId="78205720e8bee3cc" providerId="LiveId" clId="{599E85D0-D2BE-4917-8218-1BADAF347663}" dt="2026-05-13T18:04:29.875" v="944" actId="47"/>
        <pc:sldMkLst>
          <pc:docMk/>
          <pc:sldMk cId="0" sldId="303"/>
        </pc:sldMkLst>
      </pc:sldChg>
      <pc:sldChg chg="del">
        <pc:chgData name="Nayana Dutta" userId="78205720e8bee3cc" providerId="LiveId" clId="{599E85D0-D2BE-4917-8218-1BADAF347663}" dt="2026-05-13T17:48:11.206" v="918" actId="47"/>
        <pc:sldMkLst>
          <pc:docMk/>
          <pc:sldMk cId="1293874074" sldId="318"/>
        </pc:sldMkLst>
      </pc:sldChg>
      <pc:sldChg chg="del">
        <pc:chgData name="Nayana Dutta" userId="78205720e8bee3cc" providerId="LiveId" clId="{599E85D0-D2BE-4917-8218-1BADAF347663}" dt="2026-05-13T18:04:21.796" v="935" actId="47"/>
        <pc:sldMkLst>
          <pc:docMk/>
          <pc:sldMk cId="959290033" sldId="320"/>
        </pc:sldMkLst>
      </pc:sldChg>
      <pc:sldChg chg="del">
        <pc:chgData name="Nayana Dutta" userId="78205720e8bee3cc" providerId="LiveId" clId="{599E85D0-D2BE-4917-8218-1BADAF347663}" dt="2026-05-13T18:04:22.956" v="936" actId="47"/>
        <pc:sldMkLst>
          <pc:docMk/>
          <pc:sldMk cId="1229521225" sldId="321"/>
        </pc:sldMkLst>
      </pc:sldChg>
      <pc:sldChg chg="del">
        <pc:chgData name="Nayana Dutta" userId="78205720e8bee3cc" providerId="LiveId" clId="{599E85D0-D2BE-4917-8218-1BADAF347663}" dt="2026-05-13T18:04:23.749" v="937" actId="47"/>
        <pc:sldMkLst>
          <pc:docMk/>
          <pc:sldMk cId="3917205194" sldId="322"/>
        </pc:sldMkLst>
      </pc:sldChg>
      <pc:sldChg chg="addSp delSp modSp mod modTransition modAnim">
        <pc:chgData name="Nayana Dutta" userId="78205720e8bee3cc" providerId="LiveId" clId="{599E85D0-D2BE-4917-8218-1BADAF347663}" dt="2026-05-13T18:00:47.786" v="922" actId="2711"/>
        <pc:sldMkLst>
          <pc:docMk/>
          <pc:sldMk cId="2792727748" sldId="332"/>
        </pc:sldMkLst>
        <pc:spChg chg="del">
          <ac:chgData name="Nayana Dutta" userId="78205720e8bee3cc" providerId="LiveId" clId="{599E85D0-D2BE-4917-8218-1BADAF347663}" dt="2026-05-13T15:17:58.451" v="0" actId="478"/>
          <ac:spMkLst>
            <pc:docMk/>
            <pc:sldMk cId="2792727748" sldId="332"/>
            <ac:spMk id="2" creationId="{2E0E20B5-1ADD-D6B3-58AF-A74267CEEF2D}"/>
          </ac:spMkLst>
        </pc:spChg>
        <pc:spChg chg="add del mod">
          <ac:chgData name="Nayana Dutta" userId="78205720e8bee3cc" providerId="LiveId" clId="{599E85D0-D2BE-4917-8218-1BADAF347663}" dt="2026-05-13T15:20:59.264" v="44" actId="478"/>
          <ac:spMkLst>
            <pc:docMk/>
            <pc:sldMk cId="2792727748" sldId="332"/>
            <ac:spMk id="3" creationId="{95C71AAA-F7B4-5B64-C78E-B114732CE30A}"/>
          </ac:spMkLst>
        </pc:spChg>
        <pc:spChg chg="add mod">
          <ac:chgData name="Nayana Dutta" userId="78205720e8bee3cc" providerId="LiveId" clId="{599E85D0-D2BE-4917-8218-1BADAF347663}" dt="2026-05-13T18:00:47.786" v="922" actId="2711"/>
          <ac:spMkLst>
            <pc:docMk/>
            <pc:sldMk cId="2792727748" sldId="332"/>
            <ac:spMk id="4" creationId="{43BE1F30-B5B3-5C8E-5BA5-33B591E376B4}"/>
          </ac:spMkLst>
        </pc:spChg>
        <pc:spChg chg="del">
          <ac:chgData name="Nayana Dutta" userId="78205720e8bee3cc" providerId="LiveId" clId="{599E85D0-D2BE-4917-8218-1BADAF347663}" dt="2026-05-13T15:19:35.993" v="3" actId="478"/>
          <ac:spMkLst>
            <pc:docMk/>
            <pc:sldMk cId="2792727748" sldId="332"/>
            <ac:spMk id="7" creationId="{0D08706F-86C2-AAD5-6CF9-89FEA822005D}"/>
          </ac:spMkLst>
        </pc:spChg>
        <pc:spChg chg="del mod">
          <ac:chgData name="Nayana Dutta" userId="78205720e8bee3cc" providerId="LiveId" clId="{599E85D0-D2BE-4917-8218-1BADAF347663}" dt="2026-05-13T15:19:48.302" v="9" actId="478"/>
          <ac:spMkLst>
            <pc:docMk/>
            <pc:sldMk cId="2792727748" sldId="332"/>
            <ac:spMk id="8" creationId="{6081507B-A455-A028-9735-7B088F4BC6DF}"/>
          </ac:spMkLst>
        </pc:spChg>
        <pc:spChg chg="add del">
          <ac:chgData name="Nayana Dutta" userId="78205720e8bee3cc" providerId="LiveId" clId="{599E85D0-D2BE-4917-8218-1BADAF347663}" dt="2026-05-13T15:24:59.022" v="64" actId="478"/>
          <ac:spMkLst>
            <pc:docMk/>
            <pc:sldMk cId="2792727748" sldId="332"/>
            <ac:spMk id="9" creationId="{C70FE0D6-8A06-7FE5-99F2-F0B1AE65D6FF}"/>
          </ac:spMkLst>
        </pc:spChg>
        <pc:spChg chg="add mod">
          <ac:chgData name="Nayana Dutta" userId="78205720e8bee3cc" providerId="LiveId" clId="{599E85D0-D2BE-4917-8218-1BADAF347663}" dt="2026-05-13T15:30:35.407" v="93" actId="1076"/>
          <ac:spMkLst>
            <pc:docMk/>
            <pc:sldMk cId="2792727748" sldId="332"/>
            <ac:spMk id="10" creationId="{FE684F4C-F754-8089-87CF-63A0DC1563A9}"/>
          </ac:spMkLst>
        </pc:spChg>
        <pc:spChg chg="del mod">
          <ac:chgData name="Nayana Dutta" userId="78205720e8bee3cc" providerId="LiveId" clId="{599E85D0-D2BE-4917-8218-1BADAF347663}" dt="2026-05-13T15:19:39.581" v="5" actId="478"/>
          <ac:spMkLst>
            <pc:docMk/>
            <pc:sldMk cId="2792727748" sldId="332"/>
            <ac:spMk id="12" creationId="{B93DCF2D-8459-BF2B-59CA-29AF32D6C02D}"/>
          </ac:spMkLst>
        </pc:spChg>
        <pc:spChg chg="del">
          <ac:chgData name="Nayana Dutta" userId="78205720e8bee3cc" providerId="LiveId" clId="{599E85D0-D2BE-4917-8218-1BADAF347663}" dt="2026-05-13T15:19:52.205" v="10" actId="478"/>
          <ac:spMkLst>
            <pc:docMk/>
            <pc:sldMk cId="2792727748" sldId="332"/>
            <ac:spMk id="13" creationId="{06A53C57-5FD0-6C60-3AE7-FE6E47A80F33}"/>
          </ac:spMkLst>
        </pc:spChg>
        <pc:spChg chg="add mod">
          <ac:chgData name="Nayana Dutta" userId="78205720e8bee3cc" providerId="LiveId" clId="{599E85D0-D2BE-4917-8218-1BADAF347663}" dt="2026-05-13T15:32:36.240" v="106" actId="255"/>
          <ac:spMkLst>
            <pc:docMk/>
            <pc:sldMk cId="2792727748" sldId="332"/>
            <ac:spMk id="17" creationId="{8E63F0DD-E658-B307-A262-F088CD2BDCD2}"/>
          </ac:spMkLst>
        </pc:spChg>
        <pc:grpChg chg="del">
          <ac:chgData name="Nayana Dutta" userId="78205720e8bee3cc" providerId="LiveId" clId="{599E85D0-D2BE-4917-8218-1BADAF347663}" dt="2026-05-13T15:19:28.896" v="1" actId="478"/>
          <ac:grpSpMkLst>
            <pc:docMk/>
            <pc:sldMk cId="2792727748" sldId="332"/>
            <ac:grpSpMk id="21" creationId="{518251B2-C89A-A8A3-8F07-6F655F668000}"/>
          </ac:grpSpMkLst>
        </pc:grpChg>
        <pc:grpChg chg="del">
          <ac:chgData name="Nayana Dutta" userId="78205720e8bee3cc" providerId="LiveId" clId="{599E85D0-D2BE-4917-8218-1BADAF347663}" dt="2026-05-13T15:19:31.724" v="2" actId="478"/>
          <ac:grpSpMkLst>
            <pc:docMk/>
            <pc:sldMk cId="2792727748" sldId="332"/>
            <ac:grpSpMk id="24" creationId="{7A453595-8B5E-2710-0469-291F4CB38A65}"/>
          </ac:grpSpMkLst>
        </pc:grpChg>
        <pc:picChg chg="add mod">
          <ac:chgData name="Nayana Dutta" userId="78205720e8bee3cc" providerId="LiveId" clId="{599E85D0-D2BE-4917-8218-1BADAF347663}" dt="2026-05-13T15:23:52.195" v="62" actId="1440"/>
          <ac:picMkLst>
            <pc:docMk/>
            <pc:sldMk cId="2792727748" sldId="332"/>
            <ac:picMk id="6" creationId="{40EC207A-BF8F-8F01-78F6-A1817E0D97C5}"/>
          </ac:picMkLst>
        </pc:picChg>
        <pc:picChg chg="add mod">
          <ac:chgData name="Nayana Dutta" userId="78205720e8bee3cc" providerId="LiveId" clId="{599E85D0-D2BE-4917-8218-1BADAF347663}" dt="2026-05-13T15:33:58.874" v="112" actId="1440"/>
          <ac:picMkLst>
            <pc:docMk/>
            <pc:sldMk cId="2792727748" sldId="332"/>
            <ac:picMk id="14" creationId="{43305296-1241-468C-C438-7C74B6A6513F}"/>
          </ac:picMkLst>
        </pc:picChg>
      </pc:sldChg>
      <pc:sldChg chg="del">
        <pc:chgData name="Nayana Dutta" userId="78205720e8bee3cc" providerId="LiveId" clId="{599E85D0-D2BE-4917-8218-1BADAF347663}" dt="2026-05-13T17:35:31.665" v="756" actId="47"/>
        <pc:sldMkLst>
          <pc:docMk/>
          <pc:sldMk cId="4214345844" sldId="334"/>
        </pc:sldMkLst>
      </pc:sldChg>
      <pc:sldChg chg="modSp mod">
        <pc:chgData name="Nayana Dutta" userId="78205720e8bee3cc" providerId="LiveId" clId="{599E85D0-D2BE-4917-8218-1BADAF347663}" dt="2026-05-13T17:46:20.982" v="911" actId="1076"/>
        <pc:sldMkLst>
          <pc:docMk/>
          <pc:sldMk cId="317677270" sldId="335"/>
        </pc:sldMkLst>
        <pc:spChg chg="mod">
          <ac:chgData name="Nayana Dutta" userId="78205720e8bee3cc" providerId="LiveId" clId="{599E85D0-D2BE-4917-8218-1BADAF347663}" dt="2026-05-13T17:46:20.982" v="911" actId="1076"/>
          <ac:spMkLst>
            <pc:docMk/>
            <pc:sldMk cId="317677270" sldId="335"/>
            <ac:spMk id="9" creationId="{9154F055-5A7D-67B1-C4E0-D1A951B4426A}"/>
          </ac:spMkLst>
        </pc:spChg>
        <pc:spChg chg="mod">
          <ac:chgData name="Nayana Dutta" userId="78205720e8bee3cc" providerId="LiveId" clId="{599E85D0-D2BE-4917-8218-1BADAF347663}" dt="2026-05-13T17:45:29.749" v="880" actId="20577"/>
          <ac:spMkLst>
            <pc:docMk/>
            <pc:sldMk cId="317677270" sldId="335"/>
            <ac:spMk id="10" creationId="{942ABC91-9E9E-4FCB-2B45-874F75BF1A66}"/>
          </ac:spMkLst>
        </pc:spChg>
        <pc:grpChg chg="mod">
          <ac:chgData name="Nayana Dutta" userId="78205720e8bee3cc" providerId="LiveId" clId="{599E85D0-D2BE-4917-8218-1BADAF347663}" dt="2026-05-13T17:46:13.872" v="910" actId="1076"/>
          <ac:grpSpMkLst>
            <pc:docMk/>
            <pc:sldMk cId="317677270" sldId="335"/>
            <ac:grpSpMk id="18" creationId="{C9028636-20CC-3CAC-F1C4-20629198D3DE}"/>
          </ac:grpSpMkLst>
        </pc:grpChg>
      </pc:sldChg>
      <pc:sldChg chg="del">
        <pc:chgData name="Nayana Dutta" userId="78205720e8bee3cc" providerId="LiveId" clId="{599E85D0-D2BE-4917-8218-1BADAF347663}" dt="2026-05-13T18:04:25.066" v="940" actId="47"/>
        <pc:sldMkLst>
          <pc:docMk/>
          <pc:sldMk cId="1651559602" sldId="336"/>
        </pc:sldMkLst>
      </pc:sldChg>
      <pc:sldChg chg="del">
        <pc:chgData name="Nayana Dutta" userId="78205720e8bee3cc" providerId="LiveId" clId="{599E85D0-D2BE-4917-8218-1BADAF347663}" dt="2026-05-13T18:04:25.676" v="941" actId="47"/>
        <pc:sldMkLst>
          <pc:docMk/>
          <pc:sldMk cId="885708676" sldId="337"/>
        </pc:sldMkLst>
      </pc:sldChg>
      <pc:sldChg chg="addSp delSp modSp new mod">
        <pc:chgData name="Nayana Dutta" userId="78205720e8bee3cc" providerId="LiveId" clId="{599E85D0-D2BE-4917-8218-1BADAF347663}" dt="2026-05-13T18:01:10.065" v="923" actId="2711"/>
        <pc:sldMkLst>
          <pc:docMk/>
          <pc:sldMk cId="3390509858" sldId="338"/>
        </pc:sldMkLst>
        <pc:spChg chg="add del">
          <ac:chgData name="Nayana Dutta" userId="78205720e8bee3cc" providerId="LiveId" clId="{599E85D0-D2BE-4917-8218-1BADAF347663}" dt="2026-05-13T15:39:41.819" v="220" actId="478"/>
          <ac:spMkLst>
            <pc:docMk/>
            <pc:sldMk cId="3390509858" sldId="338"/>
            <ac:spMk id="4" creationId="{757AAA3C-EE7D-678C-9DB0-F1104B237D0A}"/>
          </ac:spMkLst>
        </pc:spChg>
        <pc:spChg chg="add del mod">
          <ac:chgData name="Nayana Dutta" userId="78205720e8bee3cc" providerId="LiveId" clId="{599E85D0-D2BE-4917-8218-1BADAF347663}" dt="2026-05-13T15:40:32.750" v="226" actId="478"/>
          <ac:spMkLst>
            <pc:docMk/>
            <pc:sldMk cId="3390509858" sldId="338"/>
            <ac:spMk id="5" creationId="{1B4A594F-D698-A045-E69B-C1E90897053A}"/>
          </ac:spMkLst>
        </pc:spChg>
        <pc:spChg chg="add mod">
          <ac:chgData name="Nayana Dutta" userId="78205720e8bee3cc" providerId="LiveId" clId="{599E85D0-D2BE-4917-8218-1BADAF347663}" dt="2026-05-13T17:47:09.817" v="916" actId="1076"/>
          <ac:spMkLst>
            <pc:docMk/>
            <pc:sldMk cId="3390509858" sldId="338"/>
            <ac:spMk id="6" creationId="{9A15AF9E-EC92-F0D2-BDAB-6C610ABFA5AA}"/>
          </ac:spMkLst>
        </pc:spChg>
        <pc:spChg chg="add del">
          <ac:chgData name="Nayana Dutta" userId="78205720e8bee3cc" providerId="LiveId" clId="{599E85D0-D2BE-4917-8218-1BADAF347663}" dt="2026-05-13T15:43:46.326" v="250" actId="478"/>
          <ac:spMkLst>
            <pc:docMk/>
            <pc:sldMk cId="3390509858" sldId="338"/>
            <ac:spMk id="9" creationId="{ABE8C6FE-A1E0-5DBD-A901-0956AEB5CCCB}"/>
          </ac:spMkLst>
        </pc:spChg>
        <pc:spChg chg="add mod">
          <ac:chgData name="Nayana Dutta" userId="78205720e8bee3cc" providerId="LiveId" clId="{599E85D0-D2BE-4917-8218-1BADAF347663}" dt="2026-05-13T17:47:16.341" v="917" actId="1076"/>
          <ac:spMkLst>
            <pc:docMk/>
            <pc:sldMk cId="3390509858" sldId="338"/>
            <ac:spMk id="10" creationId="{80D96709-6CC4-ED78-BA53-FBC462813692}"/>
          </ac:spMkLst>
        </pc:spChg>
        <pc:spChg chg="add del mod">
          <ac:chgData name="Nayana Dutta" userId="78205720e8bee3cc" providerId="LiveId" clId="{599E85D0-D2BE-4917-8218-1BADAF347663}" dt="2026-05-13T15:45:52.587" v="277"/>
          <ac:spMkLst>
            <pc:docMk/>
            <pc:sldMk cId="3390509858" sldId="338"/>
            <ac:spMk id="11" creationId="{18214A1A-F7AA-7BBA-5B6A-84B994011118}"/>
          </ac:spMkLst>
        </pc:spChg>
        <pc:spChg chg="add mod">
          <ac:chgData name="Nayana Dutta" userId="78205720e8bee3cc" providerId="LiveId" clId="{599E85D0-D2BE-4917-8218-1BADAF347663}" dt="2026-05-13T18:01:10.065" v="923" actId="2711"/>
          <ac:spMkLst>
            <pc:docMk/>
            <pc:sldMk cId="3390509858" sldId="338"/>
            <ac:spMk id="12" creationId="{B6D6CF54-BFD9-0A6F-F7F4-FE3CB59FCCA1}"/>
          </ac:spMkLst>
        </pc:spChg>
        <pc:picChg chg="add mod">
          <ac:chgData name="Nayana Dutta" userId="78205720e8bee3cc" providerId="LiveId" clId="{599E85D0-D2BE-4917-8218-1BADAF347663}" dt="2026-05-13T17:47:04.567" v="915" actId="1076"/>
          <ac:picMkLst>
            <pc:docMk/>
            <pc:sldMk cId="3390509858" sldId="338"/>
            <ac:picMk id="3" creationId="{37786282-2E22-9254-7E0E-4FC1F31D5A48}"/>
          </ac:picMkLst>
        </pc:picChg>
        <pc:picChg chg="add mod">
          <ac:chgData name="Nayana Dutta" userId="78205720e8bee3cc" providerId="LiveId" clId="{599E85D0-D2BE-4917-8218-1BADAF347663}" dt="2026-05-13T17:47:02.364" v="914" actId="1076"/>
          <ac:picMkLst>
            <pc:docMk/>
            <pc:sldMk cId="3390509858" sldId="338"/>
            <ac:picMk id="8" creationId="{AE76DFB7-93B6-2144-57BE-55172C04E4AD}"/>
          </ac:picMkLst>
        </pc:picChg>
      </pc:sldChg>
      <pc:sldChg chg="addSp modSp new mod">
        <pc:chgData name="Nayana Dutta" userId="78205720e8bee3cc" providerId="LiveId" clId="{599E85D0-D2BE-4917-8218-1BADAF347663}" dt="2026-05-13T18:01:25.409" v="924" actId="2711"/>
        <pc:sldMkLst>
          <pc:docMk/>
          <pc:sldMk cId="3993624311" sldId="339"/>
        </pc:sldMkLst>
        <pc:spChg chg="add mod">
          <ac:chgData name="Nayana Dutta" userId="78205720e8bee3cc" providerId="LiveId" clId="{599E85D0-D2BE-4917-8218-1BADAF347663}" dt="2026-05-13T15:51:11.762" v="317" actId="14100"/>
          <ac:spMkLst>
            <pc:docMk/>
            <pc:sldMk cId="3993624311" sldId="339"/>
            <ac:spMk id="4" creationId="{535F6866-CBE3-3FF3-46AC-ED5200B013F6}"/>
          </ac:spMkLst>
        </pc:spChg>
        <pc:spChg chg="add mod">
          <ac:chgData name="Nayana Dutta" userId="78205720e8bee3cc" providerId="LiveId" clId="{599E85D0-D2BE-4917-8218-1BADAF347663}" dt="2026-05-13T15:53:01.216" v="338" actId="20577"/>
          <ac:spMkLst>
            <pc:docMk/>
            <pc:sldMk cId="3993624311" sldId="339"/>
            <ac:spMk id="7" creationId="{EB0BC21F-4868-7FE8-7F8A-AF45B2DF37B6}"/>
          </ac:spMkLst>
        </pc:spChg>
        <pc:spChg chg="add mod">
          <ac:chgData name="Nayana Dutta" userId="78205720e8bee3cc" providerId="LiveId" clId="{599E85D0-D2BE-4917-8218-1BADAF347663}" dt="2026-05-13T18:01:25.409" v="924" actId="2711"/>
          <ac:spMkLst>
            <pc:docMk/>
            <pc:sldMk cId="3993624311" sldId="339"/>
            <ac:spMk id="8" creationId="{86880629-D4E6-2400-FED4-0732B0E1AE56}"/>
          </ac:spMkLst>
        </pc:spChg>
        <pc:picChg chg="add mod">
          <ac:chgData name="Nayana Dutta" userId="78205720e8bee3cc" providerId="LiveId" clId="{599E85D0-D2BE-4917-8218-1BADAF347663}" dt="2026-05-13T15:49:59.323" v="303" actId="1440"/>
          <ac:picMkLst>
            <pc:docMk/>
            <pc:sldMk cId="3993624311" sldId="339"/>
            <ac:picMk id="3" creationId="{A7CA32B5-19F2-DD69-6C1A-0F9712DF55E5}"/>
          </ac:picMkLst>
        </pc:picChg>
        <pc:picChg chg="add mod">
          <ac:chgData name="Nayana Dutta" userId="78205720e8bee3cc" providerId="LiveId" clId="{599E85D0-D2BE-4917-8218-1BADAF347663}" dt="2026-05-13T15:52:07.713" v="325" actId="1440"/>
          <ac:picMkLst>
            <pc:docMk/>
            <pc:sldMk cId="3993624311" sldId="339"/>
            <ac:picMk id="6" creationId="{48E502D4-D51D-7E05-4B04-4A8EC2B6E1DA}"/>
          </ac:picMkLst>
        </pc:picChg>
      </pc:sldChg>
      <pc:sldChg chg="addSp delSp modSp new mod">
        <pc:chgData name="Nayana Dutta" userId="78205720e8bee3cc" providerId="LiveId" clId="{599E85D0-D2BE-4917-8218-1BADAF347663}" dt="2026-05-13T18:01:40.705" v="925" actId="2711"/>
        <pc:sldMkLst>
          <pc:docMk/>
          <pc:sldMk cId="2611732464" sldId="340"/>
        </pc:sldMkLst>
        <pc:spChg chg="add del">
          <ac:chgData name="Nayana Dutta" userId="78205720e8bee3cc" providerId="LiveId" clId="{599E85D0-D2BE-4917-8218-1BADAF347663}" dt="2026-05-13T16:00:24.038" v="362" actId="478"/>
          <ac:spMkLst>
            <pc:docMk/>
            <pc:sldMk cId="2611732464" sldId="340"/>
            <ac:spMk id="4" creationId="{EA0C094F-10F1-245E-8BF9-35968E3EECC8}"/>
          </ac:spMkLst>
        </pc:spChg>
        <pc:spChg chg="add mod">
          <ac:chgData name="Nayana Dutta" userId="78205720e8bee3cc" providerId="LiveId" clId="{599E85D0-D2BE-4917-8218-1BADAF347663}" dt="2026-05-13T16:10:23.224" v="408" actId="20577"/>
          <ac:spMkLst>
            <pc:docMk/>
            <pc:sldMk cId="2611732464" sldId="340"/>
            <ac:spMk id="7" creationId="{0DF16CFD-9ED3-0C82-5003-54B4F0FBF51B}"/>
          </ac:spMkLst>
        </pc:spChg>
        <pc:spChg chg="add mod">
          <ac:chgData name="Nayana Dutta" userId="78205720e8bee3cc" providerId="LiveId" clId="{599E85D0-D2BE-4917-8218-1BADAF347663}" dt="2026-05-13T16:10:03.432" v="399" actId="20577"/>
          <ac:spMkLst>
            <pc:docMk/>
            <pc:sldMk cId="2611732464" sldId="340"/>
            <ac:spMk id="8" creationId="{28A92994-857D-A6BD-C4BB-788F2AAFF204}"/>
          </ac:spMkLst>
        </pc:spChg>
        <pc:spChg chg="add mod">
          <ac:chgData name="Nayana Dutta" userId="78205720e8bee3cc" providerId="LiveId" clId="{599E85D0-D2BE-4917-8218-1BADAF347663}" dt="2026-05-13T18:01:40.705" v="925" actId="2711"/>
          <ac:spMkLst>
            <pc:docMk/>
            <pc:sldMk cId="2611732464" sldId="340"/>
            <ac:spMk id="9" creationId="{650CD543-3C71-9B1D-06BB-DA0D1A7A755B}"/>
          </ac:spMkLst>
        </pc:spChg>
        <pc:picChg chg="add mod">
          <ac:chgData name="Nayana Dutta" userId="78205720e8bee3cc" providerId="LiveId" clId="{599E85D0-D2BE-4917-8218-1BADAF347663}" dt="2026-05-13T16:09:01.717" v="388" actId="14100"/>
          <ac:picMkLst>
            <pc:docMk/>
            <pc:sldMk cId="2611732464" sldId="340"/>
            <ac:picMk id="3" creationId="{3ABCD5BE-AEC8-B6E4-46A7-1693F37F79E8}"/>
          </ac:picMkLst>
        </pc:picChg>
        <pc:picChg chg="add mod">
          <ac:chgData name="Nayana Dutta" userId="78205720e8bee3cc" providerId="LiveId" clId="{599E85D0-D2BE-4917-8218-1BADAF347663}" dt="2026-05-13T16:08:46.202" v="385" actId="1076"/>
          <ac:picMkLst>
            <pc:docMk/>
            <pc:sldMk cId="2611732464" sldId="340"/>
            <ac:picMk id="6" creationId="{C91E9BA7-D410-E15F-1D96-6752EFD700F7}"/>
          </ac:picMkLst>
        </pc:picChg>
      </pc:sldChg>
      <pc:sldChg chg="addSp delSp modSp new mod">
        <pc:chgData name="Nayana Dutta" userId="78205720e8bee3cc" providerId="LiveId" clId="{599E85D0-D2BE-4917-8218-1BADAF347663}" dt="2026-05-13T18:02:00.155" v="926" actId="2711"/>
        <pc:sldMkLst>
          <pc:docMk/>
          <pc:sldMk cId="2554134857" sldId="341"/>
        </pc:sldMkLst>
        <pc:spChg chg="add del">
          <ac:chgData name="Nayana Dutta" userId="78205720e8bee3cc" providerId="LiveId" clId="{599E85D0-D2BE-4917-8218-1BADAF347663}" dt="2026-05-13T16:15:50.578" v="436" actId="478"/>
          <ac:spMkLst>
            <pc:docMk/>
            <pc:sldMk cId="2554134857" sldId="341"/>
            <ac:spMk id="6" creationId="{BDC202BE-C00C-D472-4A30-B38E2A3DFB08}"/>
          </ac:spMkLst>
        </pc:spChg>
        <pc:spChg chg="add mod">
          <ac:chgData name="Nayana Dutta" userId="78205720e8bee3cc" providerId="LiveId" clId="{599E85D0-D2BE-4917-8218-1BADAF347663}" dt="2026-05-13T16:16:58.905" v="462" actId="20577"/>
          <ac:spMkLst>
            <pc:docMk/>
            <pc:sldMk cId="2554134857" sldId="341"/>
            <ac:spMk id="7" creationId="{3298146A-A073-9256-63F0-83A0C8C7E102}"/>
          </ac:spMkLst>
        </pc:spChg>
        <pc:spChg chg="add mod">
          <ac:chgData name="Nayana Dutta" userId="78205720e8bee3cc" providerId="LiveId" clId="{599E85D0-D2BE-4917-8218-1BADAF347663}" dt="2026-05-13T16:16:46.420" v="453" actId="20577"/>
          <ac:spMkLst>
            <pc:docMk/>
            <pc:sldMk cId="2554134857" sldId="341"/>
            <ac:spMk id="8" creationId="{3D9F535D-8AE0-F367-C211-681ED832CA28}"/>
          </ac:spMkLst>
        </pc:spChg>
        <pc:spChg chg="add mod">
          <ac:chgData name="Nayana Dutta" userId="78205720e8bee3cc" providerId="LiveId" clId="{599E85D0-D2BE-4917-8218-1BADAF347663}" dt="2026-05-13T18:02:00.155" v="926" actId="2711"/>
          <ac:spMkLst>
            <pc:docMk/>
            <pc:sldMk cId="2554134857" sldId="341"/>
            <ac:spMk id="9" creationId="{E77A7EF6-5F77-91C7-EFAE-B85D02DDBC16}"/>
          </ac:spMkLst>
        </pc:spChg>
        <pc:picChg chg="add mod">
          <ac:chgData name="Nayana Dutta" userId="78205720e8bee3cc" providerId="LiveId" clId="{599E85D0-D2BE-4917-8218-1BADAF347663}" dt="2026-05-13T16:15:28.966" v="433" actId="1076"/>
          <ac:picMkLst>
            <pc:docMk/>
            <pc:sldMk cId="2554134857" sldId="341"/>
            <ac:picMk id="3" creationId="{FC196190-621B-E5A9-27EB-CC5F516B3838}"/>
          </ac:picMkLst>
        </pc:picChg>
        <pc:picChg chg="add mod">
          <ac:chgData name="Nayana Dutta" userId="78205720e8bee3cc" providerId="LiveId" clId="{599E85D0-D2BE-4917-8218-1BADAF347663}" dt="2026-05-13T16:15:31.640" v="434" actId="1076"/>
          <ac:picMkLst>
            <pc:docMk/>
            <pc:sldMk cId="2554134857" sldId="341"/>
            <ac:picMk id="5" creationId="{92981929-D3FF-3B62-EB7C-424D19D2FE7F}"/>
          </ac:picMkLst>
        </pc:picChg>
      </pc:sldChg>
      <pc:sldChg chg="addSp modSp new mod">
        <pc:chgData name="Nayana Dutta" userId="78205720e8bee3cc" providerId="LiveId" clId="{599E85D0-D2BE-4917-8218-1BADAF347663}" dt="2026-05-13T18:02:12.214" v="927" actId="2711"/>
        <pc:sldMkLst>
          <pc:docMk/>
          <pc:sldMk cId="52893548" sldId="342"/>
        </pc:sldMkLst>
        <pc:spChg chg="add mod">
          <ac:chgData name="Nayana Dutta" userId="78205720e8bee3cc" providerId="LiveId" clId="{599E85D0-D2BE-4917-8218-1BADAF347663}" dt="2026-05-13T16:28:48.376" v="521" actId="1076"/>
          <ac:spMkLst>
            <pc:docMk/>
            <pc:sldMk cId="52893548" sldId="342"/>
            <ac:spMk id="6" creationId="{4977C16F-7F3B-D569-A5AB-53E660485A2E}"/>
          </ac:spMkLst>
        </pc:spChg>
        <pc:spChg chg="add mod">
          <ac:chgData name="Nayana Dutta" userId="78205720e8bee3cc" providerId="LiveId" clId="{599E85D0-D2BE-4917-8218-1BADAF347663}" dt="2026-05-13T16:28:14.882" v="506" actId="20577"/>
          <ac:spMkLst>
            <pc:docMk/>
            <pc:sldMk cId="52893548" sldId="342"/>
            <ac:spMk id="7" creationId="{72E6C6FF-AAED-D832-D08B-12412469E5B3}"/>
          </ac:spMkLst>
        </pc:spChg>
        <pc:spChg chg="add mod">
          <ac:chgData name="Nayana Dutta" userId="78205720e8bee3cc" providerId="LiveId" clId="{599E85D0-D2BE-4917-8218-1BADAF347663}" dt="2026-05-13T18:02:12.214" v="927" actId="2711"/>
          <ac:spMkLst>
            <pc:docMk/>
            <pc:sldMk cId="52893548" sldId="342"/>
            <ac:spMk id="8" creationId="{9BCC6A84-05F0-841B-8547-DB7AB90FC9DE}"/>
          </ac:spMkLst>
        </pc:spChg>
        <pc:picChg chg="add mod">
          <ac:chgData name="Nayana Dutta" userId="78205720e8bee3cc" providerId="LiveId" clId="{599E85D0-D2BE-4917-8218-1BADAF347663}" dt="2026-05-13T16:24:39.670" v="481" actId="1076"/>
          <ac:picMkLst>
            <pc:docMk/>
            <pc:sldMk cId="52893548" sldId="342"/>
            <ac:picMk id="3" creationId="{66FF27B9-CD7E-0BA1-9850-0FBCF80B1061}"/>
          </ac:picMkLst>
        </pc:picChg>
        <pc:picChg chg="add mod">
          <ac:chgData name="Nayana Dutta" userId="78205720e8bee3cc" providerId="LiveId" clId="{599E85D0-D2BE-4917-8218-1BADAF347663}" dt="2026-05-13T16:25:36.469" v="489" actId="1440"/>
          <ac:picMkLst>
            <pc:docMk/>
            <pc:sldMk cId="52893548" sldId="342"/>
            <ac:picMk id="5" creationId="{98C6453B-7F22-75F2-4E7B-51AA5877941C}"/>
          </ac:picMkLst>
        </pc:picChg>
      </pc:sldChg>
      <pc:sldChg chg="addSp modSp new mod">
        <pc:chgData name="Nayana Dutta" userId="78205720e8bee3cc" providerId="LiveId" clId="{599E85D0-D2BE-4917-8218-1BADAF347663}" dt="2026-05-13T18:02:23.649" v="928" actId="2711"/>
        <pc:sldMkLst>
          <pc:docMk/>
          <pc:sldMk cId="2031608217" sldId="343"/>
        </pc:sldMkLst>
        <pc:spChg chg="add mod">
          <ac:chgData name="Nayana Dutta" userId="78205720e8bee3cc" providerId="LiveId" clId="{599E85D0-D2BE-4917-8218-1BADAF347663}" dt="2026-05-13T16:38:33.522" v="559" actId="20577"/>
          <ac:spMkLst>
            <pc:docMk/>
            <pc:sldMk cId="2031608217" sldId="343"/>
            <ac:spMk id="6" creationId="{80CB38B3-14E9-F83E-B061-1802632600A7}"/>
          </ac:spMkLst>
        </pc:spChg>
        <pc:spChg chg="add mod">
          <ac:chgData name="Nayana Dutta" userId="78205720e8bee3cc" providerId="LiveId" clId="{599E85D0-D2BE-4917-8218-1BADAF347663}" dt="2026-05-13T16:38:49.512" v="569" actId="20577"/>
          <ac:spMkLst>
            <pc:docMk/>
            <pc:sldMk cId="2031608217" sldId="343"/>
            <ac:spMk id="7" creationId="{F833712B-CCE7-4A60-350A-B55CF4E0C029}"/>
          </ac:spMkLst>
        </pc:spChg>
        <pc:spChg chg="add mod">
          <ac:chgData name="Nayana Dutta" userId="78205720e8bee3cc" providerId="LiveId" clId="{599E85D0-D2BE-4917-8218-1BADAF347663}" dt="2026-05-13T18:02:23.649" v="928" actId="2711"/>
          <ac:spMkLst>
            <pc:docMk/>
            <pc:sldMk cId="2031608217" sldId="343"/>
            <ac:spMk id="8" creationId="{1E7AC1B1-8759-A37B-76ED-EDBE90D37FCB}"/>
          </ac:spMkLst>
        </pc:spChg>
        <pc:picChg chg="add mod">
          <ac:chgData name="Nayana Dutta" userId="78205720e8bee3cc" providerId="LiveId" clId="{599E85D0-D2BE-4917-8218-1BADAF347663}" dt="2026-05-13T16:37:16.234" v="544" actId="14100"/>
          <ac:picMkLst>
            <pc:docMk/>
            <pc:sldMk cId="2031608217" sldId="343"/>
            <ac:picMk id="3" creationId="{4A5A7F10-415C-9648-0B9C-72ECEC7351CC}"/>
          </ac:picMkLst>
        </pc:picChg>
        <pc:picChg chg="add mod">
          <ac:chgData name="Nayana Dutta" userId="78205720e8bee3cc" providerId="LiveId" clId="{599E85D0-D2BE-4917-8218-1BADAF347663}" dt="2026-05-13T16:37:20.992" v="545" actId="14100"/>
          <ac:picMkLst>
            <pc:docMk/>
            <pc:sldMk cId="2031608217" sldId="343"/>
            <ac:picMk id="5" creationId="{20AC8E1D-42D9-5A49-285E-4C7F27B0E098}"/>
          </ac:picMkLst>
        </pc:picChg>
      </pc:sldChg>
      <pc:sldChg chg="addSp modSp new mod">
        <pc:chgData name="Nayana Dutta" userId="78205720e8bee3cc" providerId="LiveId" clId="{599E85D0-D2BE-4917-8218-1BADAF347663}" dt="2026-05-13T18:02:35.488" v="929" actId="2711"/>
        <pc:sldMkLst>
          <pc:docMk/>
          <pc:sldMk cId="480884979" sldId="344"/>
        </pc:sldMkLst>
        <pc:spChg chg="add mod">
          <ac:chgData name="Nayana Dutta" userId="78205720e8bee3cc" providerId="LiveId" clId="{599E85D0-D2BE-4917-8218-1BADAF347663}" dt="2026-05-13T16:55:02.599" v="609" actId="20577"/>
          <ac:spMkLst>
            <pc:docMk/>
            <pc:sldMk cId="480884979" sldId="344"/>
            <ac:spMk id="6" creationId="{FE1281DA-653B-F6EE-CB33-8FD0DE89F031}"/>
          </ac:spMkLst>
        </pc:spChg>
        <pc:spChg chg="add mod">
          <ac:chgData name="Nayana Dutta" userId="78205720e8bee3cc" providerId="LiveId" clId="{599E85D0-D2BE-4917-8218-1BADAF347663}" dt="2026-05-13T16:55:17.087" v="618" actId="20577"/>
          <ac:spMkLst>
            <pc:docMk/>
            <pc:sldMk cId="480884979" sldId="344"/>
            <ac:spMk id="7" creationId="{BB719E78-D41F-0C1E-6414-DA65B9A034B3}"/>
          </ac:spMkLst>
        </pc:spChg>
        <pc:spChg chg="add mod">
          <ac:chgData name="Nayana Dutta" userId="78205720e8bee3cc" providerId="LiveId" clId="{599E85D0-D2BE-4917-8218-1BADAF347663}" dt="2026-05-13T18:02:35.488" v="929" actId="2711"/>
          <ac:spMkLst>
            <pc:docMk/>
            <pc:sldMk cId="480884979" sldId="344"/>
            <ac:spMk id="8" creationId="{9C832798-10A7-BF2E-C326-09F9924A8B6C}"/>
          </ac:spMkLst>
        </pc:spChg>
        <pc:picChg chg="add mod">
          <ac:chgData name="Nayana Dutta" userId="78205720e8bee3cc" providerId="LiveId" clId="{599E85D0-D2BE-4917-8218-1BADAF347663}" dt="2026-05-13T16:53:20.523" v="588" actId="1440"/>
          <ac:picMkLst>
            <pc:docMk/>
            <pc:sldMk cId="480884979" sldId="344"/>
            <ac:picMk id="3" creationId="{C3A06EB8-10DC-A4F8-CAAA-D1F3A959FC8A}"/>
          </ac:picMkLst>
        </pc:picChg>
        <pc:picChg chg="add mod">
          <ac:chgData name="Nayana Dutta" userId="78205720e8bee3cc" providerId="LiveId" clId="{599E85D0-D2BE-4917-8218-1BADAF347663}" dt="2026-05-13T16:54:16.549" v="596" actId="1440"/>
          <ac:picMkLst>
            <pc:docMk/>
            <pc:sldMk cId="480884979" sldId="344"/>
            <ac:picMk id="5" creationId="{FC133E36-D511-0661-25F8-15DF38EB7C18}"/>
          </ac:picMkLst>
        </pc:picChg>
      </pc:sldChg>
      <pc:sldChg chg="addSp modSp new mod">
        <pc:chgData name="Nayana Dutta" userId="78205720e8bee3cc" providerId="LiveId" clId="{599E85D0-D2BE-4917-8218-1BADAF347663}" dt="2026-05-13T18:02:47.156" v="930" actId="2711"/>
        <pc:sldMkLst>
          <pc:docMk/>
          <pc:sldMk cId="434130030" sldId="345"/>
        </pc:sldMkLst>
        <pc:spChg chg="add mod">
          <ac:chgData name="Nayana Dutta" userId="78205720e8bee3cc" providerId="LiveId" clId="{599E85D0-D2BE-4917-8218-1BADAF347663}" dt="2026-05-13T17:04:02.985" v="674" actId="2711"/>
          <ac:spMkLst>
            <pc:docMk/>
            <pc:sldMk cId="434130030" sldId="345"/>
            <ac:spMk id="6" creationId="{DED6BE96-DF8D-975C-654B-E30651F3505C}"/>
          </ac:spMkLst>
        </pc:spChg>
        <pc:spChg chg="add mod">
          <ac:chgData name="Nayana Dutta" userId="78205720e8bee3cc" providerId="LiveId" clId="{599E85D0-D2BE-4917-8218-1BADAF347663}" dt="2026-05-13T17:04:10.104" v="675" actId="2711"/>
          <ac:spMkLst>
            <pc:docMk/>
            <pc:sldMk cId="434130030" sldId="345"/>
            <ac:spMk id="7" creationId="{34BB8E3F-AB8D-8AE0-9BD3-F552ED1F07DB}"/>
          </ac:spMkLst>
        </pc:spChg>
        <pc:spChg chg="add mod">
          <ac:chgData name="Nayana Dutta" userId="78205720e8bee3cc" providerId="LiveId" clId="{599E85D0-D2BE-4917-8218-1BADAF347663}" dt="2026-05-13T18:02:47.156" v="930" actId="2711"/>
          <ac:spMkLst>
            <pc:docMk/>
            <pc:sldMk cId="434130030" sldId="345"/>
            <ac:spMk id="8" creationId="{012ED02A-37DA-71D8-C615-0D0A90FF96FF}"/>
          </ac:spMkLst>
        </pc:spChg>
        <pc:picChg chg="add mod">
          <ac:chgData name="Nayana Dutta" userId="78205720e8bee3cc" providerId="LiveId" clId="{599E85D0-D2BE-4917-8218-1BADAF347663}" dt="2026-05-13T17:02:16.787" v="644" actId="14100"/>
          <ac:picMkLst>
            <pc:docMk/>
            <pc:sldMk cId="434130030" sldId="345"/>
            <ac:picMk id="3" creationId="{D139B534-DE3F-5444-B538-FCC70B04C4ED}"/>
          </ac:picMkLst>
        </pc:picChg>
        <pc:picChg chg="add mod">
          <ac:chgData name="Nayana Dutta" userId="78205720e8bee3cc" providerId="LiveId" clId="{599E85D0-D2BE-4917-8218-1BADAF347663}" dt="2026-05-13T17:02:23.822" v="646" actId="1076"/>
          <ac:picMkLst>
            <pc:docMk/>
            <pc:sldMk cId="434130030" sldId="345"/>
            <ac:picMk id="5" creationId="{C3BBCD4F-6A8C-FFED-289F-F2E74947FE1F}"/>
          </ac:picMkLst>
        </pc:picChg>
      </pc:sldChg>
      <pc:sldChg chg="addSp modSp new mod">
        <pc:chgData name="Nayana Dutta" userId="78205720e8bee3cc" providerId="LiveId" clId="{599E85D0-D2BE-4917-8218-1BADAF347663}" dt="2026-05-13T18:03:05.313" v="931" actId="2711"/>
        <pc:sldMkLst>
          <pc:docMk/>
          <pc:sldMk cId="2853968322" sldId="346"/>
        </pc:sldMkLst>
        <pc:spChg chg="add mod">
          <ac:chgData name="Nayana Dutta" userId="78205720e8bee3cc" providerId="LiveId" clId="{599E85D0-D2BE-4917-8218-1BADAF347663}" dt="2026-05-13T17:33:56.795" v="755" actId="207"/>
          <ac:spMkLst>
            <pc:docMk/>
            <pc:sldMk cId="2853968322" sldId="346"/>
            <ac:spMk id="2" creationId="{30F42E70-68BF-C946-4ABD-12BF211DF1A9}"/>
          </ac:spMkLst>
        </pc:spChg>
        <pc:spChg chg="add mod">
          <ac:chgData name="Nayana Dutta" userId="78205720e8bee3cc" providerId="LiveId" clId="{599E85D0-D2BE-4917-8218-1BADAF347663}" dt="2026-05-13T17:32:14.788" v="734" actId="20577"/>
          <ac:spMkLst>
            <pc:docMk/>
            <pc:sldMk cId="2853968322" sldId="346"/>
            <ac:spMk id="7" creationId="{F9014935-C842-2A73-5732-23194AED5BEC}"/>
          </ac:spMkLst>
        </pc:spChg>
        <pc:spChg chg="add mod">
          <ac:chgData name="Nayana Dutta" userId="78205720e8bee3cc" providerId="LiveId" clId="{599E85D0-D2BE-4917-8218-1BADAF347663}" dt="2026-05-13T17:32:30.558" v="743" actId="20577"/>
          <ac:spMkLst>
            <pc:docMk/>
            <pc:sldMk cId="2853968322" sldId="346"/>
            <ac:spMk id="8" creationId="{D7678E9B-8162-5ABE-BC70-1818602E8C0D}"/>
          </ac:spMkLst>
        </pc:spChg>
        <pc:spChg chg="add mod">
          <ac:chgData name="Nayana Dutta" userId="78205720e8bee3cc" providerId="LiveId" clId="{599E85D0-D2BE-4917-8218-1BADAF347663}" dt="2026-05-13T18:03:05.313" v="931" actId="2711"/>
          <ac:spMkLst>
            <pc:docMk/>
            <pc:sldMk cId="2853968322" sldId="346"/>
            <ac:spMk id="9" creationId="{A218F5B4-44DE-0F68-AE0F-B7FAF2B7668C}"/>
          </ac:spMkLst>
        </pc:spChg>
        <pc:picChg chg="add mod">
          <ac:chgData name="Nayana Dutta" userId="78205720e8bee3cc" providerId="LiveId" clId="{599E85D0-D2BE-4917-8218-1BADAF347663}" dt="2026-05-13T17:13:13.991" v="718" actId="1440"/>
          <ac:picMkLst>
            <pc:docMk/>
            <pc:sldMk cId="2853968322" sldId="346"/>
            <ac:picMk id="4" creationId="{52556AF5-10A0-2EC0-CFA0-99E2AA8CE4E0}"/>
          </ac:picMkLst>
        </pc:picChg>
        <pc:picChg chg="add mod">
          <ac:chgData name="Nayana Dutta" userId="78205720e8bee3cc" providerId="LiveId" clId="{599E85D0-D2BE-4917-8218-1BADAF347663}" dt="2026-05-13T17:13:17.005" v="719" actId="1440"/>
          <ac:picMkLst>
            <pc:docMk/>
            <pc:sldMk cId="2853968322" sldId="346"/>
            <ac:picMk id="6" creationId="{7D3E9054-3F7F-36E8-D026-2EA78ABBBE24}"/>
          </ac:picMkLst>
        </pc:picChg>
      </pc:sldChg>
      <pc:sldMasterChg chg="delSldLayout">
        <pc:chgData name="Nayana Dutta" userId="78205720e8bee3cc" providerId="LiveId" clId="{599E85D0-D2BE-4917-8218-1BADAF347663}" dt="2026-05-13T18:04:29.875" v="944" actId="47"/>
        <pc:sldMasterMkLst>
          <pc:docMk/>
          <pc:sldMasterMk cId="1076851613" sldId="2147483660"/>
        </pc:sldMasterMkLst>
        <pc:sldLayoutChg chg="del">
          <pc:chgData name="Nayana Dutta" userId="78205720e8bee3cc" providerId="LiveId" clId="{599E85D0-D2BE-4917-8218-1BADAF347663}" dt="2026-05-13T18:04:29.875" v="944" actId="47"/>
          <pc:sldLayoutMkLst>
            <pc:docMk/>
            <pc:sldMasterMk cId="1076851613" sldId="2147483660"/>
            <pc:sldLayoutMk cId="4118092615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4B5EE-2E74-40C0-8EF6-F95F3CB82DF0}" type="datetimeFigureOut">
              <a:rPr lang="en-ID" smtClean="0"/>
              <a:t>13/05/2026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2A33-762B-446B-97EE-F5A29A9F1DC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604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2A33-762B-446B-97EE-F5A29A9F1DC4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7378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2A33-762B-446B-97EE-F5A29A9F1DC4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5230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21989-D3AB-2248-CB31-2FE94A9D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284FA-0147-56B5-9E6C-A0B88135B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4405D-F61A-82FF-2D80-73C3A8F5B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6EFE1-E511-E0AE-410E-5C1AFC3C0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2A33-762B-446B-97EE-F5A29A9F1DC4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8067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2A33-762B-446B-97EE-F5A29A9F1DC4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6241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215C-5753-5F50-A90D-949DB760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B9FE2-14C6-2BB8-7DFA-FC361990F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4ECF6-40E1-EE0B-3224-C6C86DC10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4551E-06B2-89D9-7F1F-C514307DC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2A33-762B-446B-97EE-F5A29A9F1DC4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481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5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5A496E5-DCC6-E996-7C48-7829B7FA0EA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6877" y="1531348"/>
            <a:ext cx="3911600" cy="3911600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11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9DDDB92-ACA1-3E8C-D7D3-08A76BEB70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43906" y="2259496"/>
            <a:ext cx="2642400" cy="2643808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EC43C36-EFD4-7E2C-F3BC-84FEA29B265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10495" y="2259496"/>
            <a:ext cx="2642400" cy="2643808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979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8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25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97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47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58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2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87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EBDB501-7FC5-D540-4D18-AEAC586FF2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69787" y="1984232"/>
            <a:ext cx="1539537" cy="1539537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55DE244-8F02-1055-DE01-65878AEAC7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69787" y="4272229"/>
            <a:ext cx="1539537" cy="1539537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7A3C926-918F-24DF-C692-A2916814A4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68721" y="1984232"/>
            <a:ext cx="1539537" cy="1539537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74F9B32-3693-D329-AD52-501EAE50180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68721" y="4272229"/>
            <a:ext cx="1539537" cy="1539537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876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46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17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004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496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6CA5A5-A9FA-56B6-B2FA-A72C0BD09B8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2999" y="1483360"/>
            <a:ext cx="3889207" cy="3891280"/>
          </a:xfrm>
          <a:prstGeom prst="ellipse">
            <a:avLst/>
          </a:prstGeom>
          <a:solidFill>
            <a:schemeClr val="tx1">
              <a:lumMod val="75000"/>
            </a:schemeClr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Your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137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7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;p2">
            <a:extLst>
              <a:ext uri="{FF2B5EF4-FFF2-40B4-BE49-F238E27FC236}">
                <a16:creationId xmlns:a16="http://schemas.microsoft.com/office/drawing/2014/main" id="{B4F90864-1F6D-EDF6-0ECE-1C415E41D73A}"/>
              </a:ext>
            </a:extLst>
          </p:cNvPr>
          <p:cNvPicPr preferRelativeResize="0"/>
          <p:nvPr userDrawn="1"/>
        </p:nvPicPr>
        <p:blipFill>
          <a:blip r:embed="rId2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2" y="0"/>
            <a:ext cx="121906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4;p19">
            <a:extLst>
              <a:ext uri="{FF2B5EF4-FFF2-40B4-BE49-F238E27FC236}">
                <a16:creationId xmlns:a16="http://schemas.microsoft.com/office/drawing/2014/main" id="{1BBC2EFD-8584-2922-24CA-C6EC0E0CB5CD}"/>
              </a:ext>
            </a:extLst>
          </p:cNvPr>
          <p:cNvSpPr/>
          <p:nvPr userDrawn="1"/>
        </p:nvSpPr>
        <p:spPr>
          <a:xfrm>
            <a:off x="288400" y="281237"/>
            <a:ext cx="11615200" cy="6295527"/>
          </a:xfrm>
          <a:custGeom>
            <a:avLst/>
            <a:gdLst/>
            <a:ahLst/>
            <a:cxnLst/>
            <a:rect l="l" t="t" r="r" b="b"/>
            <a:pathLst>
              <a:path w="73703" h="39757" extrusionOk="0">
                <a:moveTo>
                  <a:pt x="1" y="0"/>
                </a:moveTo>
                <a:lnTo>
                  <a:pt x="1" y="1175"/>
                </a:lnTo>
                <a:cubicBezTo>
                  <a:pt x="512" y="1175"/>
                  <a:pt x="929" y="1645"/>
                  <a:pt x="929" y="2233"/>
                </a:cubicBezTo>
                <a:cubicBezTo>
                  <a:pt x="929" y="2791"/>
                  <a:pt x="512" y="3261"/>
                  <a:pt x="1" y="3261"/>
                </a:cubicBezTo>
                <a:lnTo>
                  <a:pt x="1" y="4113"/>
                </a:lnTo>
                <a:cubicBezTo>
                  <a:pt x="512" y="4113"/>
                  <a:pt x="929" y="4583"/>
                  <a:pt x="929" y="5141"/>
                </a:cubicBezTo>
                <a:cubicBezTo>
                  <a:pt x="929" y="5728"/>
                  <a:pt x="512" y="6198"/>
                  <a:pt x="1" y="6198"/>
                </a:cubicBezTo>
                <a:lnTo>
                  <a:pt x="1" y="7027"/>
                </a:lnTo>
                <a:cubicBezTo>
                  <a:pt x="512" y="7027"/>
                  <a:pt x="929" y="7491"/>
                  <a:pt x="929" y="8055"/>
                </a:cubicBezTo>
                <a:cubicBezTo>
                  <a:pt x="929" y="8642"/>
                  <a:pt x="512" y="9106"/>
                  <a:pt x="1" y="9106"/>
                </a:cubicBezTo>
                <a:lnTo>
                  <a:pt x="1" y="9941"/>
                </a:lnTo>
                <a:cubicBezTo>
                  <a:pt x="512" y="9941"/>
                  <a:pt x="929" y="10405"/>
                  <a:pt x="929" y="10969"/>
                </a:cubicBezTo>
                <a:cubicBezTo>
                  <a:pt x="929" y="11556"/>
                  <a:pt x="512" y="12020"/>
                  <a:pt x="1" y="12020"/>
                </a:cubicBezTo>
                <a:lnTo>
                  <a:pt x="1" y="12855"/>
                </a:lnTo>
                <a:cubicBezTo>
                  <a:pt x="512" y="12855"/>
                  <a:pt x="929" y="13319"/>
                  <a:pt x="929" y="13906"/>
                </a:cubicBezTo>
                <a:cubicBezTo>
                  <a:pt x="929" y="14470"/>
                  <a:pt x="512" y="14934"/>
                  <a:pt x="1" y="14934"/>
                </a:cubicBezTo>
                <a:lnTo>
                  <a:pt x="1" y="15769"/>
                </a:lnTo>
                <a:cubicBezTo>
                  <a:pt x="512" y="15769"/>
                  <a:pt x="929" y="16233"/>
                  <a:pt x="929" y="16820"/>
                </a:cubicBezTo>
                <a:cubicBezTo>
                  <a:pt x="929" y="17384"/>
                  <a:pt x="512" y="17848"/>
                  <a:pt x="1" y="17848"/>
                </a:cubicBezTo>
                <a:lnTo>
                  <a:pt x="1" y="18683"/>
                </a:lnTo>
                <a:cubicBezTo>
                  <a:pt x="512" y="18683"/>
                  <a:pt x="929" y="19147"/>
                  <a:pt x="929" y="19734"/>
                </a:cubicBezTo>
                <a:cubicBezTo>
                  <a:pt x="929" y="20298"/>
                  <a:pt x="512" y="20786"/>
                  <a:pt x="1" y="20786"/>
                </a:cubicBezTo>
                <a:lnTo>
                  <a:pt x="1" y="21620"/>
                </a:lnTo>
                <a:cubicBezTo>
                  <a:pt x="512" y="21620"/>
                  <a:pt x="929" y="22084"/>
                  <a:pt x="929" y="22648"/>
                </a:cubicBezTo>
                <a:cubicBezTo>
                  <a:pt x="929" y="23236"/>
                  <a:pt x="512" y="23700"/>
                  <a:pt x="1" y="23700"/>
                </a:cubicBezTo>
                <a:lnTo>
                  <a:pt x="1" y="24528"/>
                </a:lnTo>
                <a:cubicBezTo>
                  <a:pt x="512" y="24528"/>
                  <a:pt x="929" y="24998"/>
                  <a:pt x="929" y="25556"/>
                </a:cubicBezTo>
                <a:cubicBezTo>
                  <a:pt x="929" y="26144"/>
                  <a:pt x="512" y="26614"/>
                  <a:pt x="1" y="26614"/>
                </a:cubicBezTo>
                <a:lnTo>
                  <a:pt x="1" y="27442"/>
                </a:lnTo>
                <a:cubicBezTo>
                  <a:pt x="512" y="27442"/>
                  <a:pt x="929" y="27906"/>
                  <a:pt x="929" y="28494"/>
                </a:cubicBezTo>
                <a:cubicBezTo>
                  <a:pt x="929" y="29058"/>
                  <a:pt x="512" y="29522"/>
                  <a:pt x="1" y="29522"/>
                </a:cubicBezTo>
                <a:lnTo>
                  <a:pt x="1" y="30356"/>
                </a:lnTo>
                <a:cubicBezTo>
                  <a:pt x="512" y="30356"/>
                  <a:pt x="929" y="30820"/>
                  <a:pt x="929" y="31408"/>
                </a:cubicBezTo>
                <a:cubicBezTo>
                  <a:pt x="929" y="31972"/>
                  <a:pt x="512" y="32436"/>
                  <a:pt x="1" y="32436"/>
                </a:cubicBezTo>
                <a:lnTo>
                  <a:pt x="1" y="33270"/>
                </a:lnTo>
                <a:cubicBezTo>
                  <a:pt x="512" y="33270"/>
                  <a:pt x="929" y="33734"/>
                  <a:pt x="929" y="34322"/>
                </a:cubicBezTo>
                <a:cubicBezTo>
                  <a:pt x="929" y="34886"/>
                  <a:pt x="512" y="35350"/>
                  <a:pt x="1" y="35350"/>
                </a:cubicBezTo>
                <a:lnTo>
                  <a:pt x="1" y="36208"/>
                </a:lnTo>
                <a:cubicBezTo>
                  <a:pt x="512" y="36208"/>
                  <a:pt x="929" y="36672"/>
                  <a:pt x="929" y="37236"/>
                </a:cubicBezTo>
                <a:cubicBezTo>
                  <a:pt x="929" y="37823"/>
                  <a:pt x="512" y="38288"/>
                  <a:pt x="1" y="38288"/>
                </a:cubicBezTo>
                <a:lnTo>
                  <a:pt x="1" y="39756"/>
                </a:lnTo>
                <a:lnTo>
                  <a:pt x="73702" y="39756"/>
                </a:lnTo>
                <a:lnTo>
                  <a:pt x="73702" y="38288"/>
                </a:lnTo>
                <a:cubicBezTo>
                  <a:pt x="73191" y="38288"/>
                  <a:pt x="72774" y="37823"/>
                  <a:pt x="72774" y="37236"/>
                </a:cubicBezTo>
                <a:cubicBezTo>
                  <a:pt x="72774" y="36672"/>
                  <a:pt x="73191" y="36208"/>
                  <a:pt x="73702" y="36208"/>
                </a:cubicBezTo>
                <a:lnTo>
                  <a:pt x="73702" y="35350"/>
                </a:lnTo>
                <a:cubicBezTo>
                  <a:pt x="73191" y="35350"/>
                  <a:pt x="72774" y="34886"/>
                  <a:pt x="72774" y="34322"/>
                </a:cubicBezTo>
                <a:cubicBezTo>
                  <a:pt x="72774" y="33734"/>
                  <a:pt x="73191" y="33270"/>
                  <a:pt x="73702" y="33270"/>
                </a:cubicBezTo>
                <a:lnTo>
                  <a:pt x="73702" y="32436"/>
                </a:lnTo>
                <a:cubicBezTo>
                  <a:pt x="73191" y="32436"/>
                  <a:pt x="72774" y="31972"/>
                  <a:pt x="72774" y="31408"/>
                </a:cubicBezTo>
                <a:cubicBezTo>
                  <a:pt x="72774" y="30820"/>
                  <a:pt x="73191" y="30356"/>
                  <a:pt x="73702" y="30356"/>
                </a:cubicBezTo>
                <a:lnTo>
                  <a:pt x="73702" y="29522"/>
                </a:lnTo>
                <a:cubicBezTo>
                  <a:pt x="73191" y="29522"/>
                  <a:pt x="72774" y="29058"/>
                  <a:pt x="72774" y="28494"/>
                </a:cubicBezTo>
                <a:cubicBezTo>
                  <a:pt x="72774" y="27906"/>
                  <a:pt x="73191" y="27442"/>
                  <a:pt x="73702" y="27442"/>
                </a:cubicBezTo>
                <a:lnTo>
                  <a:pt x="73702" y="26614"/>
                </a:lnTo>
                <a:cubicBezTo>
                  <a:pt x="73191" y="26614"/>
                  <a:pt x="72774" y="26144"/>
                  <a:pt x="72774" y="25556"/>
                </a:cubicBezTo>
                <a:cubicBezTo>
                  <a:pt x="72774" y="24998"/>
                  <a:pt x="73191" y="24528"/>
                  <a:pt x="73702" y="24528"/>
                </a:cubicBezTo>
                <a:lnTo>
                  <a:pt x="73702" y="23700"/>
                </a:lnTo>
                <a:cubicBezTo>
                  <a:pt x="73191" y="23700"/>
                  <a:pt x="72774" y="23236"/>
                  <a:pt x="72774" y="22648"/>
                </a:cubicBezTo>
                <a:cubicBezTo>
                  <a:pt x="72774" y="22084"/>
                  <a:pt x="73191" y="21620"/>
                  <a:pt x="73702" y="21620"/>
                </a:cubicBezTo>
                <a:lnTo>
                  <a:pt x="73702" y="20786"/>
                </a:lnTo>
                <a:cubicBezTo>
                  <a:pt x="73191" y="20786"/>
                  <a:pt x="72774" y="20298"/>
                  <a:pt x="72774" y="19734"/>
                </a:cubicBezTo>
                <a:cubicBezTo>
                  <a:pt x="72774" y="19147"/>
                  <a:pt x="73191" y="18683"/>
                  <a:pt x="73702" y="18683"/>
                </a:cubicBezTo>
                <a:lnTo>
                  <a:pt x="73702" y="17848"/>
                </a:lnTo>
                <a:cubicBezTo>
                  <a:pt x="73191" y="17848"/>
                  <a:pt x="72774" y="17384"/>
                  <a:pt x="72774" y="16820"/>
                </a:cubicBezTo>
                <a:cubicBezTo>
                  <a:pt x="72774" y="16233"/>
                  <a:pt x="73191" y="15769"/>
                  <a:pt x="73702" y="15769"/>
                </a:cubicBezTo>
                <a:lnTo>
                  <a:pt x="73702" y="14934"/>
                </a:lnTo>
                <a:cubicBezTo>
                  <a:pt x="73191" y="14934"/>
                  <a:pt x="72774" y="14470"/>
                  <a:pt x="72774" y="13906"/>
                </a:cubicBezTo>
                <a:cubicBezTo>
                  <a:pt x="72774" y="13319"/>
                  <a:pt x="73191" y="12855"/>
                  <a:pt x="73702" y="12855"/>
                </a:cubicBezTo>
                <a:lnTo>
                  <a:pt x="73702" y="12020"/>
                </a:lnTo>
                <a:cubicBezTo>
                  <a:pt x="73191" y="12020"/>
                  <a:pt x="72774" y="11556"/>
                  <a:pt x="72774" y="10969"/>
                </a:cubicBezTo>
                <a:cubicBezTo>
                  <a:pt x="72774" y="10405"/>
                  <a:pt x="73191" y="9941"/>
                  <a:pt x="73702" y="9941"/>
                </a:cubicBezTo>
                <a:lnTo>
                  <a:pt x="73702" y="9106"/>
                </a:lnTo>
                <a:cubicBezTo>
                  <a:pt x="73191" y="9106"/>
                  <a:pt x="72774" y="8642"/>
                  <a:pt x="72774" y="8055"/>
                </a:cubicBezTo>
                <a:cubicBezTo>
                  <a:pt x="72774" y="7491"/>
                  <a:pt x="73191" y="7027"/>
                  <a:pt x="73702" y="7027"/>
                </a:cubicBezTo>
                <a:lnTo>
                  <a:pt x="73702" y="6198"/>
                </a:lnTo>
                <a:cubicBezTo>
                  <a:pt x="73191" y="6198"/>
                  <a:pt x="72774" y="5728"/>
                  <a:pt x="72774" y="5141"/>
                </a:cubicBezTo>
                <a:cubicBezTo>
                  <a:pt x="72774" y="4583"/>
                  <a:pt x="73191" y="4113"/>
                  <a:pt x="73702" y="4113"/>
                </a:cubicBezTo>
                <a:lnTo>
                  <a:pt x="73702" y="3261"/>
                </a:lnTo>
                <a:cubicBezTo>
                  <a:pt x="73191" y="3261"/>
                  <a:pt x="72774" y="2791"/>
                  <a:pt x="72774" y="2233"/>
                </a:cubicBezTo>
                <a:cubicBezTo>
                  <a:pt x="72774" y="1645"/>
                  <a:pt x="73191" y="1175"/>
                  <a:pt x="73702" y="1175"/>
                </a:cubicBezTo>
                <a:lnTo>
                  <a:pt x="73702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>
            <a:extLst>
              <a:ext uri="{FF2B5EF4-FFF2-40B4-BE49-F238E27FC236}">
                <a16:creationId xmlns:a16="http://schemas.microsoft.com/office/drawing/2014/main" id="{7EED0D31-812E-6C68-112B-C5E730B9022D}"/>
              </a:ext>
            </a:extLst>
          </p:cNvPr>
          <p:cNvPicPr preferRelativeResize="0"/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A6C1F47C-8B5A-FCAD-777A-DC9D11154E40}"/>
              </a:ext>
            </a:extLst>
          </p:cNvPr>
          <p:cNvSpPr/>
          <p:nvPr userDrawn="1"/>
        </p:nvSpPr>
        <p:spPr>
          <a:xfrm>
            <a:off x="15669" y="6762687"/>
            <a:ext cx="727725" cy="80406"/>
          </a:xfrm>
          <a:custGeom>
            <a:avLst/>
            <a:gdLst/>
            <a:ahLst/>
            <a:cxnLst/>
            <a:rect l="l" t="t" r="r" b="b"/>
            <a:pathLst>
              <a:path w="3994439" h="441613" extrusionOk="0">
                <a:moveTo>
                  <a:pt x="2923526" y="292244"/>
                </a:moveTo>
                <a:cubicBezTo>
                  <a:pt x="2931536" y="292244"/>
                  <a:pt x="2938409" y="295112"/>
                  <a:pt x="2944146" y="300849"/>
                </a:cubicBezTo>
                <a:cubicBezTo>
                  <a:pt x="2949882" y="306586"/>
                  <a:pt x="2952750" y="313459"/>
                  <a:pt x="2952750" y="321468"/>
                </a:cubicBezTo>
                <a:cubicBezTo>
                  <a:pt x="2952750" y="326772"/>
                  <a:pt x="2951424" y="331643"/>
                  <a:pt x="2948773" y="336081"/>
                </a:cubicBezTo>
                <a:cubicBezTo>
                  <a:pt x="2946121" y="340518"/>
                  <a:pt x="2942603" y="344063"/>
                  <a:pt x="2938219" y="346715"/>
                </a:cubicBezTo>
                <a:cubicBezTo>
                  <a:pt x="2933836" y="349367"/>
                  <a:pt x="2928938" y="350693"/>
                  <a:pt x="2923526" y="350693"/>
                </a:cubicBezTo>
                <a:cubicBezTo>
                  <a:pt x="2915517" y="350693"/>
                  <a:pt x="2908643" y="347825"/>
                  <a:pt x="2902907" y="342088"/>
                </a:cubicBezTo>
                <a:cubicBezTo>
                  <a:pt x="2897170" y="336351"/>
                  <a:pt x="2894302" y="329478"/>
                  <a:pt x="2894302" y="321468"/>
                </a:cubicBezTo>
                <a:cubicBezTo>
                  <a:pt x="2894302" y="313459"/>
                  <a:pt x="2897170" y="306586"/>
                  <a:pt x="2902907" y="300849"/>
                </a:cubicBezTo>
                <a:cubicBezTo>
                  <a:pt x="2908643" y="295112"/>
                  <a:pt x="2915517" y="292244"/>
                  <a:pt x="2923526" y="292244"/>
                </a:cubicBezTo>
                <a:close/>
                <a:moveTo>
                  <a:pt x="3454112" y="129886"/>
                </a:moveTo>
                <a:cubicBezTo>
                  <a:pt x="3437010" y="129886"/>
                  <a:pt x="3422939" y="134324"/>
                  <a:pt x="3411899" y="143199"/>
                </a:cubicBezTo>
                <a:cubicBezTo>
                  <a:pt x="3400858" y="152075"/>
                  <a:pt x="3392687" y="163711"/>
                  <a:pt x="3387383" y="178106"/>
                </a:cubicBezTo>
                <a:cubicBezTo>
                  <a:pt x="3382079" y="192502"/>
                  <a:pt x="3379427" y="208034"/>
                  <a:pt x="3379427" y="224703"/>
                </a:cubicBezTo>
                <a:cubicBezTo>
                  <a:pt x="3379427" y="241372"/>
                  <a:pt x="3382079" y="256850"/>
                  <a:pt x="3387383" y="271137"/>
                </a:cubicBezTo>
                <a:cubicBezTo>
                  <a:pt x="3392687" y="285425"/>
                  <a:pt x="3400858" y="296952"/>
                  <a:pt x="3411899" y="305720"/>
                </a:cubicBezTo>
                <a:cubicBezTo>
                  <a:pt x="3422939" y="314487"/>
                  <a:pt x="3437010" y="318871"/>
                  <a:pt x="3454112" y="318871"/>
                </a:cubicBezTo>
                <a:cubicBezTo>
                  <a:pt x="3471214" y="318871"/>
                  <a:pt x="3485285" y="314487"/>
                  <a:pt x="3496325" y="305720"/>
                </a:cubicBezTo>
                <a:cubicBezTo>
                  <a:pt x="3507365" y="296952"/>
                  <a:pt x="3515537" y="285425"/>
                  <a:pt x="3520841" y="271137"/>
                </a:cubicBezTo>
                <a:cubicBezTo>
                  <a:pt x="3526145" y="256850"/>
                  <a:pt x="3528797" y="241372"/>
                  <a:pt x="3528797" y="224703"/>
                </a:cubicBezTo>
                <a:cubicBezTo>
                  <a:pt x="3528797" y="208034"/>
                  <a:pt x="3526145" y="192502"/>
                  <a:pt x="3520841" y="178106"/>
                </a:cubicBezTo>
                <a:cubicBezTo>
                  <a:pt x="3515537" y="163711"/>
                  <a:pt x="3507365" y="152075"/>
                  <a:pt x="3496325" y="143199"/>
                </a:cubicBezTo>
                <a:cubicBezTo>
                  <a:pt x="3485285" y="134324"/>
                  <a:pt x="3471214" y="129886"/>
                  <a:pt x="3454112" y="129886"/>
                </a:cubicBezTo>
                <a:close/>
                <a:moveTo>
                  <a:pt x="2415237" y="129886"/>
                </a:moveTo>
                <a:cubicBezTo>
                  <a:pt x="2399976" y="129886"/>
                  <a:pt x="2386798" y="133647"/>
                  <a:pt x="2375703" y="141170"/>
                </a:cubicBezTo>
                <a:cubicBezTo>
                  <a:pt x="2364609" y="148693"/>
                  <a:pt x="2356085" y="158461"/>
                  <a:pt x="2350132" y="170476"/>
                </a:cubicBezTo>
                <a:lnTo>
                  <a:pt x="2342553" y="203272"/>
                </a:lnTo>
                <a:lnTo>
                  <a:pt x="2483428" y="203272"/>
                </a:lnTo>
                <a:cubicBezTo>
                  <a:pt x="2483428" y="189201"/>
                  <a:pt x="2480640" y="176645"/>
                  <a:pt x="2475066" y="165605"/>
                </a:cubicBezTo>
                <a:cubicBezTo>
                  <a:pt x="2469492" y="154564"/>
                  <a:pt x="2461590" y="145851"/>
                  <a:pt x="2451362" y="139465"/>
                </a:cubicBezTo>
                <a:cubicBezTo>
                  <a:pt x="2441134" y="133079"/>
                  <a:pt x="2429092" y="129886"/>
                  <a:pt x="2415237" y="129886"/>
                </a:cubicBezTo>
                <a:close/>
                <a:moveTo>
                  <a:pt x="1962150" y="129886"/>
                </a:moveTo>
                <a:cubicBezTo>
                  <a:pt x="1946564" y="129886"/>
                  <a:pt x="1933467" y="133810"/>
                  <a:pt x="1922860" y="141657"/>
                </a:cubicBezTo>
                <a:cubicBezTo>
                  <a:pt x="1912252" y="149504"/>
                  <a:pt x="1904243" y="160436"/>
                  <a:pt x="1898831" y="174453"/>
                </a:cubicBezTo>
                <a:cubicBezTo>
                  <a:pt x="1893419" y="188470"/>
                  <a:pt x="1890713" y="204787"/>
                  <a:pt x="1890713" y="223404"/>
                </a:cubicBezTo>
                <a:cubicBezTo>
                  <a:pt x="1890713" y="242238"/>
                  <a:pt x="1893473" y="258825"/>
                  <a:pt x="1898993" y="273167"/>
                </a:cubicBezTo>
                <a:cubicBezTo>
                  <a:pt x="1904513" y="287509"/>
                  <a:pt x="1912577" y="298711"/>
                  <a:pt x="1923184" y="306775"/>
                </a:cubicBezTo>
                <a:cubicBezTo>
                  <a:pt x="1933792" y="314839"/>
                  <a:pt x="1946781" y="318871"/>
                  <a:pt x="1962150" y="318871"/>
                </a:cubicBezTo>
                <a:cubicBezTo>
                  <a:pt x="1978170" y="318871"/>
                  <a:pt x="1991564" y="314622"/>
                  <a:pt x="2002334" y="306126"/>
                </a:cubicBezTo>
                <a:cubicBezTo>
                  <a:pt x="2013104" y="297629"/>
                  <a:pt x="2021222" y="286156"/>
                  <a:pt x="2026688" y="271706"/>
                </a:cubicBezTo>
                <a:cubicBezTo>
                  <a:pt x="2032154" y="257256"/>
                  <a:pt x="2034887" y="241155"/>
                  <a:pt x="2034887" y="223404"/>
                </a:cubicBezTo>
                <a:cubicBezTo>
                  <a:pt x="2034887" y="205870"/>
                  <a:pt x="2032208" y="190040"/>
                  <a:pt x="2026850" y="175915"/>
                </a:cubicBezTo>
                <a:cubicBezTo>
                  <a:pt x="2021492" y="161789"/>
                  <a:pt x="2013429" y="150587"/>
                  <a:pt x="2002659" y="142306"/>
                </a:cubicBezTo>
                <a:cubicBezTo>
                  <a:pt x="1991889" y="134026"/>
                  <a:pt x="1978386" y="129886"/>
                  <a:pt x="1962150" y="129886"/>
                </a:cubicBezTo>
                <a:close/>
                <a:moveTo>
                  <a:pt x="1643712" y="129886"/>
                </a:moveTo>
                <a:cubicBezTo>
                  <a:pt x="1628451" y="129886"/>
                  <a:pt x="1615273" y="133647"/>
                  <a:pt x="1604178" y="141170"/>
                </a:cubicBezTo>
                <a:cubicBezTo>
                  <a:pt x="1593084" y="148693"/>
                  <a:pt x="1584560" y="158461"/>
                  <a:pt x="1578607" y="170476"/>
                </a:cubicBezTo>
                <a:lnTo>
                  <a:pt x="1571028" y="203272"/>
                </a:lnTo>
                <a:lnTo>
                  <a:pt x="1711903" y="203272"/>
                </a:lnTo>
                <a:cubicBezTo>
                  <a:pt x="1711903" y="189201"/>
                  <a:pt x="1709116" y="176645"/>
                  <a:pt x="1703541" y="165605"/>
                </a:cubicBezTo>
                <a:cubicBezTo>
                  <a:pt x="1697967" y="154564"/>
                  <a:pt x="1690066" y="145851"/>
                  <a:pt x="1679837" y="139465"/>
                </a:cubicBezTo>
                <a:cubicBezTo>
                  <a:pt x="1669608" y="133079"/>
                  <a:pt x="1657567" y="129886"/>
                  <a:pt x="1643712" y="129886"/>
                </a:cubicBezTo>
                <a:close/>
                <a:moveTo>
                  <a:pt x="1338913" y="129886"/>
                </a:moveTo>
                <a:cubicBezTo>
                  <a:pt x="1323651" y="129886"/>
                  <a:pt x="1310473" y="133647"/>
                  <a:pt x="1299378" y="141170"/>
                </a:cubicBezTo>
                <a:cubicBezTo>
                  <a:pt x="1288284" y="148693"/>
                  <a:pt x="1279760" y="158461"/>
                  <a:pt x="1273807" y="170476"/>
                </a:cubicBezTo>
                <a:lnTo>
                  <a:pt x="1266228" y="203272"/>
                </a:lnTo>
                <a:lnTo>
                  <a:pt x="1407103" y="203272"/>
                </a:lnTo>
                <a:cubicBezTo>
                  <a:pt x="1407103" y="189201"/>
                  <a:pt x="1404316" y="176645"/>
                  <a:pt x="1398741" y="165605"/>
                </a:cubicBezTo>
                <a:cubicBezTo>
                  <a:pt x="1393167" y="154564"/>
                  <a:pt x="1385266" y="145851"/>
                  <a:pt x="1375037" y="139465"/>
                </a:cubicBezTo>
                <a:cubicBezTo>
                  <a:pt x="1364809" y="133079"/>
                  <a:pt x="1352767" y="129886"/>
                  <a:pt x="1338913" y="129886"/>
                </a:cubicBezTo>
                <a:close/>
                <a:moveTo>
                  <a:pt x="423430" y="129886"/>
                </a:moveTo>
                <a:cubicBezTo>
                  <a:pt x="407844" y="129886"/>
                  <a:pt x="394747" y="133810"/>
                  <a:pt x="384140" y="141657"/>
                </a:cubicBezTo>
                <a:cubicBezTo>
                  <a:pt x="373532" y="149504"/>
                  <a:pt x="365522" y="160436"/>
                  <a:pt x="360111" y="174453"/>
                </a:cubicBezTo>
                <a:cubicBezTo>
                  <a:pt x="354699" y="188470"/>
                  <a:pt x="351993" y="204787"/>
                  <a:pt x="351993" y="223404"/>
                </a:cubicBezTo>
                <a:cubicBezTo>
                  <a:pt x="351993" y="242238"/>
                  <a:pt x="354753" y="258825"/>
                  <a:pt x="360273" y="273167"/>
                </a:cubicBezTo>
                <a:cubicBezTo>
                  <a:pt x="365793" y="287509"/>
                  <a:pt x="373857" y="298711"/>
                  <a:pt x="384464" y="306775"/>
                </a:cubicBezTo>
                <a:cubicBezTo>
                  <a:pt x="395072" y="314839"/>
                  <a:pt x="408060" y="318871"/>
                  <a:pt x="423430" y="318871"/>
                </a:cubicBezTo>
                <a:cubicBezTo>
                  <a:pt x="439449" y="318871"/>
                  <a:pt x="452844" y="314622"/>
                  <a:pt x="463614" y="306126"/>
                </a:cubicBezTo>
                <a:cubicBezTo>
                  <a:pt x="474383" y="297629"/>
                  <a:pt x="482501" y="286156"/>
                  <a:pt x="487967" y="271706"/>
                </a:cubicBezTo>
                <a:cubicBezTo>
                  <a:pt x="493433" y="257256"/>
                  <a:pt x="496166" y="241155"/>
                  <a:pt x="496166" y="223404"/>
                </a:cubicBezTo>
                <a:cubicBezTo>
                  <a:pt x="496166" y="205870"/>
                  <a:pt x="493488" y="190040"/>
                  <a:pt x="488130" y="175915"/>
                </a:cubicBezTo>
                <a:cubicBezTo>
                  <a:pt x="482772" y="161789"/>
                  <a:pt x="474708" y="150587"/>
                  <a:pt x="463938" y="142306"/>
                </a:cubicBezTo>
                <a:cubicBezTo>
                  <a:pt x="453169" y="134026"/>
                  <a:pt x="439666" y="129886"/>
                  <a:pt x="423430" y="129886"/>
                </a:cubicBezTo>
                <a:close/>
                <a:moveTo>
                  <a:pt x="109105" y="129886"/>
                </a:moveTo>
                <a:cubicBezTo>
                  <a:pt x="93519" y="129886"/>
                  <a:pt x="80422" y="133810"/>
                  <a:pt x="69814" y="141657"/>
                </a:cubicBezTo>
                <a:cubicBezTo>
                  <a:pt x="59207" y="149504"/>
                  <a:pt x="51197" y="160436"/>
                  <a:pt x="45785" y="174453"/>
                </a:cubicBezTo>
                <a:cubicBezTo>
                  <a:pt x="40374" y="188470"/>
                  <a:pt x="37667" y="204787"/>
                  <a:pt x="37667" y="223404"/>
                </a:cubicBezTo>
                <a:cubicBezTo>
                  <a:pt x="37667" y="242238"/>
                  <a:pt x="40428" y="258825"/>
                  <a:pt x="45948" y="273167"/>
                </a:cubicBezTo>
                <a:cubicBezTo>
                  <a:pt x="51468" y="287509"/>
                  <a:pt x="59532" y="298711"/>
                  <a:pt x="70139" y="306775"/>
                </a:cubicBezTo>
                <a:cubicBezTo>
                  <a:pt x="80746" y="314839"/>
                  <a:pt x="93735" y="318871"/>
                  <a:pt x="109105" y="318871"/>
                </a:cubicBezTo>
                <a:cubicBezTo>
                  <a:pt x="125124" y="318871"/>
                  <a:pt x="138519" y="314622"/>
                  <a:pt x="149289" y="306126"/>
                </a:cubicBezTo>
                <a:cubicBezTo>
                  <a:pt x="160058" y="297629"/>
                  <a:pt x="168176" y="286156"/>
                  <a:pt x="173642" y="271706"/>
                </a:cubicBezTo>
                <a:cubicBezTo>
                  <a:pt x="179108" y="257256"/>
                  <a:pt x="181841" y="241155"/>
                  <a:pt x="181841" y="223404"/>
                </a:cubicBezTo>
                <a:cubicBezTo>
                  <a:pt x="181841" y="205870"/>
                  <a:pt x="179162" y="190040"/>
                  <a:pt x="173805" y="175915"/>
                </a:cubicBezTo>
                <a:cubicBezTo>
                  <a:pt x="168447" y="161789"/>
                  <a:pt x="160383" y="150587"/>
                  <a:pt x="149613" y="142306"/>
                </a:cubicBezTo>
                <a:cubicBezTo>
                  <a:pt x="138844" y="134026"/>
                  <a:pt x="125341" y="129886"/>
                  <a:pt x="109105" y="129886"/>
                </a:cubicBezTo>
                <a:close/>
                <a:moveTo>
                  <a:pt x="2171701" y="98713"/>
                </a:moveTo>
                <a:lnTo>
                  <a:pt x="2210017" y="98713"/>
                </a:lnTo>
                <a:lnTo>
                  <a:pt x="2210017" y="348095"/>
                </a:lnTo>
                <a:lnTo>
                  <a:pt x="2171701" y="348095"/>
                </a:lnTo>
                <a:close/>
                <a:moveTo>
                  <a:pt x="3774282" y="95466"/>
                </a:moveTo>
                <a:cubicBezTo>
                  <a:pt x="3790734" y="95466"/>
                  <a:pt x="3804453" y="99173"/>
                  <a:pt x="3815440" y="106588"/>
                </a:cubicBezTo>
                <a:cubicBezTo>
                  <a:pt x="3826426" y="114002"/>
                  <a:pt x="3835004" y="124366"/>
                  <a:pt x="3841173" y="137679"/>
                </a:cubicBezTo>
                <a:lnTo>
                  <a:pt x="3843771" y="137679"/>
                </a:lnTo>
                <a:cubicBezTo>
                  <a:pt x="3850157" y="124799"/>
                  <a:pt x="3859736" y="114543"/>
                  <a:pt x="3872508" y="106912"/>
                </a:cubicBezTo>
                <a:cubicBezTo>
                  <a:pt x="3885281" y="99282"/>
                  <a:pt x="3900596" y="95466"/>
                  <a:pt x="3918456" y="95466"/>
                </a:cubicBezTo>
                <a:cubicBezTo>
                  <a:pt x="3940753" y="95466"/>
                  <a:pt x="3958991" y="102420"/>
                  <a:pt x="3973170" y="116329"/>
                </a:cubicBezTo>
                <a:cubicBezTo>
                  <a:pt x="3987350" y="130238"/>
                  <a:pt x="3994439" y="151858"/>
                  <a:pt x="3994439" y="181191"/>
                </a:cubicBezTo>
                <a:lnTo>
                  <a:pt x="3994439" y="348095"/>
                </a:lnTo>
                <a:lnTo>
                  <a:pt x="3956123" y="348095"/>
                </a:lnTo>
                <a:lnTo>
                  <a:pt x="3956123" y="181191"/>
                </a:lnTo>
                <a:cubicBezTo>
                  <a:pt x="3956123" y="162791"/>
                  <a:pt x="3951089" y="149640"/>
                  <a:pt x="3941024" y="141738"/>
                </a:cubicBezTo>
                <a:cubicBezTo>
                  <a:pt x="3930957" y="133837"/>
                  <a:pt x="3919105" y="129886"/>
                  <a:pt x="3905467" y="129886"/>
                </a:cubicBezTo>
                <a:cubicBezTo>
                  <a:pt x="3887932" y="129886"/>
                  <a:pt x="3874349" y="135163"/>
                  <a:pt x="3864715" y="145716"/>
                </a:cubicBezTo>
                <a:cubicBezTo>
                  <a:pt x="3855082" y="156269"/>
                  <a:pt x="3850265" y="169610"/>
                  <a:pt x="3850265" y="185737"/>
                </a:cubicBezTo>
                <a:lnTo>
                  <a:pt x="3850265" y="348095"/>
                </a:lnTo>
                <a:lnTo>
                  <a:pt x="3811299" y="348095"/>
                </a:lnTo>
                <a:lnTo>
                  <a:pt x="3811299" y="177295"/>
                </a:lnTo>
                <a:cubicBezTo>
                  <a:pt x="3811299" y="163115"/>
                  <a:pt x="3806699" y="151669"/>
                  <a:pt x="3797499" y="142956"/>
                </a:cubicBezTo>
                <a:cubicBezTo>
                  <a:pt x="3788299" y="134243"/>
                  <a:pt x="3776447" y="129886"/>
                  <a:pt x="3761943" y="129886"/>
                </a:cubicBezTo>
                <a:cubicBezTo>
                  <a:pt x="3751985" y="129886"/>
                  <a:pt x="3742703" y="132538"/>
                  <a:pt x="3734098" y="137842"/>
                </a:cubicBezTo>
                <a:cubicBezTo>
                  <a:pt x="3725493" y="143145"/>
                  <a:pt x="3718566" y="150478"/>
                  <a:pt x="3713316" y="159841"/>
                </a:cubicBezTo>
                <a:cubicBezTo>
                  <a:pt x="3708067" y="169204"/>
                  <a:pt x="3705442" y="180001"/>
                  <a:pt x="3705442" y="192232"/>
                </a:cubicBezTo>
                <a:lnTo>
                  <a:pt x="3705442" y="348095"/>
                </a:lnTo>
                <a:lnTo>
                  <a:pt x="3667125" y="348095"/>
                </a:lnTo>
                <a:lnTo>
                  <a:pt x="3667125" y="98713"/>
                </a:lnTo>
                <a:lnTo>
                  <a:pt x="3704143" y="98713"/>
                </a:lnTo>
                <a:lnTo>
                  <a:pt x="3704143" y="137679"/>
                </a:lnTo>
                <a:lnTo>
                  <a:pt x="3707390" y="137679"/>
                </a:lnTo>
                <a:cubicBezTo>
                  <a:pt x="3712586" y="124366"/>
                  <a:pt x="3720974" y="114002"/>
                  <a:pt x="3732556" y="106588"/>
                </a:cubicBezTo>
                <a:cubicBezTo>
                  <a:pt x="3744138" y="99173"/>
                  <a:pt x="3758046" y="95466"/>
                  <a:pt x="3774282" y="95466"/>
                </a:cubicBezTo>
                <a:close/>
                <a:moveTo>
                  <a:pt x="3454112" y="95466"/>
                </a:moveTo>
                <a:cubicBezTo>
                  <a:pt x="3476626" y="95466"/>
                  <a:pt x="3496352" y="100824"/>
                  <a:pt x="3513291" y="111540"/>
                </a:cubicBezTo>
                <a:cubicBezTo>
                  <a:pt x="3530231" y="122255"/>
                  <a:pt x="3543436" y="137300"/>
                  <a:pt x="3552907" y="156675"/>
                </a:cubicBezTo>
                <a:cubicBezTo>
                  <a:pt x="3562378" y="176050"/>
                  <a:pt x="3567113" y="198726"/>
                  <a:pt x="3567113" y="224703"/>
                </a:cubicBezTo>
                <a:cubicBezTo>
                  <a:pt x="3567113" y="250464"/>
                  <a:pt x="3562378" y="272978"/>
                  <a:pt x="3552907" y="292244"/>
                </a:cubicBezTo>
                <a:cubicBezTo>
                  <a:pt x="3543436" y="311510"/>
                  <a:pt x="3530231" y="326502"/>
                  <a:pt x="3513291" y="337217"/>
                </a:cubicBezTo>
                <a:cubicBezTo>
                  <a:pt x="3496352" y="347933"/>
                  <a:pt x="3476626" y="353291"/>
                  <a:pt x="3454112" y="353291"/>
                </a:cubicBezTo>
                <a:cubicBezTo>
                  <a:pt x="3431598" y="353291"/>
                  <a:pt x="3411872" y="347933"/>
                  <a:pt x="3394932" y="337217"/>
                </a:cubicBezTo>
                <a:cubicBezTo>
                  <a:pt x="3377993" y="326502"/>
                  <a:pt x="3364788" y="311510"/>
                  <a:pt x="3355317" y="292244"/>
                </a:cubicBezTo>
                <a:cubicBezTo>
                  <a:pt x="3345846" y="272978"/>
                  <a:pt x="3341111" y="250464"/>
                  <a:pt x="3341111" y="224703"/>
                </a:cubicBezTo>
                <a:cubicBezTo>
                  <a:pt x="3341111" y="198726"/>
                  <a:pt x="3345846" y="176050"/>
                  <a:pt x="3355317" y="156675"/>
                </a:cubicBezTo>
                <a:cubicBezTo>
                  <a:pt x="3364788" y="137300"/>
                  <a:pt x="3377993" y="122255"/>
                  <a:pt x="3394932" y="111540"/>
                </a:cubicBezTo>
                <a:cubicBezTo>
                  <a:pt x="3411872" y="100824"/>
                  <a:pt x="3431598" y="95466"/>
                  <a:pt x="3454112" y="95466"/>
                </a:cubicBezTo>
                <a:close/>
                <a:moveTo>
                  <a:pt x="3158187" y="95466"/>
                </a:moveTo>
                <a:cubicBezTo>
                  <a:pt x="3175722" y="95466"/>
                  <a:pt x="3191525" y="98713"/>
                  <a:pt x="3205596" y="105208"/>
                </a:cubicBezTo>
                <a:cubicBezTo>
                  <a:pt x="3219667" y="111702"/>
                  <a:pt x="3231194" y="120794"/>
                  <a:pt x="3240178" y="132484"/>
                </a:cubicBezTo>
                <a:cubicBezTo>
                  <a:pt x="3249162" y="144174"/>
                  <a:pt x="3254736" y="157812"/>
                  <a:pt x="3256901" y="173398"/>
                </a:cubicBezTo>
                <a:lnTo>
                  <a:pt x="3218585" y="173398"/>
                </a:lnTo>
                <a:cubicBezTo>
                  <a:pt x="3215662" y="162033"/>
                  <a:pt x="3209195" y="151940"/>
                  <a:pt x="3199183" y="143118"/>
                </a:cubicBezTo>
                <a:cubicBezTo>
                  <a:pt x="3189171" y="134297"/>
                  <a:pt x="3175722" y="129886"/>
                  <a:pt x="3158837" y="129886"/>
                </a:cubicBezTo>
                <a:cubicBezTo>
                  <a:pt x="3143900" y="129886"/>
                  <a:pt x="3130830" y="133756"/>
                  <a:pt x="3119627" y="141495"/>
                </a:cubicBezTo>
                <a:cubicBezTo>
                  <a:pt x="3108425" y="149234"/>
                  <a:pt x="3099712" y="160112"/>
                  <a:pt x="3093488" y="174129"/>
                </a:cubicBezTo>
                <a:cubicBezTo>
                  <a:pt x="3087264" y="188145"/>
                  <a:pt x="3084152" y="204571"/>
                  <a:pt x="3084152" y="223404"/>
                </a:cubicBezTo>
                <a:cubicBezTo>
                  <a:pt x="3084152" y="242671"/>
                  <a:pt x="3087210" y="259448"/>
                  <a:pt x="3093325" y="273735"/>
                </a:cubicBezTo>
                <a:cubicBezTo>
                  <a:pt x="3099441" y="288023"/>
                  <a:pt x="3108100" y="299117"/>
                  <a:pt x="3119303" y="307019"/>
                </a:cubicBezTo>
                <a:cubicBezTo>
                  <a:pt x="3130505" y="314920"/>
                  <a:pt x="3143683" y="318871"/>
                  <a:pt x="3158837" y="318871"/>
                </a:cubicBezTo>
                <a:cubicBezTo>
                  <a:pt x="3168795" y="318871"/>
                  <a:pt x="3177833" y="317139"/>
                  <a:pt x="3185951" y="313675"/>
                </a:cubicBezTo>
                <a:cubicBezTo>
                  <a:pt x="3194069" y="310212"/>
                  <a:pt x="3200942" y="305233"/>
                  <a:pt x="3206570" y="298738"/>
                </a:cubicBezTo>
                <a:cubicBezTo>
                  <a:pt x="3212198" y="292244"/>
                  <a:pt x="3216203" y="284451"/>
                  <a:pt x="3218585" y="275359"/>
                </a:cubicBezTo>
                <a:lnTo>
                  <a:pt x="3256901" y="275359"/>
                </a:lnTo>
                <a:cubicBezTo>
                  <a:pt x="3254736" y="290079"/>
                  <a:pt x="3249406" y="303311"/>
                  <a:pt x="3240909" y="315055"/>
                </a:cubicBezTo>
                <a:cubicBezTo>
                  <a:pt x="3232412" y="326799"/>
                  <a:pt x="3221209" y="336108"/>
                  <a:pt x="3207301" y="342981"/>
                </a:cubicBezTo>
                <a:cubicBezTo>
                  <a:pt x="3193392" y="349854"/>
                  <a:pt x="3177237" y="353291"/>
                  <a:pt x="3158837" y="353291"/>
                </a:cubicBezTo>
                <a:cubicBezTo>
                  <a:pt x="3135457" y="353291"/>
                  <a:pt x="3115325" y="347770"/>
                  <a:pt x="3098440" y="336730"/>
                </a:cubicBezTo>
                <a:cubicBezTo>
                  <a:pt x="3081555" y="325690"/>
                  <a:pt x="3068566" y="310482"/>
                  <a:pt x="3059474" y="291108"/>
                </a:cubicBezTo>
                <a:cubicBezTo>
                  <a:pt x="3050382" y="271733"/>
                  <a:pt x="3045836" y="249598"/>
                  <a:pt x="3045836" y="224703"/>
                </a:cubicBezTo>
                <a:cubicBezTo>
                  <a:pt x="3045836" y="199375"/>
                  <a:pt x="3050517" y="176997"/>
                  <a:pt x="3059880" y="157568"/>
                </a:cubicBezTo>
                <a:cubicBezTo>
                  <a:pt x="3069242" y="138139"/>
                  <a:pt x="3082339" y="122932"/>
                  <a:pt x="3099170" y="111945"/>
                </a:cubicBezTo>
                <a:cubicBezTo>
                  <a:pt x="3116001" y="100959"/>
                  <a:pt x="3135674" y="95466"/>
                  <a:pt x="3158187" y="95466"/>
                </a:cubicBezTo>
                <a:close/>
                <a:moveTo>
                  <a:pt x="2707698" y="95466"/>
                </a:moveTo>
                <a:cubicBezTo>
                  <a:pt x="2732377" y="95466"/>
                  <a:pt x="2751778" y="100878"/>
                  <a:pt x="2765904" y="111702"/>
                </a:cubicBezTo>
                <a:cubicBezTo>
                  <a:pt x="2780029" y="122526"/>
                  <a:pt x="2790068" y="136813"/>
                  <a:pt x="2796021" y="154564"/>
                </a:cubicBezTo>
                <a:lnTo>
                  <a:pt x="2761601" y="164306"/>
                </a:lnTo>
                <a:cubicBezTo>
                  <a:pt x="2759436" y="158569"/>
                  <a:pt x="2756270" y="152968"/>
                  <a:pt x="2752103" y="147502"/>
                </a:cubicBezTo>
                <a:cubicBezTo>
                  <a:pt x="2747936" y="142036"/>
                  <a:pt x="2742281" y="137517"/>
                  <a:pt x="2735137" y="133945"/>
                </a:cubicBezTo>
                <a:cubicBezTo>
                  <a:pt x="2727993" y="130373"/>
                  <a:pt x="2718847" y="128587"/>
                  <a:pt x="2707698" y="128587"/>
                </a:cubicBezTo>
                <a:cubicBezTo>
                  <a:pt x="2692437" y="128587"/>
                  <a:pt x="2679746" y="132078"/>
                  <a:pt x="2669625" y="139059"/>
                </a:cubicBezTo>
                <a:cubicBezTo>
                  <a:pt x="2659505" y="146041"/>
                  <a:pt x="2654445" y="154889"/>
                  <a:pt x="2654445" y="165605"/>
                </a:cubicBezTo>
                <a:cubicBezTo>
                  <a:pt x="2654445" y="175130"/>
                  <a:pt x="2657908" y="182652"/>
                  <a:pt x="2664836" y="188173"/>
                </a:cubicBezTo>
                <a:cubicBezTo>
                  <a:pt x="2671763" y="193693"/>
                  <a:pt x="2682587" y="198293"/>
                  <a:pt x="2697307" y="201973"/>
                </a:cubicBezTo>
                <a:lnTo>
                  <a:pt x="2734325" y="211065"/>
                </a:lnTo>
                <a:cubicBezTo>
                  <a:pt x="2756622" y="216477"/>
                  <a:pt x="2773237" y="224730"/>
                  <a:pt x="2784169" y="235825"/>
                </a:cubicBezTo>
                <a:cubicBezTo>
                  <a:pt x="2795101" y="246919"/>
                  <a:pt x="2800567" y="261180"/>
                  <a:pt x="2800567" y="278606"/>
                </a:cubicBezTo>
                <a:cubicBezTo>
                  <a:pt x="2800567" y="292893"/>
                  <a:pt x="2796481" y="305666"/>
                  <a:pt x="2788309" y="316922"/>
                </a:cubicBezTo>
                <a:cubicBezTo>
                  <a:pt x="2780137" y="328179"/>
                  <a:pt x="2768745" y="337055"/>
                  <a:pt x="2754132" y="343549"/>
                </a:cubicBezTo>
                <a:cubicBezTo>
                  <a:pt x="2739520" y="350043"/>
                  <a:pt x="2722527" y="353291"/>
                  <a:pt x="2703152" y="353291"/>
                </a:cubicBezTo>
                <a:cubicBezTo>
                  <a:pt x="2677716" y="353291"/>
                  <a:pt x="2656664" y="347770"/>
                  <a:pt x="2639995" y="336730"/>
                </a:cubicBezTo>
                <a:cubicBezTo>
                  <a:pt x="2623326" y="325690"/>
                  <a:pt x="2612773" y="309562"/>
                  <a:pt x="2608335" y="288347"/>
                </a:cubicBezTo>
                <a:lnTo>
                  <a:pt x="2644703" y="279255"/>
                </a:lnTo>
                <a:cubicBezTo>
                  <a:pt x="2648167" y="292677"/>
                  <a:pt x="2654743" y="302743"/>
                  <a:pt x="2664430" y="309454"/>
                </a:cubicBezTo>
                <a:cubicBezTo>
                  <a:pt x="2674117" y="316165"/>
                  <a:pt x="2686808" y="319520"/>
                  <a:pt x="2702503" y="319520"/>
                </a:cubicBezTo>
                <a:cubicBezTo>
                  <a:pt x="2720362" y="319520"/>
                  <a:pt x="2734569" y="315705"/>
                  <a:pt x="2745122" y="308074"/>
                </a:cubicBezTo>
                <a:cubicBezTo>
                  <a:pt x="2755675" y="300443"/>
                  <a:pt x="2760952" y="291270"/>
                  <a:pt x="2760952" y="280554"/>
                </a:cubicBezTo>
                <a:cubicBezTo>
                  <a:pt x="2760952" y="271895"/>
                  <a:pt x="2757921" y="264616"/>
                  <a:pt x="2751860" y="258717"/>
                </a:cubicBezTo>
                <a:cubicBezTo>
                  <a:pt x="2745798" y="252818"/>
                  <a:pt x="2736490" y="248407"/>
                  <a:pt x="2723934" y="245485"/>
                </a:cubicBezTo>
                <a:lnTo>
                  <a:pt x="2682370" y="235743"/>
                </a:lnTo>
                <a:cubicBezTo>
                  <a:pt x="2659532" y="230332"/>
                  <a:pt x="2642782" y="221916"/>
                  <a:pt x="2632120" y="210497"/>
                </a:cubicBezTo>
                <a:cubicBezTo>
                  <a:pt x="2621459" y="199078"/>
                  <a:pt x="2616128" y="184763"/>
                  <a:pt x="2616128" y="167553"/>
                </a:cubicBezTo>
                <a:cubicBezTo>
                  <a:pt x="2616128" y="153482"/>
                  <a:pt x="2620106" y="141035"/>
                  <a:pt x="2628062" y="130211"/>
                </a:cubicBezTo>
                <a:cubicBezTo>
                  <a:pt x="2636017" y="119387"/>
                  <a:pt x="2646895" y="110890"/>
                  <a:pt x="2660695" y="104721"/>
                </a:cubicBezTo>
                <a:cubicBezTo>
                  <a:pt x="2674496" y="98551"/>
                  <a:pt x="2690163" y="95466"/>
                  <a:pt x="2707698" y="95466"/>
                </a:cubicBezTo>
                <a:close/>
                <a:moveTo>
                  <a:pt x="2415237" y="95466"/>
                </a:moveTo>
                <a:cubicBezTo>
                  <a:pt x="2428226" y="95466"/>
                  <a:pt x="2441052" y="97631"/>
                  <a:pt x="2453716" y="101960"/>
                </a:cubicBezTo>
                <a:cubicBezTo>
                  <a:pt x="2466380" y="106290"/>
                  <a:pt x="2477907" y="113298"/>
                  <a:pt x="2488298" y="122986"/>
                </a:cubicBezTo>
                <a:cubicBezTo>
                  <a:pt x="2498689" y="132673"/>
                  <a:pt x="2506970" y="145472"/>
                  <a:pt x="2513139" y="161383"/>
                </a:cubicBezTo>
                <a:cubicBezTo>
                  <a:pt x="2519309" y="177295"/>
                  <a:pt x="2522394" y="196886"/>
                  <a:pt x="2522394" y="220157"/>
                </a:cubicBezTo>
                <a:lnTo>
                  <a:pt x="2522394" y="236393"/>
                </a:lnTo>
                <a:lnTo>
                  <a:pt x="2341691" y="236393"/>
                </a:lnTo>
                <a:lnTo>
                  <a:pt x="2343658" y="257276"/>
                </a:lnTo>
                <a:cubicBezTo>
                  <a:pt x="2345295" y="265245"/>
                  <a:pt x="2347751" y="272490"/>
                  <a:pt x="2351025" y="279012"/>
                </a:cubicBezTo>
                <a:cubicBezTo>
                  <a:pt x="2357573" y="292055"/>
                  <a:pt x="2366692" y="301958"/>
                  <a:pt x="2378382" y="308723"/>
                </a:cubicBezTo>
                <a:cubicBezTo>
                  <a:pt x="2390072" y="315488"/>
                  <a:pt x="2403656" y="318871"/>
                  <a:pt x="2419134" y="318871"/>
                </a:cubicBezTo>
                <a:cubicBezTo>
                  <a:pt x="2429200" y="318871"/>
                  <a:pt x="2438319" y="317437"/>
                  <a:pt x="2446491" y="314568"/>
                </a:cubicBezTo>
                <a:cubicBezTo>
                  <a:pt x="2454663" y="311700"/>
                  <a:pt x="2461726" y="307370"/>
                  <a:pt x="2467679" y="301580"/>
                </a:cubicBezTo>
                <a:cubicBezTo>
                  <a:pt x="2473632" y="295789"/>
                  <a:pt x="2478232" y="288564"/>
                  <a:pt x="2481479" y="279905"/>
                </a:cubicBezTo>
                <a:lnTo>
                  <a:pt x="2518497" y="290296"/>
                </a:lnTo>
                <a:cubicBezTo>
                  <a:pt x="2514601" y="302851"/>
                  <a:pt x="2508052" y="313865"/>
                  <a:pt x="2498852" y="323336"/>
                </a:cubicBezTo>
                <a:cubicBezTo>
                  <a:pt x="2489652" y="332806"/>
                  <a:pt x="2478286" y="340167"/>
                  <a:pt x="2464757" y="345416"/>
                </a:cubicBezTo>
                <a:cubicBezTo>
                  <a:pt x="2451227" y="350666"/>
                  <a:pt x="2436019" y="353291"/>
                  <a:pt x="2419134" y="353291"/>
                </a:cubicBezTo>
                <a:cubicBezTo>
                  <a:pt x="2395105" y="353291"/>
                  <a:pt x="2374404" y="347960"/>
                  <a:pt x="2357032" y="337298"/>
                </a:cubicBezTo>
                <a:cubicBezTo>
                  <a:pt x="2339660" y="326637"/>
                  <a:pt x="2326292" y="311700"/>
                  <a:pt x="2316930" y="292488"/>
                </a:cubicBezTo>
                <a:cubicBezTo>
                  <a:pt x="2307567" y="273275"/>
                  <a:pt x="2302886" y="250897"/>
                  <a:pt x="2302886" y="225353"/>
                </a:cubicBezTo>
                <a:cubicBezTo>
                  <a:pt x="2302886" y="199808"/>
                  <a:pt x="2307567" y="177268"/>
                  <a:pt x="2316930" y="157730"/>
                </a:cubicBezTo>
                <a:cubicBezTo>
                  <a:pt x="2326292" y="138193"/>
                  <a:pt x="2339389" y="122932"/>
                  <a:pt x="2356220" y="111945"/>
                </a:cubicBezTo>
                <a:cubicBezTo>
                  <a:pt x="2373051" y="100959"/>
                  <a:pt x="2392724" y="95466"/>
                  <a:pt x="2415237" y="95466"/>
                </a:cubicBezTo>
                <a:close/>
                <a:moveTo>
                  <a:pt x="1643712" y="95466"/>
                </a:moveTo>
                <a:cubicBezTo>
                  <a:pt x="1656701" y="95466"/>
                  <a:pt x="1669527" y="97631"/>
                  <a:pt x="1682191" y="101960"/>
                </a:cubicBezTo>
                <a:cubicBezTo>
                  <a:pt x="1694855" y="106290"/>
                  <a:pt x="1706382" y="113298"/>
                  <a:pt x="1716773" y="122986"/>
                </a:cubicBezTo>
                <a:cubicBezTo>
                  <a:pt x="1727164" y="132673"/>
                  <a:pt x="1735444" y="145472"/>
                  <a:pt x="1741614" y="161383"/>
                </a:cubicBezTo>
                <a:cubicBezTo>
                  <a:pt x="1747784" y="177295"/>
                  <a:pt x="1750869" y="196886"/>
                  <a:pt x="1750869" y="220157"/>
                </a:cubicBezTo>
                <a:lnTo>
                  <a:pt x="1750869" y="236393"/>
                </a:lnTo>
                <a:lnTo>
                  <a:pt x="1570166" y="236393"/>
                </a:lnTo>
                <a:lnTo>
                  <a:pt x="1572133" y="257276"/>
                </a:lnTo>
                <a:cubicBezTo>
                  <a:pt x="1573770" y="265245"/>
                  <a:pt x="1576226" y="272490"/>
                  <a:pt x="1579500" y="279012"/>
                </a:cubicBezTo>
                <a:cubicBezTo>
                  <a:pt x="1586048" y="292055"/>
                  <a:pt x="1595167" y="301958"/>
                  <a:pt x="1606857" y="308723"/>
                </a:cubicBezTo>
                <a:cubicBezTo>
                  <a:pt x="1618547" y="315488"/>
                  <a:pt x="1632131" y="318871"/>
                  <a:pt x="1647609" y="318871"/>
                </a:cubicBezTo>
                <a:cubicBezTo>
                  <a:pt x="1657675" y="318871"/>
                  <a:pt x="1666794" y="317437"/>
                  <a:pt x="1674966" y="314568"/>
                </a:cubicBezTo>
                <a:cubicBezTo>
                  <a:pt x="1683138" y="311700"/>
                  <a:pt x="1690201" y="307370"/>
                  <a:pt x="1696154" y="301580"/>
                </a:cubicBezTo>
                <a:cubicBezTo>
                  <a:pt x="1702107" y="295789"/>
                  <a:pt x="1706707" y="288564"/>
                  <a:pt x="1709954" y="279905"/>
                </a:cubicBezTo>
                <a:lnTo>
                  <a:pt x="1746972" y="290296"/>
                </a:lnTo>
                <a:cubicBezTo>
                  <a:pt x="1743075" y="302851"/>
                  <a:pt x="1736527" y="313865"/>
                  <a:pt x="1727327" y="323336"/>
                </a:cubicBezTo>
                <a:cubicBezTo>
                  <a:pt x="1718126" y="332806"/>
                  <a:pt x="1706761" y="340167"/>
                  <a:pt x="1693232" y="345416"/>
                </a:cubicBezTo>
                <a:cubicBezTo>
                  <a:pt x="1679702" y="350666"/>
                  <a:pt x="1664494" y="353291"/>
                  <a:pt x="1647609" y="353291"/>
                </a:cubicBezTo>
                <a:cubicBezTo>
                  <a:pt x="1623580" y="353291"/>
                  <a:pt x="1602879" y="347960"/>
                  <a:pt x="1585507" y="337298"/>
                </a:cubicBezTo>
                <a:cubicBezTo>
                  <a:pt x="1568135" y="326637"/>
                  <a:pt x="1554767" y="311700"/>
                  <a:pt x="1545405" y="292488"/>
                </a:cubicBezTo>
                <a:cubicBezTo>
                  <a:pt x="1536042" y="273275"/>
                  <a:pt x="1531361" y="250897"/>
                  <a:pt x="1531361" y="225353"/>
                </a:cubicBezTo>
                <a:cubicBezTo>
                  <a:pt x="1531361" y="199808"/>
                  <a:pt x="1536042" y="177268"/>
                  <a:pt x="1545405" y="157730"/>
                </a:cubicBezTo>
                <a:cubicBezTo>
                  <a:pt x="1554767" y="138193"/>
                  <a:pt x="1567864" y="122932"/>
                  <a:pt x="1584695" y="111945"/>
                </a:cubicBezTo>
                <a:cubicBezTo>
                  <a:pt x="1601526" y="100959"/>
                  <a:pt x="1621199" y="95466"/>
                  <a:pt x="1643712" y="95466"/>
                </a:cubicBezTo>
                <a:close/>
                <a:moveTo>
                  <a:pt x="1338913" y="95466"/>
                </a:moveTo>
                <a:cubicBezTo>
                  <a:pt x="1351901" y="95466"/>
                  <a:pt x="1364727" y="97631"/>
                  <a:pt x="1377391" y="101960"/>
                </a:cubicBezTo>
                <a:cubicBezTo>
                  <a:pt x="1390055" y="106290"/>
                  <a:pt x="1401583" y="113298"/>
                  <a:pt x="1411973" y="122986"/>
                </a:cubicBezTo>
                <a:cubicBezTo>
                  <a:pt x="1422364" y="132673"/>
                  <a:pt x="1430645" y="145472"/>
                  <a:pt x="1436814" y="161383"/>
                </a:cubicBezTo>
                <a:cubicBezTo>
                  <a:pt x="1442984" y="177295"/>
                  <a:pt x="1446069" y="196886"/>
                  <a:pt x="1446069" y="220157"/>
                </a:cubicBezTo>
                <a:lnTo>
                  <a:pt x="1446069" y="236393"/>
                </a:lnTo>
                <a:lnTo>
                  <a:pt x="1265366" y="236393"/>
                </a:lnTo>
                <a:lnTo>
                  <a:pt x="1267333" y="257276"/>
                </a:lnTo>
                <a:cubicBezTo>
                  <a:pt x="1268970" y="265245"/>
                  <a:pt x="1271426" y="272490"/>
                  <a:pt x="1274700" y="279012"/>
                </a:cubicBezTo>
                <a:cubicBezTo>
                  <a:pt x="1281248" y="292055"/>
                  <a:pt x="1290367" y="301958"/>
                  <a:pt x="1302057" y="308723"/>
                </a:cubicBezTo>
                <a:cubicBezTo>
                  <a:pt x="1313747" y="315488"/>
                  <a:pt x="1327331" y="318871"/>
                  <a:pt x="1342809" y="318871"/>
                </a:cubicBezTo>
                <a:cubicBezTo>
                  <a:pt x="1352875" y="318871"/>
                  <a:pt x="1361994" y="317437"/>
                  <a:pt x="1370166" y="314568"/>
                </a:cubicBezTo>
                <a:cubicBezTo>
                  <a:pt x="1378338" y="311700"/>
                  <a:pt x="1385401" y="307370"/>
                  <a:pt x="1391354" y="301580"/>
                </a:cubicBezTo>
                <a:cubicBezTo>
                  <a:pt x="1397307" y="295789"/>
                  <a:pt x="1401907" y="288564"/>
                  <a:pt x="1405155" y="279905"/>
                </a:cubicBezTo>
                <a:lnTo>
                  <a:pt x="1442172" y="290296"/>
                </a:lnTo>
                <a:cubicBezTo>
                  <a:pt x="1438275" y="302851"/>
                  <a:pt x="1431727" y="313865"/>
                  <a:pt x="1422527" y="323336"/>
                </a:cubicBezTo>
                <a:cubicBezTo>
                  <a:pt x="1413327" y="332806"/>
                  <a:pt x="1401961" y="340167"/>
                  <a:pt x="1388432" y="345416"/>
                </a:cubicBezTo>
                <a:cubicBezTo>
                  <a:pt x="1374902" y="350666"/>
                  <a:pt x="1359694" y="353291"/>
                  <a:pt x="1342809" y="353291"/>
                </a:cubicBezTo>
                <a:cubicBezTo>
                  <a:pt x="1318780" y="353291"/>
                  <a:pt x="1298079" y="347960"/>
                  <a:pt x="1280707" y="337298"/>
                </a:cubicBezTo>
                <a:cubicBezTo>
                  <a:pt x="1263335" y="326637"/>
                  <a:pt x="1249967" y="311700"/>
                  <a:pt x="1240605" y="292488"/>
                </a:cubicBezTo>
                <a:cubicBezTo>
                  <a:pt x="1231242" y="273275"/>
                  <a:pt x="1226561" y="250897"/>
                  <a:pt x="1226561" y="225353"/>
                </a:cubicBezTo>
                <a:cubicBezTo>
                  <a:pt x="1226561" y="199808"/>
                  <a:pt x="1231242" y="177268"/>
                  <a:pt x="1240605" y="157730"/>
                </a:cubicBezTo>
                <a:cubicBezTo>
                  <a:pt x="1249967" y="138193"/>
                  <a:pt x="1263064" y="122932"/>
                  <a:pt x="1279895" y="111945"/>
                </a:cubicBezTo>
                <a:cubicBezTo>
                  <a:pt x="1296726" y="100959"/>
                  <a:pt x="1316399" y="95466"/>
                  <a:pt x="1338913" y="95466"/>
                </a:cubicBezTo>
                <a:close/>
                <a:moveTo>
                  <a:pt x="427976" y="95466"/>
                </a:moveTo>
                <a:cubicBezTo>
                  <a:pt x="448974" y="95466"/>
                  <a:pt x="467483" y="100716"/>
                  <a:pt x="483503" y="111215"/>
                </a:cubicBezTo>
                <a:cubicBezTo>
                  <a:pt x="499522" y="121714"/>
                  <a:pt x="512023" y="136597"/>
                  <a:pt x="521007" y="155863"/>
                </a:cubicBezTo>
                <a:cubicBezTo>
                  <a:pt x="529991" y="175130"/>
                  <a:pt x="534483" y="197860"/>
                  <a:pt x="534483" y="224054"/>
                </a:cubicBezTo>
                <a:cubicBezTo>
                  <a:pt x="534483" y="250464"/>
                  <a:pt x="529991" y="273329"/>
                  <a:pt x="521007" y="292650"/>
                </a:cubicBezTo>
                <a:cubicBezTo>
                  <a:pt x="512023" y="311970"/>
                  <a:pt x="499576" y="326907"/>
                  <a:pt x="483665" y="337461"/>
                </a:cubicBezTo>
                <a:cubicBezTo>
                  <a:pt x="467754" y="348014"/>
                  <a:pt x="449407" y="353291"/>
                  <a:pt x="428626" y="353291"/>
                </a:cubicBezTo>
                <a:cubicBezTo>
                  <a:pt x="412606" y="353291"/>
                  <a:pt x="399780" y="350612"/>
                  <a:pt x="390147" y="345254"/>
                </a:cubicBezTo>
                <a:cubicBezTo>
                  <a:pt x="380514" y="339896"/>
                  <a:pt x="373099" y="333781"/>
                  <a:pt x="367904" y="326907"/>
                </a:cubicBezTo>
                <a:cubicBezTo>
                  <a:pt x="362708" y="320034"/>
                  <a:pt x="358703" y="314325"/>
                  <a:pt x="355889" y="309779"/>
                </a:cubicBezTo>
                <a:lnTo>
                  <a:pt x="352642" y="309779"/>
                </a:lnTo>
                <a:lnTo>
                  <a:pt x="352642" y="441613"/>
                </a:lnTo>
                <a:lnTo>
                  <a:pt x="314326" y="441613"/>
                </a:lnTo>
                <a:lnTo>
                  <a:pt x="314326" y="98713"/>
                </a:lnTo>
                <a:lnTo>
                  <a:pt x="351343" y="98713"/>
                </a:lnTo>
                <a:lnTo>
                  <a:pt x="351343" y="138329"/>
                </a:lnTo>
                <a:lnTo>
                  <a:pt x="355889" y="138329"/>
                </a:lnTo>
                <a:cubicBezTo>
                  <a:pt x="358703" y="133999"/>
                  <a:pt x="362627" y="128452"/>
                  <a:pt x="367660" y="121687"/>
                </a:cubicBezTo>
                <a:cubicBezTo>
                  <a:pt x="372693" y="114922"/>
                  <a:pt x="379945" y="108861"/>
                  <a:pt x="389416" y="103503"/>
                </a:cubicBezTo>
                <a:cubicBezTo>
                  <a:pt x="398887" y="98145"/>
                  <a:pt x="411740" y="95466"/>
                  <a:pt x="427976" y="95466"/>
                </a:cubicBezTo>
                <a:close/>
                <a:moveTo>
                  <a:pt x="113651" y="95466"/>
                </a:moveTo>
                <a:cubicBezTo>
                  <a:pt x="134649" y="95466"/>
                  <a:pt x="153158" y="100716"/>
                  <a:pt x="169177" y="111215"/>
                </a:cubicBezTo>
                <a:cubicBezTo>
                  <a:pt x="185197" y="121714"/>
                  <a:pt x="197698" y="136597"/>
                  <a:pt x="206682" y="155863"/>
                </a:cubicBezTo>
                <a:cubicBezTo>
                  <a:pt x="215666" y="175130"/>
                  <a:pt x="220158" y="197860"/>
                  <a:pt x="220158" y="224054"/>
                </a:cubicBezTo>
                <a:cubicBezTo>
                  <a:pt x="220158" y="250464"/>
                  <a:pt x="215666" y="273329"/>
                  <a:pt x="206682" y="292650"/>
                </a:cubicBezTo>
                <a:cubicBezTo>
                  <a:pt x="197698" y="311970"/>
                  <a:pt x="185251" y="326907"/>
                  <a:pt x="169340" y="337461"/>
                </a:cubicBezTo>
                <a:cubicBezTo>
                  <a:pt x="153429" y="348014"/>
                  <a:pt x="135082" y="353291"/>
                  <a:pt x="114300" y="353291"/>
                </a:cubicBezTo>
                <a:cubicBezTo>
                  <a:pt x="98281" y="353291"/>
                  <a:pt x="85455" y="350612"/>
                  <a:pt x="75822" y="345254"/>
                </a:cubicBezTo>
                <a:cubicBezTo>
                  <a:pt x="66188" y="339896"/>
                  <a:pt x="58774" y="333781"/>
                  <a:pt x="53579" y="326907"/>
                </a:cubicBezTo>
                <a:cubicBezTo>
                  <a:pt x="48383" y="320034"/>
                  <a:pt x="44378" y="314325"/>
                  <a:pt x="41564" y="309779"/>
                </a:cubicBezTo>
                <a:lnTo>
                  <a:pt x="38317" y="309779"/>
                </a:lnTo>
                <a:lnTo>
                  <a:pt x="38317" y="441613"/>
                </a:lnTo>
                <a:lnTo>
                  <a:pt x="0" y="441613"/>
                </a:lnTo>
                <a:lnTo>
                  <a:pt x="0" y="98713"/>
                </a:lnTo>
                <a:lnTo>
                  <a:pt x="37018" y="98713"/>
                </a:lnTo>
                <a:lnTo>
                  <a:pt x="37018" y="138329"/>
                </a:lnTo>
                <a:lnTo>
                  <a:pt x="41564" y="138329"/>
                </a:lnTo>
                <a:cubicBezTo>
                  <a:pt x="44378" y="133999"/>
                  <a:pt x="48302" y="128452"/>
                  <a:pt x="53335" y="121687"/>
                </a:cubicBezTo>
                <a:cubicBezTo>
                  <a:pt x="58368" y="114922"/>
                  <a:pt x="65620" y="108861"/>
                  <a:pt x="75091" y="103503"/>
                </a:cubicBezTo>
                <a:cubicBezTo>
                  <a:pt x="84562" y="98145"/>
                  <a:pt x="97415" y="95466"/>
                  <a:pt x="113651" y="95466"/>
                </a:cubicBezTo>
                <a:close/>
                <a:moveTo>
                  <a:pt x="1133259" y="94817"/>
                </a:moveTo>
                <a:cubicBezTo>
                  <a:pt x="1136073" y="94817"/>
                  <a:pt x="1139591" y="94871"/>
                  <a:pt x="1143812" y="94979"/>
                </a:cubicBezTo>
                <a:cubicBezTo>
                  <a:pt x="1148034" y="95087"/>
                  <a:pt x="1151227" y="95250"/>
                  <a:pt x="1153391" y="95466"/>
                </a:cubicBezTo>
                <a:lnTo>
                  <a:pt x="1153391" y="134432"/>
                </a:lnTo>
                <a:cubicBezTo>
                  <a:pt x="1152093" y="134107"/>
                  <a:pt x="1149143" y="133593"/>
                  <a:pt x="1144543" y="132890"/>
                </a:cubicBezTo>
                <a:cubicBezTo>
                  <a:pt x="1139943" y="132186"/>
                  <a:pt x="1135099" y="131834"/>
                  <a:pt x="1130012" y="131834"/>
                </a:cubicBezTo>
                <a:cubicBezTo>
                  <a:pt x="1117889" y="131834"/>
                  <a:pt x="1107092" y="134351"/>
                  <a:pt x="1097621" y="139384"/>
                </a:cubicBezTo>
                <a:cubicBezTo>
                  <a:pt x="1088151" y="144417"/>
                  <a:pt x="1080682" y="151344"/>
                  <a:pt x="1075216" y="160166"/>
                </a:cubicBezTo>
                <a:cubicBezTo>
                  <a:pt x="1069750" y="168987"/>
                  <a:pt x="1067017" y="179026"/>
                  <a:pt x="1067017" y="190283"/>
                </a:cubicBezTo>
                <a:lnTo>
                  <a:pt x="1067017" y="348095"/>
                </a:lnTo>
                <a:lnTo>
                  <a:pt x="1028700" y="348095"/>
                </a:lnTo>
                <a:lnTo>
                  <a:pt x="1028700" y="98713"/>
                </a:lnTo>
                <a:lnTo>
                  <a:pt x="1065718" y="98713"/>
                </a:lnTo>
                <a:lnTo>
                  <a:pt x="1065718" y="136380"/>
                </a:lnTo>
                <a:lnTo>
                  <a:pt x="1068316" y="136380"/>
                </a:lnTo>
                <a:cubicBezTo>
                  <a:pt x="1072862" y="124041"/>
                  <a:pt x="1081088" y="114029"/>
                  <a:pt x="1092994" y="106344"/>
                </a:cubicBezTo>
                <a:cubicBezTo>
                  <a:pt x="1104901" y="98659"/>
                  <a:pt x="1118322" y="94817"/>
                  <a:pt x="1133259" y="94817"/>
                </a:cubicBezTo>
                <a:close/>
                <a:moveTo>
                  <a:pt x="645536" y="38966"/>
                </a:moveTo>
                <a:lnTo>
                  <a:pt x="683852" y="38966"/>
                </a:lnTo>
                <a:lnTo>
                  <a:pt x="683852" y="98713"/>
                </a:lnTo>
                <a:lnTo>
                  <a:pt x="737106" y="98713"/>
                </a:lnTo>
                <a:lnTo>
                  <a:pt x="737106" y="131185"/>
                </a:lnTo>
                <a:lnTo>
                  <a:pt x="683852" y="131185"/>
                </a:lnTo>
                <a:lnTo>
                  <a:pt x="683852" y="276658"/>
                </a:lnTo>
                <a:cubicBezTo>
                  <a:pt x="683852" y="287482"/>
                  <a:pt x="685449" y="295572"/>
                  <a:pt x="688642" y="300930"/>
                </a:cubicBezTo>
                <a:cubicBezTo>
                  <a:pt x="691835" y="306288"/>
                  <a:pt x="695948" y="309860"/>
                  <a:pt x="700981" y="311646"/>
                </a:cubicBezTo>
                <a:cubicBezTo>
                  <a:pt x="706014" y="313432"/>
                  <a:pt x="711345" y="314325"/>
                  <a:pt x="716973" y="314325"/>
                </a:cubicBezTo>
                <a:cubicBezTo>
                  <a:pt x="721195" y="314325"/>
                  <a:pt x="724658" y="314081"/>
                  <a:pt x="727364" y="313594"/>
                </a:cubicBezTo>
                <a:cubicBezTo>
                  <a:pt x="730070" y="313107"/>
                  <a:pt x="732235" y="312701"/>
                  <a:pt x="733858" y="312376"/>
                </a:cubicBezTo>
                <a:lnTo>
                  <a:pt x="741652" y="346796"/>
                </a:lnTo>
                <a:cubicBezTo>
                  <a:pt x="739054" y="347770"/>
                  <a:pt x="735428" y="348772"/>
                  <a:pt x="730774" y="349800"/>
                </a:cubicBezTo>
                <a:cubicBezTo>
                  <a:pt x="726119" y="350828"/>
                  <a:pt x="720220" y="351342"/>
                  <a:pt x="713077" y="351342"/>
                </a:cubicBezTo>
                <a:cubicBezTo>
                  <a:pt x="702253" y="351342"/>
                  <a:pt x="691673" y="349015"/>
                  <a:pt x="681336" y="344361"/>
                </a:cubicBezTo>
                <a:cubicBezTo>
                  <a:pt x="670999" y="339707"/>
                  <a:pt x="662448" y="332617"/>
                  <a:pt x="655683" y="323092"/>
                </a:cubicBezTo>
                <a:cubicBezTo>
                  <a:pt x="648918" y="313567"/>
                  <a:pt x="645536" y="301553"/>
                  <a:pt x="645536" y="287049"/>
                </a:cubicBezTo>
                <a:lnTo>
                  <a:pt x="645536" y="131185"/>
                </a:lnTo>
                <a:lnTo>
                  <a:pt x="607869" y="131185"/>
                </a:lnTo>
                <a:lnTo>
                  <a:pt x="607869" y="98713"/>
                </a:lnTo>
                <a:lnTo>
                  <a:pt x="645536" y="98713"/>
                </a:lnTo>
                <a:close/>
                <a:moveTo>
                  <a:pt x="1853046" y="15586"/>
                </a:moveTo>
                <a:lnTo>
                  <a:pt x="1891362" y="15586"/>
                </a:lnTo>
                <a:lnTo>
                  <a:pt x="1891362" y="138329"/>
                </a:lnTo>
                <a:lnTo>
                  <a:pt x="1894610" y="138329"/>
                </a:lnTo>
                <a:cubicBezTo>
                  <a:pt x="1897424" y="133999"/>
                  <a:pt x="1901347" y="128452"/>
                  <a:pt x="1906380" y="121687"/>
                </a:cubicBezTo>
                <a:cubicBezTo>
                  <a:pt x="1911414" y="114922"/>
                  <a:pt x="1918665" y="108861"/>
                  <a:pt x="1928136" y="103503"/>
                </a:cubicBezTo>
                <a:cubicBezTo>
                  <a:pt x="1937608" y="98145"/>
                  <a:pt x="1950461" y="95466"/>
                  <a:pt x="1966697" y="95466"/>
                </a:cubicBezTo>
                <a:cubicBezTo>
                  <a:pt x="1987695" y="95466"/>
                  <a:pt x="2006204" y="100716"/>
                  <a:pt x="2022223" y="111215"/>
                </a:cubicBezTo>
                <a:cubicBezTo>
                  <a:pt x="2038242" y="121714"/>
                  <a:pt x="2050744" y="136597"/>
                  <a:pt x="2059727" y="155863"/>
                </a:cubicBezTo>
                <a:cubicBezTo>
                  <a:pt x="2068712" y="175130"/>
                  <a:pt x="2073203" y="197860"/>
                  <a:pt x="2073203" y="224054"/>
                </a:cubicBezTo>
                <a:cubicBezTo>
                  <a:pt x="2073203" y="250464"/>
                  <a:pt x="2068712" y="273329"/>
                  <a:pt x="2059727" y="292650"/>
                </a:cubicBezTo>
                <a:cubicBezTo>
                  <a:pt x="2050744" y="311970"/>
                  <a:pt x="2038297" y="326907"/>
                  <a:pt x="2022385" y="337461"/>
                </a:cubicBezTo>
                <a:cubicBezTo>
                  <a:pt x="2006474" y="348014"/>
                  <a:pt x="1988128" y="353291"/>
                  <a:pt x="1967346" y="353291"/>
                </a:cubicBezTo>
                <a:cubicBezTo>
                  <a:pt x="1951327" y="353291"/>
                  <a:pt x="1938500" y="350612"/>
                  <a:pt x="1928867" y="345254"/>
                </a:cubicBezTo>
                <a:cubicBezTo>
                  <a:pt x="1919234" y="339896"/>
                  <a:pt x="1911819" y="333781"/>
                  <a:pt x="1906624" y="326907"/>
                </a:cubicBezTo>
                <a:cubicBezTo>
                  <a:pt x="1901428" y="320034"/>
                  <a:pt x="1897424" y="314325"/>
                  <a:pt x="1894610" y="309779"/>
                </a:cubicBezTo>
                <a:lnTo>
                  <a:pt x="1890063" y="309779"/>
                </a:lnTo>
                <a:lnTo>
                  <a:pt x="1890063" y="348095"/>
                </a:lnTo>
                <a:lnTo>
                  <a:pt x="1853046" y="348095"/>
                </a:lnTo>
                <a:close/>
                <a:moveTo>
                  <a:pt x="2191183" y="5195"/>
                </a:moveTo>
                <a:cubicBezTo>
                  <a:pt x="2198652" y="5195"/>
                  <a:pt x="2205065" y="7739"/>
                  <a:pt x="2210423" y="12826"/>
                </a:cubicBezTo>
                <a:cubicBezTo>
                  <a:pt x="2215781" y="17913"/>
                  <a:pt x="2218460" y="24029"/>
                  <a:pt x="2218460" y="31172"/>
                </a:cubicBezTo>
                <a:cubicBezTo>
                  <a:pt x="2218460" y="38316"/>
                  <a:pt x="2215781" y="44432"/>
                  <a:pt x="2210423" y="49519"/>
                </a:cubicBezTo>
                <a:cubicBezTo>
                  <a:pt x="2205065" y="54606"/>
                  <a:pt x="2198652" y="57150"/>
                  <a:pt x="2191183" y="57150"/>
                </a:cubicBezTo>
                <a:cubicBezTo>
                  <a:pt x="2183715" y="57150"/>
                  <a:pt x="2177302" y="54606"/>
                  <a:pt x="2171944" y="49519"/>
                </a:cubicBezTo>
                <a:cubicBezTo>
                  <a:pt x="2166586" y="44432"/>
                  <a:pt x="2163907" y="38316"/>
                  <a:pt x="2163907" y="31172"/>
                </a:cubicBezTo>
                <a:cubicBezTo>
                  <a:pt x="2163907" y="24029"/>
                  <a:pt x="2166586" y="17913"/>
                  <a:pt x="2171944" y="12826"/>
                </a:cubicBezTo>
                <a:cubicBezTo>
                  <a:pt x="2177302" y="7739"/>
                  <a:pt x="2183715" y="5195"/>
                  <a:pt x="2191183" y="5195"/>
                </a:cubicBezTo>
                <a:close/>
                <a:moveTo>
                  <a:pt x="915699" y="0"/>
                </a:moveTo>
                <a:cubicBezTo>
                  <a:pt x="925116" y="0"/>
                  <a:pt x="932801" y="757"/>
                  <a:pt x="938754" y="2273"/>
                </a:cubicBezTo>
                <a:cubicBezTo>
                  <a:pt x="944707" y="3788"/>
                  <a:pt x="949145" y="5195"/>
                  <a:pt x="952068" y="6494"/>
                </a:cubicBezTo>
                <a:lnTo>
                  <a:pt x="941027" y="39615"/>
                </a:lnTo>
                <a:cubicBezTo>
                  <a:pt x="939079" y="38966"/>
                  <a:pt x="936400" y="38154"/>
                  <a:pt x="932990" y="37180"/>
                </a:cubicBezTo>
                <a:cubicBezTo>
                  <a:pt x="929581" y="36205"/>
                  <a:pt x="925116" y="35718"/>
                  <a:pt x="919596" y="35718"/>
                </a:cubicBezTo>
                <a:cubicBezTo>
                  <a:pt x="906932" y="35718"/>
                  <a:pt x="897813" y="38911"/>
                  <a:pt x="892239" y="45298"/>
                </a:cubicBezTo>
                <a:cubicBezTo>
                  <a:pt x="886664" y="51684"/>
                  <a:pt x="883877" y="61046"/>
                  <a:pt x="883877" y="73385"/>
                </a:cubicBezTo>
                <a:lnTo>
                  <a:pt x="883877" y="98713"/>
                </a:lnTo>
                <a:lnTo>
                  <a:pt x="939728" y="98713"/>
                </a:lnTo>
                <a:lnTo>
                  <a:pt x="939728" y="131185"/>
                </a:lnTo>
                <a:lnTo>
                  <a:pt x="883877" y="131185"/>
                </a:lnTo>
                <a:lnTo>
                  <a:pt x="883877" y="348095"/>
                </a:lnTo>
                <a:lnTo>
                  <a:pt x="845561" y="348095"/>
                </a:lnTo>
                <a:lnTo>
                  <a:pt x="845561" y="131185"/>
                </a:lnTo>
                <a:lnTo>
                  <a:pt x="805296" y="131185"/>
                </a:lnTo>
                <a:lnTo>
                  <a:pt x="805296" y="98713"/>
                </a:lnTo>
                <a:lnTo>
                  <a:pt x="845561" y="98713"/>
                </a:lnTo>
                <a:lnTo>
                  <a:pt x="845561" y="64293"/>
                </a:lnTo>
                <a:cubicBezTo>
                  <a:pt x="845561" y="50006"/>
                  <a:pt x="848916" y="38100"/>
                  <a:pt x="855627" y="28575"/>
                </a:cubicBezTo>
                <a:cubicBezTo>
                  <a:pt x="862338" y="19050"/>
                  <a:pt x="871051" y="11906"/>
                  <a:pt x="881767" y="7143"/>
                </a:cubicBezTo>
                <a:cubicBezTo>
                  <a:pt x="892482" y="2381"/>
                  <a:pt x="903793" y="0"/>
                  <a:pt x="915699" y="0"/>
                </a:cubicBezTo>
                <a:close/>
              </a:path>
            </a:pathLst>
          </a:custGeom>
          <a:solidFill>
            <a:schemeClr val="tx1">
              <a:lumMod val="2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107;p36">
            <a:extLst>
              <a:ext uri="{FF2B5EF4-FFF2-40B4-BE49-F238E27FC236}">
                <a16:creationId xmlns:a16="http://schemas.microsoft.com/office/drawing/2014/main" id="{0163D64E-E5C8-5B30-06A0-D435F1B14E2E}"/>
              </a:ext>
            </a:extLst>
          </p:cNvPr>
          <p:cNvGrpSpPr/>
          <p:nvPr userDrawn="1"/>
        </p:nvGrpSpPr>
        <p:grpSpPr>
          <a:xfrm rot="5400000">
            <a:off x="11976914" y="3363300"/>
            <a:ext cx="736921" cy="131401"/>
            <a:chOff x="1303954" y="2265104"/>
            <a:chExt cx="3720560" cy="663416"/>
          </a:xfrm>
        </p:grpSpPr>
        <p:sp>
          <p:nvSpPr>
            <p:cNvPr id="5" name="Google Shape;108;p36">
              <a:extLst>
                <a:ext uri="{FF2B5EF4-FFF2-40B4-BE49-F238E27FC236}">
                  <a16:creationId xmlns:a16="http://schemas.microsoft.com/office/drawing/2014/main" id="{BFB6FA34-5077-C304-243C-ADD0C77401A9}"/>
                </a:ext>
              </a:extLst>
            </p:cNvPr>
            <p:cNvSpPr/>
            <p:nvPr/>
          </p:nvSpPr>
          <p:spPr>
            <a:xfrm>
              <a:off x="1303954" y="2333113"/>
              <a:ext cx="415671" cy="576738"/>
            </a:xfrm>
            <a:custGeom>
              <a:avLst/>
              <a:gdLst/>
              <a:ahLst/>
              <a:cxnLst/>
              <a:rect l="l" t="t" r="r" b="b"/>
              <a:pathLst>
                <a:path w="415671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5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5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3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80" y="115634"/>
                    <a:pt x="415671" y="152114"/>
                    <a:pt x="415671" y="196024"/>
                  </a:cubicBezTo>
                  <a:cubicBezTo>
                    <a:pt x="415671" y="239935"/>
                    <a:pt x="407480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3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5" y="253746"/>
                  </a:moveTo>
                  <a:lnTo>
                    <a:pt x="214789" y="253746"/>
                  </a:lnTo>
                  <a:cubicBezTo>
                    <a:pt x="228029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5" y="133541"/>
                  </a:lnTo>
                  <a:lnTo>
                    <a:pt x="150305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09;p36">
              <a:extLst>
                <a:ext uri="{FF2B5EF4-FFF2-40B4-BE49-F238E27FC236}">
                  <a16:creationId xmlns:a16="http://schemas.microsoft.com/office/drawing/2014/main" id="{6134F6F3-20B4-1863-B6C3-1B02A7B25D9B}"/>
                </a:ext>
              </a:extLst>
            </p:cNvPr>
            <p:cNvSpPr/>
            <p:nvPr/>
          </p:nvSpPr>
          <p:spPr>
            <a:xfrm>
              <a:off x="1777823" y="2333113"/>
              <a:ext cx="415670" cy="576738"/>
            </a:xfrm>
            <a:custGeom>
              <a:avLst/>
              <a:gdLst/>
              <a:ahLst/>
              <a:cxnLst/>
              <a:rect l="l" t="t" r="r" b="b"/>
              <a:pathLst>
                <a:path w="415670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4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4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2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79" y="115634"/>
                    <a:pt x="415671" y="152114"/>
                    <a:pt x="415671" y="196024"/>
                  </a:cubicBezTo>
                  <a:cubicBezTo>
                    <a:pt x="415671" y="239935"/>
                    <a:pt x="407479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2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4" y="253746"/>
                  </a:moveTo>
                  <a:lnTo>
                    <a:pt x="214789" y="253746"/>
                  </a:lnTo>
                  <a:cubicBezTo>
                    <a:pt x="228028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4" y="133541"/>
                  </a:lnTo>
                  <a:lnTo>
                    <a:pt x="150304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0;p36">
              <a:extLst>
                <a:ext uri="{FF2B5EF4-FFF2-40B4-BE49-F238E27FC236}">
                  <a16:creationId xmlns:a16="http://schemas.microsoft.com/office/drawing/2014/main" id="{3517A705-670F-AFF7-2AA6-EE0A6100ACC4}"/>
                </a:ext>
              </a:extLst>
            </p:cNvPr>
            <p:cNvSpPr/>
            <p:nvPr/>
          </p:nvSpPr>
          <p:spPr>
            <a:xfrm>
              <a:off x="2222450" y="2333113"/>
              <a:ext cx="421004" cy="576738"/>
            </a:xfrm>
            <a:custGeom>
              <a:avLst/>
              <a:gdLst/>
              <a:ahLst/>
              <a:cxnLst/>
              <a:rect l="l" t="t" r="r" b="b"/>
              <a:pathLst>
                <a:path w="421004" h="576738" extrusionOk="0">
                  <a:moveTo>
                    <a:pt x="153543" y="576739"/>
                  </a:moveTo>
                  <a:cubicBezTo>
                    <a:pt x="148495" y="576739"/>
                    <a:pt x="144304" y="574643"/>
                    <a:pt x="140875" y="570548"/>
                  </a:cubicBezTo>
                  <a:cubicBezTo>
                    <a:pt x="137446" y="566452"/>
                    <a:pt x="135731" y="561308"/>
                    <a:pt x="135731" y="555308"/>
                  </a:cubicBezTo>
                  <a:lnTo>
                    <a:pt x="135731" y="153257"/>
                  </a:lnTo>
                  <a:lnTo>
                    <a:pt x="17812" y="153257"/>
                  </a:lnTo>
                  <a:cubicBezTo>
                    <a:pt x="12764" y="153257"/>
                    <a:pt x="8573" y="151162"/>
                    <a:pt x="5144" y="147066"/>
                  </a:cubicBezTo>
                  <a:cubicBezTo>
                    <a:pt x="1715" y="142970"/>
                    <a:pt x="0" y="137827"/>
                    <a:pt x="0" y="131826"/>
                  </a:cubicBezTo>
                  <a:lnTo>
                    <a:pt x="0" y="21431"/>
                  </a:lnTo>
                  <a:cubicBezTo>
                    <a:pt x="0" y="15430"/>
                    <a:pt x="1715" y="10287"/>
                    <a:pt x="5144" y="6191"/>
                  </a:cubicBezTo>
                  <a:cubicBezTo>
                    <a:pt x="8573" y="2095"/>
                    <a:pt x="12764" y="0"/>
                    <a:pt x="17812" y="0"/>
                  </a:cubicBezTo>
                  <a:lnTo>
                    <a:pt x="403193" y="0"/>
                  </a:lnTo>
                  <a:cubicBezTo>
                    <a:pt x="408242" y="0"/>
                    <a:pt x="412433" y="2095"/>
                    <a:pt x="415862" y="6191"/>
                  </a:cubicBezTo>
                  <a:cubicBezTo>
                    <a:pt x="419291" y="10287"/>
                    <a:pt x="421005" y="15430"/>
                    <a:pt x="421005" y="21431"/>
                  </a:cubicBezTo>
                  <a:lnTo>
                    <a:pt x="421005" y="131826"/>
                  </a:lnTo>
                  <a:cubicBezTo>
                    <a:pt x="421005" y="137922"/>
                    <a:pt x="419291" y="142970"/>
                    <a:pt x="415862" y="147066"/>
                  </a:cubicBezTo>
                  <a:cubicBezTo>
                    <a:pt x="412433" y="151162"/>
                    <a:pt x="408242" y="153257"/>
                    <a:pt x="403193" y="153257"/>
                  </a:cubicBezTo>
                  <a:lnTo>
                    <a:pt x="285274" y="153257"/>
                  </a:lnTo>
                  <a:lnTo>
                    <a:pt x="285274" y="555308"/>
                  </a:lnTo>
                  <a:cubicBezTo>
                    <a:pt x="285274" y="561404"/>
                    <a:pt x="283559" y="566452"/>
                    <a:pt x="280130" y="570548"/>
                  </a:cubicBezTo>
                  <a:cubicBezTo>
                    <a:pt x="276701" y="574643"/>
                    <a:pt x="272510" y="576739"/>
                    <a:pt x="267462" y="576739"/>
                  </a:cubicBezTo>
                  <a:lnTo>
                    <a:pt x="153638" y="576739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1;p36">
              <a:extLst>
                <a:ext uri="{FF2B5EF4-FFF2-40B4-BE49-F238E27FC236}">
                  <a16:creationId xmlns:a16="http://schemas.microsoft.com/office/drawing/2014/main" id="{555129B2-7D52-8C58-1062-2AF346EDCC29}"/>
                </a:ext>
              </a:extLst>
            </p:cNvPr>
            <p:cNvSpPr/>
            <p:nvPr/>
          </p:nvSpPr>
          <p:spPr>
            <a:xfrm>
              <a:off x="2655837" y="2329112"/>
              <a:ext cx="642556" cy="586168"/>
            </a:xfrm>
            <a:custGeom>
              <a:avLst/>
              <a:gdLst/>
              <a:ahLst/>
              <a:cxnLst/>
              <a:rect l="l" t="t" r="r" b="b"/>
              <a:pathLst>
                <a:path w="642556" h="586168" extrusionOk="0">
                  <a:moveTo>
                    <a:pt x="635318" y="23908"/>
                  </a:moveTo>
                  <a:cubicBezTo>
                    <a:pt x="640080" y="29813"/>
                    <a:pt x="642557" y="37624"/>
                    <a:pt x="642557" y="47244"/>
                  </a:cubicBezTo>
                  <a:cubicBezTo>
                    <a:pt x="642557" y="78772"/>
                    <a:pt x="625602" y="93440"/>
                    <a:pt x="591788" y="91154"/>
                  </a:cubicBezTo>
                  <a:lnTo>
                    <a:pt x="567785" y="89059"/>
                  </a:lnTo>
                  <a:cubicBezTo>
                    <a:pt x="540830" y="86773"/>
                    <a:pt x="513969" y="84963"/>
                    <a:pt x="487204" y="83534"/>
                  </a:cubicBezTo>
                  <a:cubicBezTo>
                    <a:pt x="460438" y="82106"/>
                    <a:pt x="432435" y="81439"/>
                    <a:pt x="403193" y="81439"/>
                  </a:cubicBezTo>
                  <a:lnTo>
                    <a:pt x="372332" y="81439"/>
                  </a:lnTo>
                  <a:cubicBezTo>
                    <a:pt x="366808" y="149066"/>
                    <a:pt x="361093" y="210788"/>
                    <a:pt x="355187" y="266605"/>
                  </a:cubicBezTo>
                  <a:lnTo>
                    <a:pt x="473107" y="264509"/>
                  </a:lnTo>
                  <a:cubicBezTo>
                    <a:pt x="490061" y="264509"/>
                    <a:pt x="501301" y="267462"/>
                    <a:pt x="507016" y="273463"/>
                  </a:cubicBezTo>
                  <a:cubicBezTo>
                    <a:pt x="512731" y="279368"/>
                    <a:pt x="515588" y="287369"/>
                    <a:pt x="515588" y="297466"/>
                  </a:cubicBezTo>
                  <a:cubicBezTo>
                    <a:pt x="515588" y="312992"/>
                    <a:pt x="511016" y="325279"/>
                    <a:pt x="501872" y="334137"/>
                  </a:cubicBezTo>
                  <a:cubicBezTo>
                    <a:pt x="492728" y="343091"/>
                    <a:pt x="479679" y="347472"/>
                    <a:pt x="462820" y="347472"/>
                  </a:cubicBezTo>
                  <a:lnTo>
                    <a:pt x="345567" y="347472"/>
                  </a:lnTo>
                  <a:lnTo>
                    <a:pt x="341471" y="377000"/>
                  </a:lnTo>
                  <a:cubicBezTo>
                    <a:pt x="331851" y="452438"/>
                    <a:pt x="311372" y="506159"/>
                    <a:pt x="280130" y="538163"/>
                  </a:cubicBezTo>
                  <a:cubicBezTo>
                    <a:pt x="248793" y="570167"/>
                    <a:pt x="205740" y="586169"/>
                    <a:pt x="150876" y="586169"/>
                  </a:cubicBezTo>
                  <a:cubicBezTo>
                    <a:pt x="119825" y="586169"/>
                    <a:pt x="91250" y="579406"/>
                    <a:pt x="65151" y="565976"/>
                  </a:cubicBezTo>
                  <a:cubicBezTo>
                    <a:pt x="39053" y="552450"/>
                    <a:pt x="19907" y="536162"/>
                    <a:pt x="7525" y="516922"/>
                  </a:cubicBezTo>
                  <a:cubicBezTo>
                    <a:pt x="2476" y="509111"/>
                    <a:pt x="0" y="499777"/>
                    <a:pt x="0" y="488823"/>
                  </a:cubicBezTo>
                  <a:cubicBezTo>
                    <a:pt x="0" y="477869"/>
                    <a:pt x="2667" y="468249"/>
                    <a:pt x="7906" y="460057"/>
                  </a:cubicBezTo>
                  <a:cubicBezTo>
                    <a:pt x="13145" y="451866"/>
                    <a:pt x="19717" y="447675"/>
                    <a:pt x="27432" y="447675"/>
                  </a:cubicBezTo>
                  <a:cubicBezTo>
                    <a:pt x="32957" y="447675"/>
                    <a:pt x="38291" y="449485"/>
                    <a:pt x="43529" y="453200"/>
                  </a:cubicBezTo>
                  <a:cubicBezTo>
                    <a:pt x="48768" y="456819"/>
                    <a:pt x="55531" y="463963"/>
                    <a:pt x="63722" y="474440"/>
                  </a:cubicBezTo>
                  <a:cubicBezTo>
                    <a:pt x="85630" y="503206"/>
                    <a:pt x="112871" y="517684"/>
                    <a:pt x="145351" y="517684"/>
                  </a:cubicBezTo>
                  <a:cubicBezTo>
                    <a:pt x="171450" y="517684"/>
                    <a:pt x="193262" y="507016"/>
                    <a:pt x="210884" y="485775"/>
                  </a:cubicBezTo>
                  <a:cubicBezTo>
                    <a:pt x="228505" y="464534"/>
                    <a:pt x="239840" y="431006"/>
                    <a:pt x="244792" y="385286"/>
                  </a:cubicBezTo>
                  <a:lnTo>
                    <a:pt x="248888" y="347567"/>
                  </a:lnTo>
                  <a:lnTo>
                    <a:pt x="215932" y="347567"/>
                  </a:lnTo>
                  <a:cubicBezTo>
                    <a:pt x="205454" y="347567"/>
                    <a:pt x="196405" y="344615"/>
                    <a:pt x="188881" y="338614"/>
                  </a:cubicBezTo>
                  <a:cubicBezTo>
                    <a:pt x="181356" y="332708"/>
                    <a:pt x="177546" y="324231"/>
                    <a:pt x="177546" y="313277"/>
                  </a:cubicBezTo>
                  <a:cubicBezTo>
                    <a:pt x="177546" y="299085"/>
                    <a:pt x="181166" y="288227"/>
                    <a:pt x="188500" y="280702"/>
                  </a:cubicBezTo>
                  <a:cubicBezTo>
                    <a:pt x="195834" y="273177"/>
                    <a:pt x="206597" y="269367"/>
                    <a:pt x="220694" y="269367"/>
                  </a:cubicBezTo>
                  <a:cubicBezTo>
                    <a:pt x="233458" y="269367"/>
                    <a:pt x="246031" y="269177"/>
                    <a:pt x="258413" y="268700"/>
                  </a:cubicBezTo>
                  <a:cubicBezTo>
                    <a:pt x="263938" y="218408"/>
                    <a:pt x="269843" y="157353"/>
                    <a:pt x="276225" y="85630"/>
                  </a:cubicBezTo>
                  <a:cubicBezTo>
                    <a:pt x="226886" y="90202"/>
                    <a:pt x="192119" y="98203"/>
                    <a:pt x="172021" y="109633"/>
                  </a:cubicBezTo>
                  <a:cubicBezTo>
                    <a:pt x="151924" y="121063"/>
                    <a:pt x="141827" y="138017"/>
                    <a:pt x="141827" y="160401"/>
                  </a:cubicBezTo>
                  <a:cubicBezTo>
                    <a:pt x="141827" y="175927"/>
                    <a:pt x="146399" y="190786"/>
                    <a:pt x="155543" y="204978"/>
                  </a:cubicBezTo>
                  <a:cubicBezTo>
                    <a:pt x="158305" y="209074"/>
                    <a:pt x="159639" y="213170"/>
                    <a:pt x="159639" y="217361"/>
                  </a:cubicBezTo>
                  <a:cubicBezTo>
                    <a:pt x="159639" y="225552"/>
                    <a:pt x="155067" y="232791"/>
                    <a:pt x="145923" y="238982"/>
                  </a:cubicBezTo>
                  <a:cubicBezTo>
                    <a:pt x="136779" y="245174"/>
                    <a:pt x="126492" y="248222"/>
                    <a:pt x="115062" y="248222"/>
                  </a:cubicBezTo>
                  <a:cubicBezTo>
                    <a:pt x="102679" y="248222"/>
                    <a:pt x="92202" y="244602"/>
                    <a:pt x="83534" y="237268"/>
                  </a:cubicBezTo>
                  <a:cubicBezTo>
                    <a:pt x="78010" y="232696"/>
                    <a:pt x="72771" y="223361"/>
                    <a:pt x="67723" y="209169"/>
                  </a:cubicBezTo>
                  <a:cubicBezTo>
                    <a:pt x="62675" y="194977"/>
                    <a:pt x="60198" y="179261"/>
                    <a:pt x="60198" y="161830"/>
                  </a:cubicBezTo>
                  <a:cubicBezTo>
                    <a:pt x="60198" y="105156"/>
                    <a:pt x="89345" y="64008"/>
                    <a:pt x="147638" y="38386"/>
                  </a:cubicBezTo>
                  <a:cubicBezTo>
                    <a:pt x="205930" y="12764"/>
                    <a:pt x="291084" y="0"/>
                    <a:pt x="403098" y="0"/>
                  </a:cubicBezTo>
                  <a:cubicBezTo>
                    <a:pt x="480822" y="0"/>
                    <a:pt x="549402" y="4096"/>
                    <a:pt x="608838" y="12383"/>
                  </a:cubicBezTo>
                  <a:cubicBezTo>
                    <a:pt x="621601" y="14192"/>
                    <a:pt x="630460" y="18097"/>
                    <a:pt x="635222" y="240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2;p36">
              <a:extLst>
                <a:ext uri="{FF2B5EF4-FFF2-40B4-BE49-F238E27FC236}">
                  <a16:creationId xmlns:a16="http://schemas.microsoft.com/office/drawing/2014/main" id="{5D6B1B78-BB0B-5A1D-4398-4E5D574E117C}"/>
                </a:ext>
              </a:extLst>
            </p:cNvPr>
            <p:cNvSpPr/>
            <p:nvPr/>
          </p:nvSpPr>
          <p:spPr>
            <a:xfrm>
              <a:off x="3178950" y="2590288"/>
              <a:ext cx="374427" cy="323088"/>
            </a:xfrm>
            <a:custGeom>
              <a:avLst/>
              <a:gdLst/>
              <a:ahLst/>
              <a:cxnLst/>
              <a:rect l="l" t="t" r="r" b="b"/>
              <a:pathLst>
                <a:path w="374427" h="323088" extrusionOk="0">
                  <a:moveTo>
                    <a:pt x="10668" y="295561"/>
                  </a:moveTo>
                  <a:cubicBezTo>
                    <a:pt x="3620" y="277273"/>
                    <a:pt x="0" y="248031"/>
                    <a:pt x="0" y="207740"/>
                  </a:cubicBezTo>
                  <a:cubicBezTo>
                    <a:pt x="0" y="148304"/>
                    <a:pt x="8477" y="91821"/>
                    <a:pt x="25337" y="38386"/>
                  </a:cubicBezTo>
                  <a:cubicBezTo>
                    <a:pt x="29432" y="25146"/>
                    <a:pt x="36195" y="15430"/>
                    <a:pt x="45529" y="9239"/>
                  </a:cubicBezTo>
                  <a:cubicBezTo>
                    <a:pt x="54864" y="3048"/>
                    <a:pt x="68008" y="0"/>
                    <a:pt x="84963" y="0"/>
                  </a:cubicBezTo>
                  <a:cubicBezTo>
                    <a:pt x="94107" y="0"/>
                    <a:pt x="100489" y="1143"/>
                    <a:pt x="104204" y="3429"/>
                  </a:cubicBezTo>
                  <a:cubicBezTo>
                    <a:pt x="107823" y="5715"/>
                    <a:pt x="109728" y="10096"/>
                    <a:pt x="109728" y="16478"/>
                  </a:cubicBezTo>
                  <a:cubicBezTo>
                    <a:pt x="109728" y="23813"/>
                    <a:pt x="106299" y="40291"/>
                    <a:pt x="99441" y="65818"/>
                  </a:cubicBezTo>
                  <a:cubicBezTo>
                    <a:pt x="94869" y="84106"/>
                    <a:pt x="91250" y="100108"/>
                    <a:pt x="88487" y="113824"/>
                  </a:cubicBezTo>
                  <a:cubicBezTo>
                    <a:pt x="85725" y="127540"/>
                    <a:pt x="83439" y="144494"/>
                    <a:pt x="81629" y="164592"/>
                  </a:cubicBezTo>
                  <a:cubicBezTo>
                    <a:pt x="96679" y="125254"/>
                    <a:pt x="113633" y="93250"/>
                    <a:pt x="132398" y="68580"/>
                  </a:cubicBezTo>
                  <a:cubicBezTo>
                    <a:pt x="151162" y="43910"/>
                    <a:pt x="169545" y="26289"/>
                    <a:pt x="187642" y="15811"/>
                  </a:cubicBezTo>
                  <a:cubicBezTo>
                    <a:pt x="205740" y="5334"/>
                    <a:pt x="222313" y="0"/>
                    <a:pt x="237363" y="0"/>
                  </a:cubicBezTo>
                  <a:cubicBezTo>
                    <a:pt x="267081" y="0"/>
                    <a:pt x="281940" y="14859"/>
                    <a:pt x="281940" y="44577"/>
                  </a:cubicBezTo>
                  <a:cubicBezTo>
                    <a:pt x="281940" y="50482"/>
                    <a:pt x="279845" y="64960"/>
                    <a:pt x="275749" y="87820"/>
                  </a:cubicBezTo>
                  <a:cubicBezTo>
                    <a:pt x="272129" y="106108"/>
                    <a:pt x="270224" y="117539"/>
                    <a:pt x="270224" y="122111"/>
                  </a:cubicBezTo>
                  <a:cubicBezTo>
                    <a:pt x="270224" y="138113"/>
                    <a:pt x="275939" y="146114"/>
                    <a:pt x="287369" y="146114"/>
                  </a:cubicBezTo>
                  <a:cubicBezTo>
                    <a:pt x="300133" y="146114"/>
                    <a:pt x="316611" y="136017"/>
                    <a:pt x="336709" y="115919"/>
                  </a:cubicBezTo>
                  <a:cubicBezTo>
                    <a:pt x="342614" y="110014"/>
                    <a:pt x="348806" y="106966"/>
                    <a:pt x="355187" y="106966"/>
                  </a:cubicBezTo>
                  <a:cubicBezTo>
                    <a:pt x="361093" y="106966"/>
                    <a:pt x="365855" y="109633"/>
                    <a:pt x="369284" y="114871"/>
                  </a:cubicBezTo>
                  <a:cubicBezTo>
                    <a:pt x="372713" y="120110"/>
                    <a:pt x="374428" y="127159"/>
                    <a:pt x="374428" y="135826"/>
                  </a:cubicBezTo>
                  <a:cubicBezTo>
                    <a:pt x="374428" y="152781"/>
                    <a:pt x="369856" y="166021"/>
                    <a:pt x="360712" y="175641"/>
                  </a:cubicBezTo>
                  <a:cubicBezTo>
                    <a:pt x="347948" y="188881"/>
                    <a:pt x="332899" y="200216"/>
                    <a:pt x="315754" y="209550"/>
                  </a:cubicBezTo>
                  <a:cubicBezTo>
                    <a:pt x="298609" y="218885"/>
                    <a:pt x="280416" y="223647"/>
                    <a:pt x="261271" y="223647"/>
                  </a:cubicBezTo>
                  <a:cubicBezTo>
                    <a:pt x="237077" y="223647"/>
                    <a:pt x="218599" y="217456"/>
                    <a:pt x="206026" y="205168"/>
                  </a:cubicBezTo>
                  <a:cubicBezTo>
                    <a:pt x="193453" y="192786"/>
                    <a:pt x="187166" y="176117"/>
                    <a:pt x="187166" y="155067"/>
                  </a:cubicBezTo>
                  <a:cubicBezTo>
                    <a:pt x="187166" y="148209"/>
                    <a:pt x="187833" y="141351"/>
                    <a:pt x="189262" y="134493"/>
                  </a:cubicBezTo>
                  <a:cubicBezTo>
                    <a:pt x="190214" y="125349"/>
                    <a:pt x="190595" y="119158"/>
                    <a:pt x="190595" y="116015"/>
                  </a:cubicBezTo>
                  <a:cubicBezTo>
                    <a:pt x="190595" y="108680"/>
                    <a:pt x="188119" y="105061"/>
                    <a:pt x="183071" y="105061"/>
                  </a:cubicBezTo>
                  <a:cubicBezTo>
                    <a:pt x="176213" y="105061"/>
                    <a:pt x="167164" y="112681"/>
                    <a:pt x="156020" y="128016"/>
                  </a:cubicBezTo>
                  <a:cubicBezTo>
                    <a:pt x="144780" y="143351"/>
                    <a:pt x="133731" y="163544"/>
                    <a:pt x="122777" y="188690"/>
                  </a:cubicBezTo>
                  <a:cubicBezTo>
                    <a:pt x="111824" y="213836"/>
                    <a:pt x="102870" y="240316"/>
                    <a:pt x="96012" y="268224"/>
                  </a:cubicBezTo>
                  <a:cubicBezTo>
                    <a:pt x="90964" y="289751"/>
                    <a:pt x="85154" y="304229"/>
                    <a:pt x="78486" y="311753"/>
                  </a:cubicBezTo>
                  <a:cubicBezTo>
                    <a:pt x="71819" y="319278"/>
                    <a:pt x="61436" y="323088"/>
                    <a:pt x="47244" y="323088"/>
                  </a:cubicBezTo>
                  <a:cubicBezTo>
                    <a:pt x="29908" y="323088"/>
                    <a:pt x="17621" y="313944"/>
                    <a:pt x="10573" y="2956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3;p36">
              <a:extLst>
                <a:ext uri="{FF2B5EF4-FFF2-40B4-BE49-F238E27FC236}">
                  <a16:creationId xmlns:a16="http://schemas.microsoft.com/office/drawing/2014/main" id="{6A06846B-F872-15FE-43B9-CEBCD51FDBA0}"/>
                </a:ext>
              </a:extLst>
            </p:cNvPr>
            <p:cNvSpPr/>
            <p:nvPr/>
          </p:nvSpPr>
          <p:spPr>
            <a:xfrm>
              <a:off x="3479369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2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4;p36">
              <a:extLst>
                <a:ext uri="{FF2B5EF4-FFF2-40B4-BE49-F238E27FC236}">
                  <a16:creationId xmlns:a16="http://schemas.microsoft.com/office/drawing/2014/main" id="{C9EFBC34-420E-6E8E-AF6E-F2DEFF0E3C77}"/>
                </a:ext>
              </a:extLst>
            </p:cNvPr>
            <p:cNvSpPr/>
            <p:nvPr/>
          </p:nvSpPr>
          <p:spPr>
            <a:xfrm>
              <a:off x="3748831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787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8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1" y="218313"/>
                    <a:pt x="278606" y="199453"/>
                    <a:pt x="297751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5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6" y="112776"/>
                    <a:pt x="170116" y="95821"/>
                  </a:cubicBezTo>
                  <a:cubicBezTo>
                    <a:pt x="170116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5;p36">
              <a:extLst>
                <a:ext uri="{FF2B5EF4-FFF2-40B4-BE49-F238E27FC236}">
                  <a16:creationId xmlns:a16="http://schemas.microsoft.com/office/drawing/2014/main" id="{C72EC653-7463-AA78-3807-692A709FAA0E}"/>
                </a:ext>
              </a:extLst>
            </p:cNvPr>
            <p:cNvSpPr/>
            <p:nvPr/>
          </p:nvSpPr>
          <p:spPr>
            <a:xfrm>
              <a:off x="4033629" y="2265104"/>
              <a:ext cx="378428" cy="648176"/>
            </a:xfrm>
            <a:custGeom>
              <a:avLst/>
              <a:gdLst/>
              <a:ahLst/>
              <a:cxnLst/>
              <a:rect l="l" t="t" r="r" b="b"/>
              <a:pathLst>
                <a:path w="378428" h="648176" extrusionOk="0">
                  <a:moveTo>
                    <a:pt x="373666" y="443103"/>
                  </a:moveTo>
                  <a:cubicBezTo>
                    <a:pt x="376809" y="449009"/>
                    <a:pt x="378428" y="456629"/>
                    <a:pt x="378428" y="465773"/>
                  </a:cubicBezTo>
                  <a:cubicBezTo>
                    <a:pt x="378428" y="477203"/>
                    <a:pt x="376809" y="485965"/>
                    <a:pt x="373666" y="492157"/>
                  </a:cubicBezTo>
                  <a:cubicBezTo>
                    <a:pt x="370427" y="498348"/>
                    <a:pt x="365474" y="502539"/>
                    <a:pt x="358616" y="504825"/>
                  </a:cubicBezTo>
                  <a:cubicBezTo>
                    <a:pt x="331184" y="514445"/>
                    <a:pt x="300990" y="519875"/>
                    <a:pt x="268129" y="521303"/>
                  </a:cubicBezTo>
                  <a:cubicBezTo>
                    <a:pt x="258985" y="559213"/>
                    <a:pt x="241745" y="589883"/>
                    <a:pt x="216313" y="613220"/>
                  </a:cubicBezTo>
                  <a:cubicBezTo>
                    <a:pt x="190976" y="636556"/>
                    <a:pt x="162973" y="648176"/>
                    <a:pt x="132302" y="648176"/>
                  </a:cubicBezTo>
                  <a:cubicBezTo>
                    <a:pt x="86106" y="648176"/>
                    <a:pt x="52483" y="630555"/>
                    <a:pt x="31528" y="595408"/>
                  </a:cubicBezTo>
                  <a:cubicBezTo>
                    <a:pt x="10478" y="560165"/>
                    <a:pt x="0" y="509207"/>
                    <a:pt x="0" y="442436"/>
                  </a:cubicBezTo>
                  <a:cubicBezTo>
                    <a:pt x="0" y="383477"/>
                    <a:pt x="7334" y="319373"/>
                    <a:pt x="21907" y="250031"/>
                  </a:cubicBezTo>
                  <a:cubicBezTo>
                    <a:pt x="36576" y="180785"/>
                    <a:pt x="57912" y="121825"/>
                    <a:pt x="86011" y="73057"/>
                  </a:cubicBezTo>
                  <a:cubicBezTo>
                    <a:pt x="114109" y="24384"/>
                    <a:pt x="147638" y="0"/>
                    <a:pt x="186499" y="0"/>
                  </a:cubicBezTo>
                  <a:cubicBezTo>
                    <a:pt x="207550" y="0"/>
                    <a:pt x="224409" y="9049"/>
                    <a:pt x="237268" y="27051"/>
                  </a:cubicBezTo>
                  <a:cubicBezTo>
                    <a:pt x="250031" y="45149"/>
                    <a:pt x="256508" y="68580"/>
                    <a:pt x="256508" y="97346"/>
                  </a:cubicBezTo>
                  <a:cubicBezTo>
                    <a:pt x="256508" y="134874"/>
                    <a:pt x="249364" y="172117"/>
                    <a:pt x="235267" y="209169"/>
                  </a:cubicBezTo>
                  <a:cubicBezTo>
                    <a:pt x="221075" y="246221"/>
                    <a:pt x="197548" y="285083"/>
                    <a:pt x="164592" y="325755"/>
                  </a:cubicBezTo>
                  <a:cubicBezTo>
                    <a:pt x="195167" y="328041"/>
                    <a:pt x="220123" y="340709"/>
                    <a:pt x="239363" y="363855"/>
                  </a:cubicBezTo>
                  <a:cubicBezTo>
                    <a:pt x="258604" y="386906"/>
                    <a:pt x="269938" y="415385"/>
                    <a:pt x="273653" y="449199"/>
                  </a:cubicBezTo>
                  <a:cubicBezTo>
                    <a:pt x="295180" y="447865"/>
                    <a:pt x="320707" y="443294"/>
                    <a:pt x="350425" y="435483"/>
                  </a:cubicBezTo>
                  <a:cubicBezTo>
                    <a:pt x="353187" y="434531"/>
                    <a:pt x="356330" y="434150"/>
                    <a:pt x="360045" y="434150"/>
                  </a:cubicBezTo>
                  <a:cubicBezTo>
                    <a:pt x="365950" y="434150"/>
                    <a:pt x="370522" y="437102"/>
                    <a:pt x="373761" y="443103"/>
                  </a:cubicBezTo>
                  <a:close/>
                  <a:moveTo>
                    <a:pt x="172688" y="557689"/>
                  </a:moveTo>
                  <a:cubicBezTo>
                    <a:pt x="183642" y="545783"/>
                    <a:pt x="190976" y="528638"/>
                    <a:pt x="194596" y="506254"/>
                  </a:cubicBezTo>
                  <a:cubicBezTo>
                    <a:pt x="180404" y="496634"/>
                    <a:pt x="169545" y="484061"/>
                    <a:pt x="162020" y="468535"/>
                  </a:cubicBezTo>
                  <a:cubicBezTo>
                    <a:pt x="154496" y="453009"/>
                    <a:pt x="150686" y="436531"/>
                    <a:pt x="150686" y="419195"/>
                  </a:cubicBezTo>
                  <a:cubicBezTo>
                    <a:pt x="150686" y="412814"/>
                    <a:pt x="151638" y="404146"/>
                    <a:pt x="153448" y="393097"/>
                  </a:cubicBezTo>
                  <a:lnTo>
                    <a:pt x="151352" y="393097"/>
                  </a:lnTo>
                  <a:cubicBezTo>
                    <a:pt x="132588" y="393097"/>
                    <a:pt x="116967" y="402336"/>
                    <a:pt x="104394" y="420910"/>
                  </a:cubicBezTo>
                  <a:cubicBezTo>
                    <a:pt x="91821" y="439388"/>
                    <a:pt x="85534" y="464249"/>
                    <a:pt x="85534" y="495300"/>
                  </a:cubicBezTo>
                  <a:cubicBezTo>
                    <a:pt x="85534" y="521399"/>
                    <a:pt x="90392" y="541211"/>
                    <a:pt x="100298" y="554927"/>
                  </a:cubicBezTo>
                  <a:cubicBezTo>
                    <a:pt x="110109" y="568643"/>
                    <a:pt x="121634" y="575501"/>
                    <a:pt x="134969" y="575501"/>
                  </a:cubicBezTo>
                  <a:cubicBezTo>
                    <a:pt x="149162" y="575501"/>
                    <a:pt x="161734" y="569595"/>
                    <a:pt x="172688" y="557689"/>
                  </a:cubicBezTo>
                  <a:close/>
                  <a:moveTo>
                    <a:pt x="140779" y="108776"/>
                  </a:moveTo>
                  <a:cubicBezTo>
                    <a:pt x="130016" y="136017"/>
                    <a:pt x="120110" y="172879"/>
                    <a:pt x="110966" y="219551"/>
                  </a:cubicBezTo>
                  <a:cubicBezTo>
                    <a:pt x="101822" y="266224"/>
                    <a:pt x="94964" y="317183"/>
                    <a:pt x="90392" y="372523"/>
                  </a:cubicBezTo>
                  <a:cubicBezTo>
                    <a:pt x="120587" y="317183"/>
                    <a:pt x="144685" y="268415"/>
                    <a:pt x="162782" y="226124"/>
                  </a:cubicBezTo>
                  <a:cubicBezTo>
                    <a:pt x="180880" y="183833"/>
                    <a:pt x="189833" y="146209"/>
                    <a:pt x="189833" y="113348"/>
                  </a:cubicBezTo>
                  <a:cubicBezTo>
                    <a:pt x="189833" y="98679"/>
                    <a:pt x="188119" y="87535"/>
                    <a:pt x="184690" y="79724"/>
                  </a:cubicBezTo>
                  <a:cubicBezTo>
                    <a:pt x="181261" y="71914"/>
                    <a:pt x="176593" y="68104"/>
                    <a:pt x="170593" y="68104"/>
                  </a:cubicBezTo>
                  <a:cubicBezTo>
                    <a:pt x="161449" y="68104"/>
                    <a:pt x="151543" y="81725"/>
                    <a:pt x="140779" y="1088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16;p36">
              <a:extLst>
                <a:ext uri="{FF2B5EF4-FFF2-40B4-BE49-F238E27FC236}">
                  <a16:creationId xmlns:a16="http://schemas.microsoft.com/office/drawing/2014/main" id="{A6D5279B-3C72-1FEE-528B-3249535D54EA}"/>
                </a:ext>
              </a:extLst>
            </p:cNvPr>
            <p:cNvSpPr/>
            <p:nvPr/>
          </p:nvSpPr>
          <p:spPr>
            <a:xfrm>
              <a:off x="4352431" y="2438078"/>
              <a:ext cx="224885" cy="475106"/>
            </a:xfrm>
            <a:custGeom>
              <a:avLst/>
              <a:gdLst/>
              <a:ahLst/>
              <a:cxnLst/>
              <a:rect l="l" t="t" r="r" b="b"/>
              <a:pathLst>
                <a:path w="224885" h="475106" extrusionOk="0">
                  <a:moveTo>
                    <a:pt x="20193" y="443675"/>
                  </a:moveTo>
                  <a:cubicBezTo>
                    <a:pt x="6667" y="422624"/>
                    <a:pt x="0" y="394716"/>
                    <a:pt x="0" y="360045"/>
                  </a:cubicBezTo>
                  <a:cubicBezTo>
                    <a:pt x="0" y="339471"/>
                    <a:pt x="2667" y="313087"/>
                    <a:pt x="7906" y="280797"/>
                  </a:cubicBezTo>
                  <a:cubicBezTo>
                    <a:pt x="13145" y="248603"/>
                    <a:pt x="19907" y="218504"/>
                    <a:pt x="28099" y="190595"/>
                  </a:cubicBezTo>
                  <a:cubicBezTo>
                    <a:pt x="32195" y="175927"/>
                    <a:pt x="37719" y="165926"/>
                    <a:pt x="44577" y="160401"/>
                  </a:cubicBezTo>
                  <a:cubicBezTo>
                    <a:pt x="51435" y="154877"/>
                    <a:pt x="62389" y="152210"/>
                    <a:pt x="77533" y="152210"/>
                  </a:cubicBezTo>
                  <a:cubicBezTo>
                    <a:pt x="100870" y="152210"/>
                    <a:pt x="112490" y="160020"/>
                    <a:pt x="112490" y="175546"/>
                  </a:cubicBezTo>
                  <a:cubicBezTo>
                    <a:pt x="112490" y="186976"/>
                    <a:pt x="108109" y="213455"/>
                    <a:pt x="99441" y="255080"/>
                  </a:cubicBezTo>
                  <a:cubicBezTo>
                    <a:pt x="88487" y="305372"/>
                    <a:pt x="82963" y="339471"/>
                    <a:pt x="82963" y="357283"/>
                  </a:cubicBezTo>
                  <a:cubicBezTo>
                    <a:pt x="82963" y="370999"/>
                    <a:pt x="84772" y="381476"/>
                    <a:pt x="88487" y="388811"/>
                  </a:cubicBezTo>
                  <a:cubicBezTo>
                    <a:pt x="92107" y="396145"/>
                    <a:pt x="98298" y="399764"/>
                    <a:pt x="106966" y="399764"/>
                  </a:cubicBezTo>
                  <a:cubicBezTo>
                    <a:pt x="115157" y="399764"/>
                    <a:pt x="125444" y="394049"/>
                    <a:pt x="137827" y="382619"/>
                  </a:cubicBezTo>
                  <a:cubicBezTo>
                    <a:pt x="150209" y="371189"/>
                    <a:pt x="166592" y="353092"/>
                    <a:pt x="187166" y="328422"/>
                  </a:cubicBezTo>
                  <a:cubicBezTo>
                    <a:pt x="192691" y="322040"/>
                    <a:pt x="198787" y="318802"/>
                    <a:pt x="205645" y="318802"/>
                  </a:cubicBezTo>
                  <a:cubicBezTo>
                    <a:pt x="211550" y="318802"/>
                    <a:pt x="216313" y="321564"/>
                    <a:pt x="219742" y="326993"/>
                  </a:cubicBezTo>
                  <a:cubicBezTo>
                    <a:pt x="223171" y="332518"/>
                    <a:pt x="224885" y="340043"/>
                    <a:pt x="224885" y="349663"/>
                  </a:cubicBezTo>
                  <a:cubicBezTo>
                    <a:pt x="224885" y="367951"/>
                    <a:pt x="220504" y="382143"/>
                    <a:pt x="211836" y="392144"/>
                  </a:cubicBezTo>
                  <a:cubicBezTo>
                    <a:pt x="166592" y="447484"/>
                    <a:pt x="124301" y="475107"/>
                    <a:pt x="84963" y="475107"/>
                  </a:cubicBezTo>
                  <a:cubicBezTo>
                    <a:pt x="55245" y="475107"/>
                    <a:pt x="33623" y="464630"/>
                    <a:pt x="20193" y="443579"/>
                  </a:cubicBezTo>
                  <a:close/>
                  <a:moveTo>
                    <a:pt x="47244" y="93536"/>
                  </a:moveTo>
                  <a:cubicBezTo>
                    <a:pt x="37624" y="84582"/>
                    <a:pt x="32861" y="72200"/>
                    <a:pt x="32861" y="56197"/>
                  </a:cubicBezTo>
                  <a:cubicBezTo>
                    <a:pt x="32861" y="40196"/>
                    <a:pt x="39148" y="26860"/>
                    <a:pt x="51721" y="16097"/>
                  </a:cubicBezTo>
                  <a:cubicBezTo>
                    <a:pt x="64294" y="5334"/>
                    <a:pt x="79915" y="0"/>
                    <a:pt x="98679" y="0"/>
                  </a:cubicBezTo>
                  <a:cubicBezTo>
                    <a:pt x="115633" y="0"/>
                    <a:pt x="129254" y="4096"/>
                    <a:pt x="139827" y="12383"/>
                  </a:cubicBezTo>
                  <a:cubicBezTo>
                    <a:pt x="150304" y="20574"/>
                    <a:pt x="155638" y="32290"/>
                    <a:pt x="155638" y="47339"/>
                  </a:cubicBezTo>
                  <a:cubicBezTo>
                    <a:pt x="155638" y="65627"/>
                    <a:pt x="149733" y="80105"/>
                    <a:pt x="137827" y="90869"/>
                  </a:cubicBezTo>
                  <a:cubicBezTo>
                    <a:pt x="125921" y="101632"/>
                    <a:pt x="110204" y="106966"/>
                    <a:pt x="90488" y="106966"/>
                  </a:cubicBezTo>
                  <a:cubicBezTo>
                    <a:pt x="70771" y="106966"/>
                    <a:pt x="56864" y="102489"/>
                    <a:pt x="47244" y="936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17;p36">
              <a:extLst>
                <a:ext uri="{FF2B5EF4-FFF2-40B4-BE49-F238E27FC236}">
                  <a16:creationId xmlns:a16="http://schemas.microsoft.com/office/drawing/2014/main" id="{AE054102-B9A2-0C56-81E8-2494950D2DF5}"/>
                </a:ext>
              </a:extLst>
            </p:cNvPr>
            <p:cNvSpPr/>
            <p:nvPr/>
          </p:nvSpPr>
          <p:spPr>
            <a:xfrm>
              <a:off x="4511498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5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8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3" y="7906"/>
                    <a:pt x="218885" y="23622"/>
                  </a:cubicBezTo>
                  <a:cubicBezTo>
                    <a:pt x="234887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9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3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9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8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18;p36">
              <a:extLst>
                <a:ext uri="{FF2B5EF4-FFF2-40B4-BE49-F238E27FC236}">
                  <a16:creationId xmlns:a16="http://schemas.microsoft.com/office/drawing/2014/main" id="{F61D7AF1-BE34-3E94-5CA5-9851B5B904C7}"/>
                </a:ext>
              </a:extLst>
            </p:cNvPr>
            <p:cNvSpPr/>
            <p:nvPr/>
          </p:nvSpPr>
          <p:spPr>
            <a:xfrm>
              <a:off x="4750766" y="2582858"/>
              <a:ext cx="273748" cy="345662"/>
            </a:xfrm>
            <a:custGeom>
              <a:avLst/>
              <a:gdLst/>
              <a:ahLst/>
              <a:cxnLst/>
              <a:rect l="l" t="t" r="r" b="b"/>
              <a:pathLst>
                <a:path w="273748" h="345662" extrusionOk="0">
                  <a:moveTo>
                    <a:pt x="113538" y="329089"/>
                  </a:moveTo>
                  <a:cubicBezTo>
                    <a:pt x="100965" y="318135"/>
                    <a:pt x="94679" y="305753"/>
                    <a:pt x="94679" y="292037"/>
                  </a:cubicBezTo>
                  <a:cubicBezTo>
                    <a:pt x="94679" y="280130"/>
                    <a:pt x="99060" y="269843"/>
                    <a:pt x="107728" y="261176"/>
                  </a:cubicBezTo>
                  <a:cubicBezTo>
                    <a:pt x="116396" y="252508"/>
                    <a:pt x="129159" y="248126"/>
                    <a:pt x="146114" y="248126"/>
                  </a:cubicBezTo>
                  <a:cubicBezTo>
                    <a:pt x="152019" y="248126"/>
                    <a:pt x="159068" y="248698"/>
                    <a:pt x="167069" y="249841"/>
                  </a:cubicBezTo>
                  <a:cubicBezTo>
                    <a:pt x="175070" y="250984"/>
                    <a:pt x="181166" y="251841"/>
                    <a:pt x="185261" y="252222"/>
                  </a:cubicBezTo>
                  <a:cubicBezTo>
                    <a:pt x="184785" y="240316"/>
                    <a:pt x="182213" y="229172"/>
                    <a:pt x="177356" y="218599"/>
                  </a:cubicBezTo>
                  <a:cubicBezTo>
                    <a:pt x="172593" y="208121"/>
                    <a:pt x="166497" y="197930"/>
                    <a:pt x="159163" y="188119"/>
                  </a:cubicBezTo>
                  <a:cubicBezTo>
                    <a:pt x="151829" y="178308"/>
                    <a:pt x="144971" y="169736"/>
                    <a:pt x="138589" y="162401"/>
                  </a:cubicBezTo>
                  <a:cubicBezTo>
                    <a:pt x="124397" y="189357"/>
                    <a:pt x="110395" y="211741"/>
                    <a:pt x="96393" y="229648"/>
                  </a:cubicBezTo>
                  <a:cubicBezTo>
                    <a:pt x="82487" y="247460"/>
                    <a:pt x="67247" y="264414"/>
                    <a:pt x="50768" y="280416"/>
                  </a:cubicBezTo>
                  <a:cubicBezTo>
                    <a:pt x="42577" y="288608"/>
                    <a:pt x="33814" y="292798"/>
                    <a:pt x="24670" y="292798"/>
                  </a:cubicBezTo>
                  <a:cubicBezTo>
                    <a:pt x="17336" y="292798"/>
                    <a:pt x="11430" y="290132"/>
                    <a:pt x="6858" y="284893"/>
                  </a:cubicBezTo>
                  <a:cubicBezTo>
                    <a:pt x="2286" y="279654"/>
                    <a:pt x="0" y="273177"/>
                    <a:pt x="0" y="265367"/>
                  </a:cubicBezTo>
                  <a:cubicBezTo>
                    <a:pt x="0" y="256223"/>
                    <a:pt x="3239" y="247745"/>
                    <a:pt x="9620" y="240030"/>
                  </a:cubicBezTo>
                  <a:lnTo>
                    <a:pt x="18574" y="229076"/>
                  </a:lnTo>
                  <a:cubicBezTo>
                    <a:pt x="43720" y="198025"/>
                    <a:pt x="62675" y="172403"/>
                    <a:pt x="75533" y="152305"/>
                  </a:cubicBezTo>
                  <a:cubicBezTo>
                    <a:pt x="83725" y="139065"/>
                    <a:pt x="92107" y="123254"/>
                    <a:pt x="100584" y="104966"/>
                  </a:cubicBezTo>
                  <a:cubicBezTo>
                    <a:pt x="109061" y="86678"/>
                    <a:pt x="120110" y="61722"/>
                    <a:pt x="133826" y="30194"/>
                  </a:cubicBezTo>
                  <a:cubicBezTo>
                    <a:pt x="142494" y="10097"/>
                    <a:pt x="160592" y="0"/>
                    <a:pt x="188024" y="0"/>
                  </a:cubicBezTo>
                  <a:cubicBezTo>
                    <a:pt x="200787" y="0"/>
                    <a:pt x="209741" y="1143"/>
                    <a:pt x="214789" y="3429"/>
                  </a:cubicBezTo>
                  <a:cubicBezTo>
                    <a:pt x="219837" y="5715"/>
                    <a:pt x="222314" y="9335"/>
                    <a:pt x="222314" y="14383"/>
                  </a:cubicBezTo>
                  <a:cubicBezTo>
                    <a:pt x="222314" y="17145"/>
                    <a:pt x="221361" y="21431"/>
                    <a:pt x="219551" y="27432"/>
                  </a:cubicBezTo>
                  <a:cubicBezTo>
                    <a:pt x="217742" y="33338"/>
                    <a:pt x="215170" y="39338"/>
                    <a:pt x="212027" y="45244"/>
                  </a:cubicBezTo>
                  <a:cubicBezTo>
                    <a:pt x="203835" y="61722"/>
                    <a:pt x="199644" y="75629"/>
                    <a:pt x="199644" y="87059"/>
                  </a:cubicBezTo>
                  <a:cubicBezTo>
                    <a:pt x="199644" y="93917"/>
                    <a:pt x="202025" y="101441"/>
                    <a:pt x="206883" y="109728"/>
                  </a:cubicBezTo>
                  <a:cubicBezTo>
                    <a:pt x="211646" y="117920"/>
                    <a:pt x="219075" y="128207"/>
                    <a:pt x="229172" y="140589"/>
                  </a:cubicBezTo>
                  <a:cubicBezTo>
                    <a:pt x="243840" y="159830"/>
                    <a:pt x="254889" y="176117"/>
                    <a:pt x="262414" y="189643"/>
                  </a:cubicBezTo>
                  <a:cubicBezTo>
                    <a:pt x="269939" y="203168"/>
                    <a:pt x="273749" y="217837"/>
                    <a:pt x="273749" y="233839"/>
                  </a:cubicBezTo>
                  <a:cubicBezTo>
                    <a:pt x="273749" y="253079"/>
                    <a:pt x="269272" y="271177"/>
                    <a:pt x="260414" y="288322"/>
                  </a:cubicBezTo>
                  <a:cubicBezTo>
                    <a:pt x="251460" y="305467"/>
                    <a:pt x="239078" y="319278"/>
                    <a:pt x="223076" y="329851"/>
                  </a:cubicBezTo>
                  <a:cubicBezTo>
                    <a:pt x="207074" y="340328"/>
                    <a:pt x="188786" y="345662"/>
                    <a:pt x="168212" y="345662"/>
                  </a:cubicBezTo>
                  <a:cubicBezTo>
                    <a:pt x="144399" y="345662"/>
                    <a:pt x="126302" y="340138"/>
                    <a:pt x="113729" y="329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685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4" r:id="rId2"/>
    <p:sldLayoutId id="2147483666" r:id="rId3"/>
    <p:sldLayoutId id="2147483676" r:id="rId4"/>
    <p:sldLayoutId id="2147483662" r:id="rId5"/>
    <p:sldLayoutId id="2147483665" r:id="rId6"/>
    <p:sldLayoutId id="2147483677" r:id="rId7"/>
    <p:sldLayoutId id="2147483667" r:id="rId8"/>
    <p:sldLayoutId id="2147483668" r:id="rId9"/>
    <p:sldLayoutId id="2147483678" r:id="rId10"/>
    <p:sldLayoutId id="2147483685" r:id="rId11"/>
    <p:sldLayoutId id="2147483669" r:id="rId12"/>
    <p:sldLayoutId id="2147483671" r:id="rId13"/>
    <p:sldLayoutId id="2147483679" r:id="rId14"/>
    <p:sldLayoutId id="2147483680" r:id="rId15"/>
    <p:sldLayoutId id="2147483682" r:id="rId16"/>
    <p:sldLayoutId id="2147483674" r:id="rId17"/>
    <p:sldLayoutId id="214748368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0E06-252A-FAE8-F106-19E5DB6B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9297871-0903-9D03-4B4E-C10C0DC657C5}"/>
              </a:ext>
            </a:extLst>
          </p:cNvPr>
          <p:cNvGrpSpPr/>
          <p:nvPr/>
        </p:nvGrpSpPr>
        <p:grpSpPr>
          <a:xfrm>
            <a:off x="6622234" y="1179860"/>
            <a:ext cx="4735431" cy="4498278"/>
            <a:chOff x="7225983" y="1038137"/>
            <a:chExt cx="4384800" cy="43848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70442BE-C4DE-3D70-9E16-373FA0195C50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4C8887-FD3F-14B2-9FA8-3AB5FEAAFDDD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5350169-7BC4-9D27-1875-6EF0F24D2C19}"/>
              </a:ext>
            </a:extLst>
          </p:cNvPr>
          <p:cNvSpPr txBox="1"/>
          <p:nvPr/>
        </p:nvSpPr>
        <p:spPr>
          <a:xfrm>
            <a:off x="586409" y="1243808"/>
            <a:ext cx="5943600" cy="193899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ID" sz="4000" i="1" dirty="0">
                <a:solidFill>
                  <a:schemeClr val="accent1"/>
                </a:solidFill>
                <a:latin typeface="Lobster "/>
              </a:rPr>
              <a:t>SQL –Based Customer Lifetime Value &amp; RFM Segmentation Analysis for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B6C71D-F4D3-0760-BF97-14B11CF50CF6}"/>
              </a:ext>
            </a:extLst>
          </p:cNvPr>
          <p:cNvSpPr/>
          <p:nvPr/>
        </p:nvSpPr>
        <p:spPr>
          <a:xfrm>
            <a:off x="1001248" y="5030071"/>
            <a:ext cx="4840752" cy="47215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listo MT" panose="02040603050505030304" pitchFamily="18" charset="0"/>
              </a:rPr>
              <a:t>Presented by Nayana Dutta </a:t>
            </a:r>
            <a:endParaRPr lang="en-ID" sz="2400" b="1" dirty="0">
              <a:solidFill>
                <a:schemeClr val="bg1"/>
              </a:solidFill>
              <a:latin typeface="Calisto MT" panose="0204060305050503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8B25FA-FBFD-ECF3-3127-4D365452CA56}"/>
              </a:ext>
            </a:extLst>
          </p:cNvPr>
          <p:cNvGrpSpPr/>
          <p:nvPr/>
        </p:nvGrpSpPr>
        <p:grpSpPr>
          <a:xfrm>
            <a:off x="7960719" y="507475"/>
            <a:ext cx="1896110" cy="5604510"/>
            <a:chOff x="0" y="0"/>
            <a:chExt cx="1896163" cy="5604524"/>
          </a:xfrm>
          <a:effectLst>
            <a:outerShdw blurRad="101600" dist="50800" dir="2700000" algn="tl" rotWithShape="0">
              <a:prstClr val="black">
                <a:alpha val="86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8A190D0-0B1B-49ED-7FCF-32E16B20EB8B}"/>
                </a:ext>
              </a:extLst>
            </p:cNvPr>
            <p:cNvSpPr/>
            <p:nvPr/>
          </p:nvSpPr>
          <p:spPr>
            <a:xfrm>
              <a:off x="0" y="0"/>
              <a:ext cx="1896163" cy="5604524"/>
            </a:xfrm>
            <a:custGeom>
              <a:avLst/>
              <a:gdLst>
                <a:gd name="connsiteX0" fmla="*/ 192281 w 1896163"/>
                <a:gd name="connsiteY0" fmla="*/ 4707029 h 5604524"/>
                <a:gd name="connsiteX1" fmla="*/ 257070 w 1896163"/>
                <a:gd name="connsiteY1" fmla="*/ 4455754 h 5604524"/>
                <a:gd name="connsiteX2" fmla="*/ 182362 w 1896163"/>
                <a:gd name="connsiteY2" fmla="*/ 3709698 h 5604524"/>
                <a:gd name="connsiteX3" fmla="*/ 172450 w 1896163"/>
                <a:gd name="connsiteY3" fmla="*/ 3384520 h 5604524"/>
                <a:gd name="connsiteX4" fmla="*/ 174432 w 1896163"/>
                <a:gd name="connsiteY4" fmla="*/ 3381633 h 5604524"/>
                <a:gd name="connsiteX5" fmla="*/ 172832 w 1896163"/>
                <a:gd name="connsiteY5" fmla="*/ 3375626 h 5604524"/>
                <a:gd name="connsiteX6" fmla="*/ 161661 w 1896163"/>
                <a:gd name="connsiteY6" fmla="*/ 3370047 h 5604524"/>
                <a:gd name="connsiteX7" fmla="*/ 75005 w 1896163"/>
                <a:gd name="connsiteY7" fmla="*/ 3370696 h 5604524"/>
                <a:gd name="connsiteX8" fmla="*/ 69526 w 1896163"/>
                <a:gd name="connsiteY8" fmla="*/ 3388712 h 5604524"/>
                <a:gd name="connsiteX9" fmla="*/ 65495 w 1896163"/>
                <a:gd name="connsiteY9" fmla="*/ 3407102 h 5604524"/>
                <a:gd name="connsiteX10" fmla="*/ 62936 w 1896163"/>
                <a:gd name="connsiteY10" fmla="*/ 3425755 h 5604524"/>
                <a:gd name="connsiteX11" fmla="*/ 61865 w 1896163"/>
                <a:gd name="connsiteY11" fmla="*/ 3444554 h 5604524"/>
                <a:gd name="connsiteX12" fmla="*/ 62287 w 1896163"/>
                <a:gd name="connsiteY12" fmla="*/ 3463373 h 5604524"/>
                <a:gd name="connsiteX13" fmla="*/ 64209 w 1896163"/>
                <a:gd name="connsiteY13" fmla="*/ 3482105 h 5604524"/>
                <a:gd name="connsiteX14" fmla="*/ 67604 w 1896163"/>
                <a:gd name="connsiteY14" fmla="*/ 3500623 h 5604524"/>
                <a:gd name="connsiteX15" fmla="*/ 72460 w 1896163"/>
                <a:gd name="connsiteY15" fmla="*/ 3518813 h 5604524"/>
                <a:gd name="connsiteX16" fmla="*/ 115108 w 1896163"/>
                <a:gd name="connsiteY16" fmla="*/ 3716811 h 5604524"/>
                <a:gd name="connsiteX17" fmla="*/ 189608 w 1896163"/>
                <a:gd name="connsiteY17" fmla="*/ 4469637 h 5604524"/>
                <a:gd name="connsiteX18" fmla="*/ 165619 w 1896163"/>
                <a:gd name="connsiteY18" fmla="*/ 4579801 h 5604524"/>
                <a:gd name="connsiteX19" fmla="*/ 129648 w 1896163"/>
                <a:gd name="connsiteY19" fmla="*/ 4686649 h 5604524"/>
                <a:gd name="connsiteX20" fmla="*/ 77469 w 1896163"/>
                <a:gd name="connsiteY20" fmla="*/ 4832944 h 5604524"/>
                <a:gd name="connsiteX21" fmla="*/ 92605 w 1896163"/>
                <a:gd name="connsiteY21" fmla="*/ 5152223 h 5604524"/>
                <a:gd name="connsiteX22" fmla="*/ 137758 w 1896163"/>
                <a:gd name="connsiteY22" fmla="*/ 5428264 h 5604524"/>
                <a:gd name="connsiteX23" fmla="*/ 145969 w 1896163"/>
                <a:gd name="connsiteY23" fmla="*/ 5444733 h 5604524"/>
                <a:gd name="connsiteX24" fmla="*/ 156269 w 1896163"/>
                <a:gd name="connsiteY24" fmla="*/ 5459989 h 5604524"/>
                <a:gd name="connsiteX25" fmla="*/ 168485 w 1896163"/>
                <a:gd name="connsiteY25" fmla="*/ 5473752 h 5604524"/>
                <a:gd name="connsiteX26" fmla="*/ 182402 w 1896163"/>
                <a:gd name="connsiteY26" fmla="*/ 5485793 h 5604524"/>
                <a:gd name="connsiteX27" fmla="*/ 397512 w 1896163"/>
                <a:gd name="connsiteY27" fmla="*/ 5528120 h 5604524"/>
                <a:gd name="connsiteX28" fmla="*/ 453762 w 1896163"/>
                <a:gd name="connsiteY28" fmla="*/ 5532989 h 5604524"/>
                <a:gd name="connsiteX29" fmla="*/ 675971 w 1896163"/>
                <a:gd name="connsiteY29" fmla="*/ 5544488 h 5604524"/>
                <a:gd name="connsiteX30" fmla="*/ 642819 w 1896163"/>
                <a:gd name="connsiteY30" fmla="*/ 5582361 h 5604524"/>
                <a:gd name="connsiteX31" fmla="*/ 251297 w 1896163"/>
                <a:gd name="connsiteY31" fmla="*/ 5557735 h 5604524"/>
                <a:gd name="connsiteX32" fmla="*/ 167748 w 1896163"/>
                <a:gd name="connsiteY32" fmla="*/ 5527812 h 5604524"/>
                <a:gd name="connsiteX33" fmla="*/ 86477 w 1896163"/>
                <a:gd name="connsiteY33" fmla="*/ 5414300 h 5604524"/>
                <a:gd name="connsiteX34" fmla="*/ 35089 w 1896163"/>
                <a:gd name="connsiteY34" fmla="*/ 4822382 h 5604524"/>
                <a:gd name="connsiteX35" fmla="*/ 96972 w 1896163"/>
                <a:gd name="connsiteY35" fmla="*/ 4639976 h 5604524"/>
                <a:gd name="connsiteX36" fmla="*/ 146612 w 1896163"/>
                <a:gd name="connsiteY36" fmla="*/ 4276307 h 5604524"/>
                <a:gd name="connsiteX37" fmla="*/ 56775 w 1896163"/>
                <a:gd name="connsiteY37" fmla="*/ 3716945 h 5604524"/>
                <a:gd name="connsiteX38" fmla="*/ 10041 w 1896163"/>
                <a:gd name="connsiteY38" fmla="*/ 3490363 h 5604524"/>
                <a:gd name="connsiteX39" fmla="*/ 17422 w 1896163"/>
                <a:gd name="connsiteY39" fmla="*/ 3355453 h 5604524"/>
                <a:gd name="connsiteX40" fmla="*/ 33515 w 1896163"/>
                <a:gd name="connsiteY40" fmla="*/ 3339373 h 5604524"/>
                <a:gd name="connsiteX41" fmla="*/ 15238 w 1896163"/>
                <a:gd name="connsiteY41" fmla="*/ 3273311 h 5604524"/>
                <a:gd name="connsiteX42" fmla="*/ 39014 w 1896163"/>
                <a:gd name="connsiteY42" fmla="*/ 3252141 h 5604524"/>
                <a:gd name="connsiteX43" fmla="*/ 50533 w 1896163"/>
                <a:gd name="connsiteY43" fmla="*/ 2412699 h 5604524"/>
                <a:gd name="connsiteX44" fmla="*/ 28164 w 1896163"/>
                <a:gd name="connsiteY44" fmla="*/ 2368618 h 5604524"/>
                <a:gd name="connsiteX45" fmla="*/ 32645 w 1896163"/>
                <a:gd name="connsiteY45" fmla="*/ 2360702 h 5604524"/>
                <a:gd name="connsiteX46" fmla="*/ 37627 w 1896163"/>
                <a:gd name="connsiteY46" fmla="*/ 2354802 h 5604524"/>
                <a:gd name="connsiteX47" fmla="*/ 39851 w 1896163"/>
                <a:gd name="connsiteY47" fmla="*/ 2352196 h 5604524"/>
                <a:gd name="connsiteX48" fmla="*/ 62601 w 1896163"/>
                <a:gd name="connsiteY48" fmla="*/ 2258468 h 5604524"/>
                <a:gd name="connsiteX49" fmla="*/ 10075 w 1896163"/>
                <a:gd name="connsiteY49" fmla="*/ 2184108 h 5604524"/>
                <a:gd name="connsiteX50" fmla="*/ 4804 w 1896163"/>
                <a:gd name="connsiteY50" fmla="*/ 2051161 h 5604524"/>
                <a:gd name="connsiteX51" fmla="*/ 88861 w 1896163"/>
                <a:gd name="connsiteY51" fmla="*/ 1827820 h 5604524"/>
                <a:gd name="connsiteX52" fmla="*/ 343625 w 1896163"/>
                <a:gd name="connsiteY52" fmla="*/ 1311421 h 5604524"/>
                <a:gd name="connsiteX53" fmla="*/ 403707 w 1896163"/>
                <a:gd name="connsiteY53" fmla="*/ 1208906 h 5604524"/>
                <a:gd name="connsiteX54" fmla="*/ 404276 w 1896163"/>
                <a:gd name="connsiteY54" fmla="*/ 1194594 h 5604524"/>
                <a:gd name="connsiteX55" fmla="*/ 413451 w 1896163"/>
                <a:gd name="connsiteY55" fmla="*/ 1168086 h 5604524"/>
                <a:gd name="connsiteX56" fmla="*/ 437608 w 1896163"/>
                <a:gd name="connsiteY56" fmla="*/ 1140058 h 5604524"/>
                <a:gd name="connsiteX57" fmla="*/ 470967 w 1896163"/>
                <a:gd name="connsiteY57" fmla="*/ 1077981 h 5604524"/>
                <a:gd name="connsiteX58" fmla="*/ 591297 w 1896163"/>
                <a:gd name="connsiteY58" fmla="*/ 762741 h 5604524"/>
                <a:gd name="connsiteX59" fmla="*/ 605067 w 1896163"/>
                <a:gd name="connsiteY59" fmla="*/ 575405 h 5604524"/>
                <a:gd name="connsiteX60" fmla="*/ 558842 w 1896163"/>
                <a:gd name="connsiteY60" fmla="*/ 559191 h 5604524"/>
                <a:gd name="connsiteX61" fmla="*/ 545856 w 1896163"/>
                <a:gd name="connsiteY61" fmla="*/ 508338 h 5604524"/>
                <a:gd name="connsiteX62" fmla="*/ 566604 w 1896163"/>
                <a:gd name="connsiteY62" fmla="*/ 467043 h 5604524"/>
                <a:gd name="connsiteX63" fmla="*/ 599514 w 1896163"/>
                <a:gd name="connsiteY63" fmla="*/ 454117 h 5604524"/>
                <a:gd name="connsiteX64" fmla="*/ 599006 w 1896163"/>
                <a:gd name="connsiteY64" fmla="*/ 419204 h 5604524"/>
                <a:gd name="connsiteX65" fmla="*/ 544851 w 1896163"/>
                <a:gd name="connsiteY65" fmla="*/ 367214 h 5604524"/>
                <a:gd name="connsiteX66" fmla="*/ 572217 w 1896163"/>
                <a:gd name="connsiteY66" fmla="*/ 305110 h 5604524"/>
                <a:gd name="connsiteX67" fmla="*/ 619204 w 1896163"/>
                <a:gd name="connsiteY67" fmla="*/ 25273 h 5604524"/>
                <a:gd name="connsiteX68" fmla="*/ 670539 w 1896163"/>
                <a:gd name="connsiteY68" fmla="*/ 2446 h 5604524"/>
                <a:gd name="connsiteX69" fmla="*/ 784614 w 1896163"/>
                <a:gd name="connsiteY69" fmla="*/ 891 h 5604524"/>
                <a:gd name="connsiteX70" fmla="*/ 978861 w 1896163"/>
                <a:gd name="connsiteY70" fmla="*/ 1910 h 5604524"/>
                <a:gd name="connsiteX71" fmla="*/ 1140419 w 1896163"/>
                <a:gd name="connsiteY71" fmla="*/ 2209 h 5604524"/>
                <a:gd name="connsiteX72" fmla="*/ 1230973 w 1896163"/>
                <a:gd name="connsiteY72" fmla="*/ 3667 h 5604524"/>
                <a:gd name="connsiteX73" fmla="*/ 1295454 w 1896163"/>
                <a:gd name="connsiteY73" fmla="*/ 43476 h 5604524"/>
                <a:gd name="connsiteX74" fmla="*/ 1322457 w 1896163"/>
                <a:gd name="connsiteY74" fmla="*/ 290517 h 5604524"/>
                <a:gd name="connsiteX75" fmla="*/ 1347130 w 1896163"/>
                <a:gd name="connsiteY75" fmla="*/ 372826 h 5604524"/>
                <a:gd name="connsiteX76" fmla="*/ 1322953 w 1896163"/>
                <a:gd name="connsiteY76" fmla="*/ 407237 h 5604524"/>
                <a:gd name="connsiteX77" fmla="*/ 1269087 w 1896163"/>
                <a:gd name="connsiteY77" fmla="*/ 414898 h 5604524"/>
                <a:gd name="connsiteX78" fmla="*/ 1267888 w 1896163"/>
                <a:gd name="connsiteY78" fmla="*/ 459743 h 5604524"/>
                <a:gd name="connsiteX79" fmla="*/ 1326583 w 1896163"/>
                <a:gd name="connsiteY79" fmla="*/ 482353 h 5604524"/>
                <a:gd name="connsiteX80" fmla="*/ 1332544 w 1896163"/>
                <a:gd name="connsiteY80" fmla="*/ 541490 h 5604524"/>
                <a:gd name="connsiteX81" fmla="*/ 1303323 w 1896163"/>
                <a:gd name="connsiteY81" fmla="*/ 572585 h 5604524"/>
                <a:gd name="connsiteX82" fmla="*/ 1286554 w 1896163"/>
                <a:gd name="connsiteY82" fmla="*/ 577957 h 5604524"/>
                <a:gd name="connsiteX83" fmla="*/ 1328103 w 1896163"/>
                <a:gd name="connsiteY83" fmla="*/ 860541 h 5604524"/>
                <a:gd name="connsiteX84" fmla="*/ 1499681 w 1896163"/>
                <a:gd name="connsiteY84" fmla="*/ 1228603 h 5604524"/>
                <a:gd name="connsiteX85" fmla="*/ 1812497 w 1896163"/>
                <a:gd name="connsiteY85" fmla="*/ 1846124 h 5604524"/>
                <a:gd name="connsiteX86" fmla="*/ 1882965 w 1896163"/>
                <a:gd name="connsiteY86" fmla="*/ 2028256 h 5604524"/>
                <a:gd name="connsiteX87" fmla="*/ 1888665 w 1896163"/>
                <a:gd name="connsiteY87" fmla="*/ 2210415 h 5604524"/>
                <a:gd name="connsiteX88" fmla="*/ 1847831 w 1896163"/>
                <a:gd name="connsiteY88" fmla="*/ 2264475 h 5604524"/>
                <a:gd name="connsiteX89" fmla="*/ 1831811 w 1896163"/>
                <a:gd name="connsiteY89" fmla="*/ 2275887 h 5604524"/>
                <a:gd name="connsiteX90" fmla="*/ 1827606 w 1896163"/>
                <a:gd name="connsiteY90" fmla="*/ 2338608 h 5604524"/>
                <a:gd name="connsiteX91" fmla="*/ 1850637 w 1896163"/>
                <a:gd name="connsiteY91" fmla="*/ 2372764 h 5604524"/>
                <a:gd name="connsiteX92" fmla="*/ 1836741 w 1896163"/>
                <a:gd name="connsiteY92" fmla="*/ 2402372 h 5604524"/>
                <a:gd name="connsiteX93" fmla="*/ 1834926 w 1896163"/>
                <a:gd name="connsiteY93" fmla="*/ 2613658 h 5604524"/>
                <a:gd name="connsiteX94" fmla="*/ 1838167 w 1896163"/>
                <a:gd name="connsiteY94" fmla="*/ 3113635 h 5604524"/>
                <a:gd name="connsiteX95" fmla="*/ 1838020 w 1896163"/>
                <a:gd name="connsiteY95" fmla="*/ 3180903 h 5604524"/>
                <a:gd name="connsiteX96" fmla="*/ 1841717 w 1896163"/>
                <a:gd name="connsiteY96" fmla="*/ 3251324 h 5604524"/>
                <a:gd name="connsiteX97" fmla="*/ 1811700 w 1896163"/>
                <a:gd name="connsiteY97" fmla="*/ 3301319 h 5604524"/>
                <a:gd name="connsiteX98" fmla="*/ 1813501 w 1896163"/>
                <a:gd name="connsiteY98" fmla="*/ 3305177 h 5604524"/>
                <a:gd name="connsiteX99" fmla="*/ 1854368 w 1896163"/>
                <a:gd name="connsiteY99" fmla="*/ 3389127 h 5604524"/>
                <a:gd name="connsiteX100" fmla="*/ 1771884 w 1896163"/>
                <a:gd name="connsiteY100" fmla="*/ 3888582 h 5604524"/>
                <a:gd name="connsiteX101" fmla="*/ 1729799 w 1896163"/>
                <a:gd name="connsiteY101" fmla="*/ 4255003 h 5604524"/>
                <a:gd name="connsiteX102" fmla="*/ 1792224 w 1896163"/>
                <a:gd name="connsiteY102" fmla="*/ 4622094 h 5604524"/>
                <a:gd name="connsiteX103" fmla="*/ 1854375 w 1896163"/>
                <a:gd name="connsiteY103" fmla="*/ 4761517 h 5604524"/>
                <a:gd name="connsiteX104" fmla="*/ 1798935 w 1896163"/>
                <a:gd name="connsiteY104" fmla="*/ 5409578 h 5604524"/>
                <a:gd name="connsiteX105" fmla="*/ 1795948 w 1896163"/>
                <a:gd name="connsiteY105" fmla="*/ 5417749 h 5604524"/>
                <a:gd name="connsiteX106" fmla="*/ 1669450 w 1896163"/>
                <a:gd name="connsiteY106" fmla="*/ 5550302 h 5604524"/>
                <a:gd name="connsiteX107" fmla="*/ 1222461 w 1896163"/>
                <a:gd name="connsiteY107" fmla="*/ 5580566 h 5604524"/>
                <a:gd name="connsiteX108" fmla="*/ 1188466 w 1896163"/>
                <a:gd name="connsiteY108" fmla="*/ 5540149 h 5604524"/>
                <a:gd name="connsiteX109" fmla="*/ 1127721 w 1896163"/>
                <a:gd name="connsiteY109" fmla="*/ 5590914 h 5604524"/>
                <a:gd name="connsiteX110" fmla="*/ 890859 w 1896163"/>
                <a:gd name="connsiteY110" fmla="*/ 5603819 h 5604524"/>
                <a:gd name="connsiteX111" fmla="*/ 707555 w 1896163"/>
                <a:gd name="connsiteY111" fmla="*/ 5560408 h 5604524"/>
                <a:gd name="connsiteX112" fmla="*/ 628139 w 1896163"/>
                <a:gd name="connsiteY112" fmla="*/ 5417535 h 5604524"/>
                <a:gd name="connsiteX113" fmla="*/ 627931 w 1896163"/>
                <a:gd name="connsiteY113" fmla="*/ 5409311 h 5604524"/>
                <a:gd name="connsiteX114" fmla="*/ 635787 w 1896163"/>
                <a:gd name="connsiteY114" fmla="*/ 5401207 h 5604524"/>
                <a:gd name="connsiteX115" fmla="*/ 651150 w 1896163"/>
                <a:gd name="connsiteY115" fmla="*/ 5433428 h 5604524"/>
                <a:gd name="connsiteX116" fmla="*/ 1220063 w 1896163"/>
                <a:gd name="connsiteY116" fmla="*/ 5430568 h 5604524"/>
                <a:gd name="connsiteX117" fmla="*/ 1238882 w 1896163"/>
                <a:gd name="connsiteY117" fmla="*/ 5207797 h 5604524"/>
                <a:gd name="connsiteX118" fmla="*/ 1228903 w 1896163"/>
                <a:gd name="connsiteY118" fmla="*/ 5198420 h 5604524"/>
                <a:gd name="connsiteX119" fmla="*/ 1226667 w 1896163"/>
                <a:gd name="connsiteY119" fmla="*/ 5200731 h 5604524"/>
                <a:gd name="connsiteX120" fmla="*/ 1222863 w 1896163"/>
                <a:gd name="connsiteY120" fmla="*/ 5204495 h 5604524"/>
                <a:gd name="connsiteX121" fmla="*/ 1132871 w 1896163"/>
                <a:gd name="connsiteY121" fmla="*/ 5255762 h 5604524"/>
                <a:gd name="connsiteX122" fmla="*/ 1127326 w 1896163"/>
                <a:gd name="connsiteY122" fmla="*/ 5257939 h 5604524"/>
                <a:gd name="connsiteX123" fmla="*/ 1074860 w 1896163"/>
                <a:gd name="connsiteY123" fmla="*/ 5235275 h 5604524"/>
                <a:gd name="connsiteX124" fmla="*/ 1244120 w 1896163"/>
                <a:gd name="connsiteY124" fmla="*/ 5141547 h 5604524"/>
                <a:gd name="connsiteX125" fmla="*/ 1231998 w 1896163"/>
                <a:gd name="connsiteY125" fmla="*/ 5057992 h 5604524"/>
                <a:gd name="connsiteX126" fmla="*/ 1254902 w 1896163"/>
                <a:gd name="connsiteY126" fmla="*/ 5135359 h 5604524"/>
                <a:gd name="connsiteX127" fmla="*/ 1439392 w 1896163"/>
                <a:gd name="connsiteY127" fmla="*/ 4865640 h 5604524"/>
                <a:gd name="connsiteX128" fmla="*/ 1463462 w 1896163"/>
                <a:gd name="connsiteY128" fmla="*/ 4755704 h 5604524"/>
                <a:gd name="connsiteX129" fmla="*/ 1425910 w 1896163"/>
                <a:gd name="connsiteY129" fmla="*/ 4581904 h 5604524"/>
                <a:gd name="connsiteX130" fmla="*/ 1397333 w 1896163"/>
                <a:gd name="connsiteY130" fmla="*/ 4191279 h 5604524"/>
                <a:gd name="connsiteX131" fmla="*/ 1441582 w 1896163"/>
                <a:gd name="connsiteY131" fmla="*/ 3815556 h 5604524"/>
                <a:gd name="connsiteX132" fmla="*/ 1514957 w 1896163"/>
                <a:gd name="connsiteY132" fmla="*/ 3408462 h 5604524"/>
                <a:gd name="connsiteX133" fmla="*/ 1341706 w 1896163"/>
                <a:gd name="connsiteY133" fmla="*/ 3415159 h 5604524"/>
                <a:gd name="connsiteX134" fmla="*/ 1063843 w 1896163"/>
                <a:gd name="connsiteY134" fmla="*/ 3418354 h 5604524"/>
                <a:gd name="connsiteX135" fmla="*/ 818086 w 1896163"/>
                <a:gd name="connsiteY135" fmla="*/ 3417818 h 5604524"/>
                <a:gd name="connsiteX136" fmla="*/ 707936 w 1896163"/>
                <a:gd name="connsiteY136" fmla="*/ 3417591 h 5604524"/>
                <a:gd name="connsiteX137" fmla="*/ 673077 w 1896163"/>
                <a:gd name="connsiteY137" fmla="*/ 3416747 h 5604524"/>
                <a:gd name="connsiteX138" fmla="*/ 586140 w 1896163"/>
                <a:gd name="connsiteY138" fmla="*/ 3412146 h 5604524"/>
                <a:gd name="connsiteX139" fmla="*/ 598858 w 1896163"/>
                <a:gd name="connsiteY139" fmla="*/ 3850576 h 5604524"/>
                <a:gd name="connsiteX140" fmla="*/ 593862 w 1896163"/>
                <a:gd name="connsiteY140" fmla="*/ 3852953 h 5604524"/>
                <a:gd name="connsiteX141" fmla="*/ 578619 w 1896163"/>
                <a:gd name="connsiteY141" fmla="*/ 3411690 h 5604524"/>
                <a:gd name="connsiteX142" fmla="*/ 458443 w 1896163"/>
                <a:gd name="connsiteY142" fmla="*/ 3408275 h 5604524"/>
                <a:gd name="connsiteX143" fmla="*/ 412533 w 1896163"/>
                <a:gd name="connsiteY143" fmla="*/ 3407906 h 5604524"/>
                <a:gd name="connsiteX144" fmla="*/ 345052 w 1896163"/>
                <a:gd name="connsiteY144" fmla="*/ 3401598 h 5604524"/>
                <a:gd name="connsiteX145" fmla="*/ 291621 w 1896163"/>
                <a:gd name="connsiteY145" fmla="*/ 3400084 h 5604524"/>
                <a:gd name="connsiteX146" fmla="*/ 286578 w 1896163"/>
                <a:gd name="connsiteY146" fmla="*/ 3417832 h 5604524"/>
                <a:gd name="connsiteX147" fmla="*/ 277289 w 1896163"/>
                <a:gd name="connsiteY147" fmla="*/ 3401839 h 5604524"/>
                <a:gd name="connsiteX148" fmla="*/ 276063 w 1896163"/>
                <a:gd name="connsiteY148" fmla="*/ 3396387 h 5604524"/>
                <a:gd name="connsiteX149" fmla="*/ 187063 w 1896163"/>
                <a:gd name="connsiteY149" fmla="*/ 3387553 h 5604524"/>
                <a:gd name="connsiteX150" fmla="*/ 232598 w 1896163"/>
                <a:gd name="connsiteY150" fmla="*/ 3684229 h 5604524"/>
                <a:gd name="connsiteX151" fmla="*/ 322040 w 1896163"/>
                <a:gd name="connsiteY151" fmla="*/ 4392471 h 5604524"/>
                <a:gd name="connsiteX152" fmla="*/ 313394 w 1896163"/>
                <a:gd name="connsiteY152" fmla="*/ 4456598 h 5604524"/>
                <a:gd name="connsiteX153" fmla="*/ 300743 w 1896163"/>
                <a:gd name="connsiteY153" fmla="*/ 4520061 h 5604524"/>
                <a:gd name="connsiteX154" fmla="*/ 284147 w 1896163"/>
                <a:gd name="connsiteY154" fmla="*/ 4582600 h 5604524"/>
                <a:gd name="connsiteX155" fmla="*/ 263660 w 1896163"/>
                <a:gd name="connsiteY155" fmla="*/ 4643980 h 5604524"/>
                <a:gd name="connsiteX156" fmla="*/ 202775 w 1896163"/>
                <a:gd name="connsiteY156" fmla="*/ 4818331 h 5604524"/>
                <a:gd name="connsiteX157" fmla="*/ 227053 w 1896163"/>
                <a:gd name="connsiteY157" fmla="*/ 4972461 h 5604524"/>
                <a:gd name="connsiteX158" fmla="*/ 251270 w 1896163"/>
                <a:gd name="connsiteY158" fmla="*/ 5197878 h 5604524"/>
                <a:gd name="connsiteX159" fmla="*/ 300381 w 1896163"/>
                <a:gd name="connsiteY159" fmla="*/ 5280623 h 5604524"/>
                <a:gd name="connsiteX160" fmla="*/ 491548 w 1896163"/>
                <a:gd name="connsiteY160" fmla="*/ 5314417 h 5604524"/>
                <a:gd name="connsiteX161" fmla="*/ 589314 w 1896163"/>
                <a:gd name="connsiteY161" fmla="*/ 5316460 h 5604524"/>
                <a:gd name="connsiteX162" fmla="*/ 616184 w 1896163"/>
                <a:gd name="connsiteY162" fmla="*/ 5392688 h 5604524"/>
                <a:gd name="connsiteX163" fmla="*/ 614503 w 1896163"/>
                <a:gd name="connsiteY163" fmla="*/ 5396311 h 5604524"/>
                <a:gd name="connsiteX164" fmla="*/ 618990 w 1896163"/>
                <a:gd name="connsiteY164" fmla="*/ 5425940 h 5604524"/>
                <a:gd name="connsiteX165" fmla="*/ 596581 w 1896163"/>
                <a:gd name="connsiteY165" fmla="*/ 5429637 h 5604524"/>
                <a:gd name="connsiteX166" fmla="*/ 226517 w 1896163"/>
                <a:gd name="connsiteY166" fmla="*/ 5399492 h 5604524"/>
                <a:gd name="connsiteX167" fmla="*/ 213960 w 1896163"/>
                <a:gd name="connsiteY167" fmla="*/ 5337141 h 5604524"/>
                <a:gd name="connsiteX168" fmla="*/ 215332 w 1896163"/>
                <a:gd name="connsiteY168" fmla="*/ 5391241 h 5604524"/>
                <a:gd name="connsiteX169" fmla="*/ 240601 w 1896163"/>
                <a:gd name="connsiteY169" fmla="*/ 5411976 h 5604524"/>
                <a:gd name="connsiteX170" fmla="*/ 243977 w 1896163"/>
                <a:gd name="connsiteY170" fmla="*/ 5413402 h 5604524"/>
                <a:gd name="connsiteX171" fmla="*/ 224648 w 1896163"/>
                <a:gd name="connsiteY171" fmla="*/ 5412753 h 5604524"/>
                <a:gd name="connsiteX172" fmla="*/ 250600 w 1896163"/>
                <a:gd name="connsiteY172" fmla="*/ 5447800 h 5604524"/>
                <a:gd name="connsiteX173" fmla="*/ 246769 w 1896163"/>
                <a:gd name="connsiteY173" fmla="*/ 5448483 h 5604524"/>
                <a:gd name="connsiteX174" fmla="*/ 244600 w 1896163"/>
                <a:gd name="connsiteY174" fmla="*/ 5447003 h 5604524"/>
                <a:gd name="connsiteX175" fmla="*/ 194779 w 1896163"/>
                <a:gd name="connsiteY175" fmla="*/ 5275934 h 5604524"/>
                <a:gd name="connsiteX176" fmla="*/ 196714 w 1896163"/>
                <a:gd name="connsiteY176" fmla="*/ 5264911 h 5604524"/>
                <a:gd name="connsiteX177" fmla="*/ 220047 w 1896163"/>
                <a:gd name="connsiteY177" fmla="*/ 5271360 h 5604524"/>
                <a:gd name="connsiteX178" fmla="*/ 214234 w 1896163"/>
                <a:gd name="connsiteY178" fmla="*/ 5251295 h 5604524"/>
                <a:gd name="connsiteX179" fmla="*/ 201851 w 1896163"/>
                <a:gd name="connsiteY179" fmla="*/ 5062285 h 5604524"/>
                <a:gd name="connsiteX180" fmla="*/ 164132 w 1896163"/>
                <a:gd name="connsiteY180" fmla="*/ 4828416 h 5604524"/>
                <a:gd name="connsiteX181" fmla="*/ 191959 w 1896163"/>
                <a:gd name="connsiteY181" fmla="*/ 4709748 h 5604524"/>
                <a:gd name="connsiteX182" fmla="*/ 192281 w 1896163"/>
                <a:gd name="connsiteY182" fmla="*/ 4707029 h 5604524"/>
                <a:gd name="connsiteX183" fmla="*/ 1098554 w 1896163"/>
                <a:gd name="connsiteY183" fmla="*/ 23960 h 5604524"/>
                <a:gd name="connsiteX184" fmla="*/ 840717 w 1896163"/>
                <a:gd name="connsiteY184" fmla="*/ 22836 h 5604524"/>
                <a:gd name="connsiteX185" fmla="*/ 684804 w 1896163"/>
                <a:gd name="connsiteY185" fmla="*/ 24644 h 5604524"/>
                <a:gd name="connsiteX186" fmla="*/ 633175 w 1896163"/>
                <a:gd name="connsiteY186" fmla="*/ 47206 h 5604524"/>
                <a:gd name="connsiteX187" fmla="*/ 602341 w 1896163"/>
                <a:gd name="connsiteY187" fmla="*/ 156672 h 5604524"/>
                <a:gd name="connsiteX188" fmla="*/ 604042 w 1896163"/>
                <a:gd name="connsiteY188" fmla="*/ 273894 h 5604524"/>
                <a:gd name="connsiteX189" fmla="*/ 603834 w 1896163"/>
                <a:gd name="connsiteY189" fmla="*/ 286679 h 5604524"/>
                <a:gd name="connsiteX190" fmla="*/ 605093 w 1896163"/>
                <a:gd name="connsiteY190" fmla="*/ 313569 h 5604524"/>
                <a:gd name="connsiteX191" fmla="*/ 593299 w 1896163"/>
                <a:gd name="connsiteY191" fmla="*/ 364595 h 5604524"/>
                <a:gd name="connsiteX192" fmla="*/ 607739 w 1896163"/>
                <a:gd name="connsiteY192" fmla="*/ 377166 h 5604524"/>
                <a:gd name="connsiteX193" fmla="*/ 625667 w 1896163"/>
                <a:gd name="connsiteY193" fmla="*/ 377487 h 5604524"/>
                <a:gd name="connsiteX194" fmla="*/ 987427 w 1896163"/>
                <a:gd name="connsiteY194" fmla="*/ 368051 h 5604524"/>
                <a:gd name="connsiteX195" fmla="*/ 1083258 w 1896163"/>
                <a:gd name="connsiteY195" fmla="*/ 372833 h 5604524"/>
                <a:gd name="connsiteX196" fmla="*/ 1298254 w 1896163"/>
                <a:gd name="connsiteY196" fmla="*/ 383722 h 5604524"/>
                <a:gd name="connsiteX197" fmla="*/ 1306733 w 1896163"/>
                <a:gd name="connsiteY197" fmla="*/ 381653 h 5604524"/>
                <a:gd name="connsiteX198" fmla="*/ 1312994 w 1896163"/>
                <a:gd name="connsiteY198" fmla="*/ 369805 h 5604524"/>
                <a:gd name="connsiteX199" fmla="*/ 1301308 w 1896163"/>
                <a:gd name="connsiteY199" fmla="*/ 327753 h 5604524"/>
                <a:gd name="connsiteX200" fmla="*/ 1294872 w 1896163"/>
                <a:gd name="connsiteY200" fmla="*/ 317239 h 5604524"/>
                <a:gd name="connsiteX201" fmla="*/ 1288375 w 1896163"/>
                <a:gd name="connsiteY201" fmla="*/ 296618 h 5604524"/>
                <a:gd name="connsiteX202" fmla="*/ 1192189 w 1896163"/>
                <a:gd name="connsiteY202" fmla="*/ 290543 h 5604524"/>
                <a:gd name="connsiteX203" fmla="*/ 1240302 w 1896163"/>
                <a:gd name="connsiteY203" fmla="*/ 281040 h 5604524"/>
                <a:gd name="connsiteX204" fmla="*/ 1251547 w 1896163"/>
                <a:gd name="connsiteY204" fmla="*/ 281033 h 5604524"/>
                <a:gd name="connsiteX205" fmla="*/ 1292862 w 1896163"/>
                <a:gd name="connsiteY205" fmla="*/ 276760 h 5604524"/>
                <a:gd name="connsiteX206" fmla="*/ 1267929 w 1896163"/>
                <a:gd name="connsiteY206" fmla="*/ 58487 h 5604524"/>
                <a:gd name="connsiteX207" fmla="*/ 1098554 w 1896163"/>
                <a:gd name="connsiteY207" fmla="*/ 23960 h 5604524"/>
                <a:gd name="connsiteX208" fmla="*/ 750016 w 1896163"/>
                <a:gd name="connsiteY208" fmla="*/ 407933 h 5604524"/>
                <a:gd name="connsiteX209" fmla="*/ 637100 w 1896163"/>
                <a:gd name="connsiteY209" fmla="*/ 420310 h 5604524"/>
                <a:gd name="connsiteX210" fmla="*/ 632653 w 1896163"/>
                <a:gd name="connsiteY210" fmla="*/ 435619 h 5604524"/>
                <a:gd name="connsiteX211" fmla="*/ 635311 w 1896163"/>
                <a:gd name="connsiteY211" fmla="*/ 442544 h 5604524"/>
                <a:gd name="connsiteX212" fmla="*/ 649992 w 1896163"/>
                <a:gd name="connsiteY212" fmla="*/ 441339 h 5604524"/>
                <a:gd name="connsiteX213" fmla="*/ 692586 w 1896163"/>
                <a:gd name="connsiteY213" fmla="*/ 433108 h 5604524"/>
                <a:gd name="connsiteX214" fmla="*/ 694428 w 1896163"/>
                <a:gd name="connsiteY214" fmla="*/ 428614 h 5604524"/>
                <a:gd name="connsiteX215" fmla="*/ 703570 w 1896163"/>
                <a:gd name="connsiteY215" fmla="*/ 421736 h 5604524"/>
                <a:gd name="connsiteX216" fmla="*/ 699304 w 1896163"/>
                <a:gd name="connsiteY216" fmla="*/ 419472 h 5604524"/>
                <a:gd name="connsiteX217" fmla="*/ 704086 w 1896163"/>
                <a:gd name="connsiteY217" fmla="*/ 435619 h 5604524"/>
                <a:gd name="connsiteX218" fmla="*/ 717802 w 1896163"/>
                <a:gd name="connsiteY218" fmla="*/ 428232 h 5604524"/>
                <a:gd name="connsiteX219" fmla="*/ 719637 w 1896163"/>
                <a:gd name="connsiteY219" fmla="*/ 435057 h 5604524"/>
                <a:gd name="connsiteX220" fmla="*/ 744296 w 1896163"/>
                <a:gd name="connsiteY220" fmla="*/ 447219 h 5604524"/>
                <a:gd name="connsiteX221" fmla="*/ 605140 w 1896163"/>
                <a:gd name="connsiteY221" fmla="*/ 469220 h 5604524"/>
                <a:gd name="connsiteX222" fmla="*/ 593534 w 1896163"/>
                <a:gd name="connsiteY222" fmla="*/ 530480 h 5604524"/>
                <a:gd name="connsiteX223" fmla="*/ 598383 w 1896163"/>
                <a:gd name="connsiteY223" fmla="*/ 536721 h 5604524"/>
                <a:gd name="connsiteX224" fmla="*/ 798202 w 1896163"/>
                <a:gd name="connsiteY224" fmla="*/ 531417 h 5604524"/>
                <a:gd name="connsiteX225" fmla="*/ 1287317 w 1896163"/>
                <a:gd name="connsiteY225" fmla="*/ 535275 h 5604524"/>
                <a:gd name="connsiteX226" fmla="*/ 1280700 w 1896163"/>
                <a:gd name="connsiteY226" fmla="*/ 481027 h 5604524"/>
                <a:gd name="connsiteX227" fmla="*/ 1240570 w 1896163"/>
                <a:gd name="connsiteY227" fmla="*/ 468731 h 5604524"/>
                <a:gd name="connsiteX228" fmla="*/ 1240115 w 1896163"/>
                <a:gd name="connsiteY228" fmla="*/ 447788 h 5604524"/>
                <a:gd name="connsiteX229" fmla="*/ 1235956 w 1896163"/>
                <a:gd name="connsiteY229" fmla="*/ 419660 h 5604524"/>
                <a:gd name="connsiteX230" fmla="*/ 1180496 w 1896163"/>
                <a:gd name="connsiteY230" fmla="*/ 413833 h 5604524"/>
                <a:gd name="connsiteX231" fmla="*/ 1112699 w 1896163"/>
                <a:gd name="connsiteY231" fmla="*/ 411175 h 5604524"/>
                <a:gd name="connsiteX232" fmla="*/ 1100543 w 1896163"/>
                <a:gd name="connsiteY232" fmla="*/ 411416 h 5604524"/>
                <a:gd name="connsiteX233" fmla="*/ 1093840 w 1896163"/>
                <a:gd name="connsiteY233" fmla="*/ 410819 h 5604524"/>
                <a:gd name="connsiteX234" fmla="*/ 1065075 w 1896163"/>
                <a:gd name="connsiteY234" fmla="*/ 397740 h 5604524"/>
                <a:gd name="connsiteX235" fmla="*/ 1032888 w 1896163"/>
                <a:gd name="connsiteY235" fmla="*/ 388779 h 5604524"/>
                <a:gd name="connsiteX236" fmla="*/ 972733 w 1896163"/>
                <a:gd name="connsiteY236" fmla="*/ 403232 h 5604524"/>
                <a:gd name="connsiteX237" fmla="*/ 791324 w 1896163"/>
                <a:gd name="connsiteY237" fmla="*/ 406553 h 5604524"/>
                <a:gd name="connsiteX238" fmla="*/ 750016 w 1896163"/>
                <a:gd name="connsiteY238" fmla="*/ 407933 h 5604524"/>
                <a:gd name="connsiteX239" fmla="*/ 922001 w 1896163"/>
                <a:gd name="connsiteY239" fmla="*/ 562801 h 5604524"/>
                <a:gd name="connsiteX240" fmla="*/ 655363 w 1896163"/>
                <a:gd name="connsiteY240" fmla="*/ 570295 h 5604524"/>
                <a:gd name="connsiteX241" fmla="*/ 648170 w 1896163"/>
                <a:gd name="connsiteY241" fmla="*/ 574059 h 5604524"/>
                <a:gd name="connsiteX242" fmla="*/ 637388 w 1896163"/>
                <a:gd name="connsiteY242" fmla="*/ 746580 h 5604524"/>
                <a:gd name="connsiteX243" fmla="*/ 470512 w 1896163"/>
                <a:gd name="connsiteY243" fmla="*/ 1164235 h 5604524"/>
                <a:gd name="connsiteX244" fmla="*/ 610223 w 1896163"/>
                <a:gd name="connsiteY244" fmla="*/ 1171455 h 5604524"/>
                <a:gd name="connsiteX245" fmla="*/ 599414 w 1896163"/>
                <a:gd name="connsiteY245" fmla="*/ 1194855 h 5604524"/>
                <a:gd name="connsiteX246" fmla="*/ 455229 w 1896163"/>
                <a:gd name="connsiteY246" fmla="*/ 1190864 h 5604524"/>
                <a:gd name="connsiteX247" fmla="*/ 449114 w 1896163"/>
                <a:gd name="connsiteY247" fmla="*/ 1205122 h 5604524"/>
                <a:gd name="connsiteX248" fmla="*/ 570924 w 1896163"/>
                <a:gd name="connsiteY248" fmla="*/ 1205845 h 5604524"/>
                <a:gd name="connsiteX249" fmla="*/ 598530 w 1896163"/>
                <a:gd name="connsiteY249" fmla="*/ 1199061 h 5604524"/>
                <a:gd name="connsiteX250" fmla="*/ 570281 w 1896163"/>
                <a:gd name="connsiteY250" fmla="*/ 1267313 h 5604524"/>
                <a:gd name="connsiteX251" fmla="*/ 556290 w 1896163"/>
                <a:gd name="connsiteY251" fmla="*/ 1278651 h 5604524"/>
                <a:gd name="connsiteX252" fmla="*/ 556793 w 1896163"/>
                <a:gd name="connsiteY252" fmla="*/ 1260796 h 5604524"/>
                <a:gd name="connsiteX253" fmla="*/ 568071 w 1896163"/>
                <a:gd name="connsiteY253" fmla="*/ 1233097 h 5604524"/>
                <a:gd name="connsiteX254" fmla="*/ 495640 w 1896163"/>
                <a:gd name="connsiteY254" fmla="*/ 1232474 h 5604524"/>
                <a:gd name="connsiteX255" fmla="*/ 484797 w 1896163"/>
                <a:gd name="connsiteY255" fmla="*/ 1236827 h 5604524"/>
                <a:gd name="connsiteX256" fmla="*/ 479680 w 1896163"/>
                <a:gd name="connsiteY256" fmla="*/ 1240591 h 5604524"/>
                <a:gd name="connsiteX257" fmla="*/ 481187 w 1896163"/>
                <a:gd name="connsiteY257" fmla="*/ 1231435 h 5604524"/>
                <a:gd name="connsiteX258" fmla="*/ 475682 w 1896163"/>
                <a:gd name="connsiteY258" fmla="*/ 1231482 h 5604524"/>
                <a:gd name="connsiteX259" fmla="*/ 444660 w 1896163"/>
                <a:gd name="connsiteY259" fmla="*/ 1231067 h 5604524"/>
                <a:gd name="connsiteX260" fmla="*/ 308257 w 1896163"/>
                <a:gd name="connsiteY260" fmla="*/ 1482791 h 5604524"/>
                <a:gd name="connsiteX261" fmla="*/ 108444 w 1896163"/>
                <a:gd name="connsiteY261" fmla="*/ 1896119 h 5604524"/>
                <a:gd name="connsiteX262" fmla="*/ 55248 w 1896163"/>
                <a:gd name="connsiteY262" fmla="*/ 2038623 h 5604524"/>
                <a:gd name="connsiteX263" fmla="*/ 57927 w 1896163"/>
                <a:gd name="connsiteY263" fmla="*/ 2150836 h 5604524"/>
                <a:gd name="connsiteX264" fmla="*/ 116950 w 1896163"/>
                <a:gd name="connsiteY264" fmla="*/ 2238704 h 5604524"/>
                <a:gd name="connsiteX265" fmla="*/ 231567 w 1896163"/>
                <a:gd name="connsiteY265" fmla="*/ 2255300 h 5604524"/>
                <a:gd name="connsiteX266" fmla="*/ 463198 w 1896163"/>
                <a:gd name="connsiteY266" fmla="*/ 2266471 h 5604524"/>
                <a:gd name="connsiteX267" fmla="*/ 743157 w 1896163"/>
                <a:gd name="connsiteY267" fmla="*/ 2270215 h 5604524"/>
                <a:gd name="connsiteX268" fmla="*/ 1239070 w 1896163"/>
                <a:gd name="connsiteY268" fmla="*/ 2276008 h 5604524"/>
                <a:gd name="connsiteX269" fmla="*/ 1449994 w 1896163"/>
                <a:gd name="connsiteY269" fmla="*/ 2276872 h 5604524"/>
                <a:gd name="connsiteX270" fmla="*/ 1449130 w 1896163"/>
                <a:gd name="connsiteY270" fmla="*/ 2281701 h 5604524"/>
                <a:gd name="connsiteX271" fmla="*/ 1575172 w 1896163"/>
                <a:gd name="connsiteY271" fmla="*/ 2286148 h 5604524"/>
                <a:gd name="connsiteX272" fmla="*/ 1175741 w 1896163"/>
                <a:gd name="connsiteY272" fmla="*/ 2289349 h 5604524"/>
                <a:gd name="connsiteX273" fmla="*/ 483913 w 1896163"/>
                <a:gd name="connsiteY273" fmla="*/ 2286751 h 5604524"/>
                <a:gd name="connsiteX274" fmla="*/ 485011 w 1896163"/>
                <a:gd name="connsiteY274" fmla="*/ 2350616 h 5604524"/>
                <a:gd name="connsiteX275" fmla="*/ 489070 w 1896163"/>
                <a:gd name="connsiteY275" fmla="*/ 2375242 h 5604524"/>
                <a:gd name="connsiteX276" fmla="*/ 484770 w 1896163"/>
                <a:gd name="connsiteY276" fmla="*/ 2381456 h 5604524"/>
                <a:gd name="connsiteX277" fmla="*/ 353778 w 1896163"/>
                <a:gd name="connsiteY277" fmla="*/ 2379769 h 5604524"/>
                <a:gd name="connsiteX278" fmla="*/ 244492 w 1896163"/>
                <a:gd name="connsiteY278" fmla="*/ 2374699 h 5604524"/>
                <a:gd name="connsiteX279" fmla="*/ 241552 w 1896163"/>
                <a:gd name="connsiteY279" fmla="*/ 2362744 h 5604524"/>
                <a:gd name="connsiteX280" fmla="*/ 269634 w 1896163"/>
                <a:gd name="connsiteY280" fmla="*/ 2361773 h 5604524"/>
                <a:gd name="connsiteX281" fmla="*/ 280336 w 1896163"/>
                <a:gd name="connsiteY281" fmla="*/ 2336839 h 5604524"/>
                <a:gd name="connsiteX282" fmla="*/ 281656 w 1896163"/>
                <a:gd name="connsiteY282" fmla="*/ 2278607 h 5604524"/>
                <a:gd name="connsiteX283" fmla="*/ 166985 w 1896163"/>
                <a:gd name="connsiteY283" fmla="*/ 2273825 h 5604524"/>
                <a:gd name="connsiteX284" fmla="*/ 166282 w 1896163"/>
                <a:gd name="connsiteY284" fmla="*/ 2359362 h 5604524"/>
                <a:gd name="connsiteX285" fmla="*/ 162176 w 1896163"/>
                <a:gd name="connsiteY285" fmla="*/ 2364667 h 5604524"/>
                <a:gd name="connsiteX286" fmla="*/ 102999 w 1896163"/>
                <a:gd name="connsiteY286" fmla="*/ 2367044 h 5604524"/>
                <a:gd name="connsiteX287" fmla="*/ 69218 w 1896163"/>
                <a:gd name="connsiteY287" fmla="*/ 2371759 h 5604524"/>
                <a:gd name="connsiteX288" fmla="*/ 74670 w 1896163"/>
                <a:gd name="connsiteY288" fmla="*/ 2388214 h 5604524"/>
                <a:gd name="connsiteX289" fmla="*/ 265897 w 1896163"/>
                <a:gd name="connsiteY289" fmla="*/ 2400289 h 5604524"/>
                <a:gd name="connsiteX290" fmla="*/ 580488 w 1896163"/>
                <a:gd name="connsiteY290" fmla="*/ 2407027 h 5604524"/>
                <a:gd name="connsiteX291" fmla="*/ 580340 w 1896163"/>
                <a:gd name="connsiteY291" fmla="*/ 2414387 h 5604524"/>
                <a:gd name="connsiteX292" fmla="*/ 488387 w 1896163"/>
                <a:gd name="connsiteY292" fmla="*/ 2417454 h 5604524"/>
                <a:gd name="connsiteX293" fmla="*/ 373247 w 1896163"/>
                <a:gd name="connsiteY293" fmla="*/ 2419979 h 5604524"/>
                <a:gd name="connsiteX294" fmla="*/ 299055 w 1896163"/>
                <a:gd name="connsiteY294" fmla="*/ 2419597 h 5604524"/>
                <a:gd name="connsiteX295" fmla="*/ 143946 w 1896163"/>
                <a:gd name="connsiteY295" fmla="*/ 2417314 h 5604524"/>
                <a:gd name="connsiteX296" fmla="*/ 97568 w 1896163"/>
                <a:gd name="connsiteY296" fmla="*/ 2416550 h 5604524"/>
                <a:gd name="connsiteX297" fmla="*/ 97688 w 1896163"/>
                <a:gd name="connsiteY297" fmla="*/ 2900609 h 5604524"/>
                <a:gd name="connsiteX298" fmla="*/ 93657 w 1896163"/>
                <a:gd name="connsiteY298" fmla="*/ 3231320 h 5604524"/>
                <a:gd name="connsiteX299" fmla="*/ 71368 w 1896163"/>
                <a:gd name="connsiteY299" fmla="*/ 3275086 h 5604524"/>
                <a:gd name="connsiteX300" fmla="*/ 147637 w 1896163"/>
                <a:gd name="connsiteY300" fmla="*/ 3283572 h 5604524"/>
                <a:gd name="connsiteX301" fmla="*/ 201570 w 1896163"/>
                <a:gd name="connsiteY301" fmla="*/ 3287202 h 5604524"/>
                <a:gd name="connsiteX302" fmla="*/ 141515 w 1896163"/>
                <a:gd name="connsiteY302" fmla="*/ 3293765 h 5604524"/>
                <a:gd name="connsiteX303" fmla="*/ 116635 w 1896163"/>
                <a:gd name="connsiteY303" fmla="*/ 3292854 h 5604524"/>
                <a:gd name="connsiteX304" fmla="*/ 60244 w 1896163"/>
                <a:gd name="connsiteY304" fmla="*/ 3290584 h 5604524"/>
                <a:gd name="connsiteX305" fmla="*/ 54538 w 1896163"/>
                <a:gd name="connsiteY305" fmla="*/ 3295988 h 5604524"/>
                <a:gd name="connsiteX306" fmla="*/ 93168 w 1896163"/>
                <a:gd name="connsiteY306" fmla="*/ 3340250 h 5604524"/>
                <a:gd name="connsiteX307" fmla="*/ 110668 w 1896163"/>
                <a:gd name="connsiteY307" fmla="*/ 3349734 h 5604524"/>
                <a:gd name="connsiteX308" fmla="*/ 118771 w 1896163"/>
                <a:gd name="connsiteY308" fmla="*/ 3353933 h 5604524"/>
                <a:gd name="connsiteX309" fmla="*/ 131114 w 1896163"/>
                <a:gd name="connsiteY309" fmla="*/ 3351756 h 5604524"/>
                <a:gd name="connsiteX310" fmla="*/ 164554 w 1896163"/>
                <a:gd name="connsiteY310" fmla="*/ 3353752 h 5604524"/>
                <a:gd name="connsiteX311" fmla="*/ 292960 w 1896163"/>
                <a:gd name="connsiteY311" fmla="*/ 3359144 h 5604524"/>
                <a:gd name="connsiteX312" fmla="*/ 329876 w 1896163"/>
                <a:gd name="connsiteY312" fmla="*/ 3362613 h 5604524"/>
                <a:gd name="connsiteX313" fmla="*/ 1062309 w 1896163"/>
                <a:gd name="connsiteY313" fmla="*/ 3381532 h 5604524"/>
                <a:gd name="connsiteX314" fmla="*/ 1449424 w 1896163"/>
                <a:gd name="connsiteY314" fmla="*/ 3370930 h 5604524"/>
                <a:gd name="connsiteX315" fmla="*/ 1538933 w 1896163"/>
                <a:gd name="connsiteY315" fmla="*/ 3364950 h 5604524"/>
                <a:gd name="connsiteX316" fmla="*/ 1611619 w 1896163"/>
                <a:gd name="connsiteY316" fmla="*/ 3354315 h 5604524"/>
                <a:gd name="connsiteX317" fmla="*/ 1718460 w 1896163"/>
                <a:gd name="connsiteY317" fmla="*/ 3350893 h 5604524"/>
                <a:gd name="connsiteX318" fmla="*/ 1792465 w 1896163"/>
                <a:gd name="connsiteY318" fmla="*/ 3342260 h 5604524"/>
                <a:gd name="connsiteX319" fmla="*/ 1778340 w 1896163"/>
                <a:gd name="connsiteY319" fmla="*/ 3305451 h 5604524"/>
                <a:gd name="connsiteX320" fmla="*/ 1763298 w 1896163"/>
                <a:gd name="connsiteY320" fmla="*/ 3300476 h 5604524"/>
                <a:gd name="connsiteX321" fmla="*/ 1715486 w 1896163"/>
                <a:gd name="connsiteY321" fmla="*/ 3298721 h 5604524"/>
                <a:gd name="connsiteX322" fmla="*/ 1712031 w 1896163"/>
                <a:gd name="connsiteY322" fmla="*/ 3292104 h 5604524"/>
                <a:gd name="connsiteX323" fmla="*/ 1774697 w 1896163"/>
                <a:gd name="connsiteY323" fmla="*/ 3285708 h 5604524"/>
                <a:gd name="connsiteX324" fmla="*/ 1808572 w 1896163"/>
                <a:gd name="connsiteY324" fmla="*/ 3257238 h 5604524"/>
                <a:gd name="connsiteX325" fmla="*/ 1816501 w 1896163"/>
                <a:gd name="connsiteY325" fmla="*/ 3253488 h 5604524"/>
                <a:gd name="connsiteX326" fmla="*/ 1816883 w 1896163"/>
                <a:gd name="connsiteY326" fmla="*/ 3246770 h 5604524"/>
                <a:gd name="connsiteX327" fmla="*/ 1795211 w 1896163"/>
                <a:gd name="connsiteY327" fmla="*/ 3231273 h 5604524"/>
                <a:gd name="connsiteX328" fmla="*/ 1795505 w 1896163"/>
                <a:gd name="connsiteY328" fmla="*/ 2999949 h 5604524"/>
                <a:gd name="connsiteX329" fmla="*/ 1793623 w 1896163"/>
                <a:gd name="connsiteY329" fmla="*/ 2417300 h 5604524"/>
                <a:gd name="connsiteX330" fmla="*/ 1715346 w 1896163"/>
                <a:gd name="connsiteY330" fmla="*/ 2418204 h 5604524"/>
                <a:gd name="connsiteX331" fmla="*/ 1704892 w 1896163"/>
                <a:gd name="connsiteY331" fmla="*/ 2417957 h 5604524"/>
                <a:gd name="connsiteX332" fmla="*/ 1532169 w 1896163"/>
                <a:gd name="connsiteY332" fmla="*/ 2421908 h 5604524"/>
                <a:gd name="connsiteX333" fmla="*/ 1435287 w 1896163"/>
                <a:gd name="connsiteY333" fmla="*/ 2426516 h 5604524"/>
                <a:gd name="connsiteX334" fmla="*/ 1199215 w 1896163"/>
                <a:gd name="connsiteY334" fmla="*/ 2430889 h 5604524"/>
                <a:gd name="connsiteX335" fmla="*/ 976229 w 1896163"/>
                <a:gd name="connsiteY335" fmla="*/ 2430903 h 5604524"/>
                <a:gd name="connsiteX336" fmla="*/ 913543 w 1896163"/>
                <a:gd name="connsiteY336" fmla="*/ 2429288 h 5604524"/>
                <a:gd name="connsiteX337" fmla="*/ 886687 w 1896163"/>
                <a:gd name="connsiteY337" fmla="*/ 2417990 h 5604524"/>
                <a:gd name="connsiteX338" fmla="*/ 890250 w 1896163"/>
                <a:gd name="connsiteY338" fmla="*/ 2422752 h 5604524"/>
                <a:gd name="connsiteX339" fmla="*/ 909805 w 1896163"/>
                <a:gd name="connsiteY339" fmla="*/ 2412940 h 5604524"/>
                <a:gd name="connsiteX340" fmla="*/ 1248835 w 1896163"/>
                <a:gd name="connsiteY340" fmla="*/ 2411963 h 5604524"/>
                <a:gd name="connsiteX341" fmla="*/ 1563452 w 1896163"/>
                <a:gd name="connsiteY341" fmla="*/ 2401146 h 5604524"/>
                <a:gd name="connsiteX342" fmla="*/ 1810246 w 1896163"/>
                <a:gd name="connsiteY342" fmla="*/ 2397322 h 5604524"/>
                <a:gd name="connsiteX343" fmla="*/ 1820299 w 1896163"/>
                <a:gd name="connsiteY343" fmla="*/ 2386225 h 5604524"/>
                <a:gd name="connsiteX344" fmla="*/ 1813976 w 1896163"/>
                <a:gd name="connsiteY344" fmla="*/ 2374846 h 5604524"/>
                <a:gd name="connsiteX345" fmla="*/ 1787121 w 1896163"/>
                <a:gd name="connsiteY345" fmla="*/ 2370614 h 5604524"/>
                <a:gd name="connsiteX346" fmla="*/ 1751102 w 1896163"/>
                <a:gd name="connsiteY346" fmla="*/ 2373380 h 5604524"/>
                <a:gd name="connsiteX347" fmla="*/ 1721226 w 1896163"/>
                <a:gd name="connsiteY347" fmla="*/ 2362316 h 5604524"/>
                <a:gd name="connsiteX348" fmla="*/ 1787589 w 1896163"/>
                <a:gd name="connsiteY348" fmla="*/ 2359289 h 5604524"/>
                <a:gd name="connsiteX349" fmla="*/ 1781200 w 1896163"/>
                <a:gd name="connsiteY349" fmla="*/ 2276564 h 5604524"/>
                <a:gd name="connsiteX350" fmla="*/ 1825664 w 1896163"/>
                <a:gd name="connsiteY350" fmla="*/ 2257591 h 5604524"/>
                <a:gd name="connsiteX351" fmla="*/ 1835441 w 1896163"/>
                <a:gd name="connsiteY351" fmla="*/ 2217903 h 5604524"/>
                <a:gd name="connsiteX352" fmla="*/ 1840571 w 1896163"/>
                <a:gd name="connsiteY352" fmla="*/ 2209692 h 5604524"/>
                <a:gd name="connsiteX353" fmla="*/ 1837819 w 1896163"/>
                <a:gd name="connsiteY353" fmla="*/ 2028980 h 5604524"/>
                <a:gd name="connsiteX354" fmla="*/ 1762013 w 1896163"/>
                <a:gd name="connsiteY354" fmla="*/ 1854656 h 5604524"/>
                <a:gd name="connsiteX355" fmla="*/ 1649391 w 1896163"/>
                <a:gd name="connsiteY355" fmla="*/ 1614941 h 5604524"/>
                <a:gd name="connsiteX356" fmla="*/ 1447904 w 1896163"/>
                <a:gd name="connsiteY356" fmla="*/ 1224631 h 5604524"/>
                <a:gd name="connsiteX357" fmla="*/ 1404218 w 1896163"/>
                <a:gd name="connsiteY357" fmla="*/ 1225716 h 5604524"/>
                <a:gd name="connsiteX358" fmla="*/ 1282683 w 1896163"/>
                <a:gd name="connsiteY358" fmla="*/ 1230786 h 5604524"/>
                <a:gd name="connsiteX359" fmla="*/ 1337037 w 1896163"/>
                <a:gd name="connsiteY359" fmla="*/ 1355523 h 5604524"/>
                <a:gd name="connsiteX360" fmla="*/ 1340721 w 1896163"/>
                <a:gd name="connsiteY360" fmla="*/ 1353848 h 5604524"/>
                <a:gd name="connsiteX361" fmla="*/ 1349528 w 1896163"/>
                <a:gd name="connsiteY361" fmla="*/ 1359059 h 5604524"/>
                <a:gd name="connsiteX362" fmla="*/ 1347974 w 1896163"/>
                <a:gd name="connsiteY362" fmla="*/ 1395498 h 5604524"/>
                <a:gd name="connsiteX363" fmla="*/ 1464406 w 1896163"/>
                <a:gd name="connsiteY363" fmla="*/ 1735318 h 5604524"/>
                <a:gd name="connsiteX364" fmla="*/ 1507222 w 1896163"/>
                <a:gd name="connsiteY364" fmla="*/ 1866022 h 5604524"/>
                <a:gd name="connsiteX365" fmla="*/ 1539094 w 1896163"/>
                <a:gd name="connsiteY365" fmla="*/ 1957158 h 5604524"/>
                <a:gd name="connsiteX366" fmla="*/ 1617104 w 1896163"/>
                <a:gd name="connsiteY366" fmla="*/ 1963882 h 5604524"/>
                <a:gd name="connsiteX367" fmla="*/ 1575983 w 1896163"/>
                <a:gd name="connsiteY367" fmla="*/ 1965228 h 5604524"/>
                <a:gd name="connsiteX368" fmla="*/ 1575299 w 1896163"/>
                <a:gd name="connsiteY368" fmla="*/ 1967432 h 5604524"/>
                <a:gd name="connsiteX369" fmla="*/ 1619320 w 1896163"/>
                <a:gd name="connsiteY369" fmla="*/ 1969354 h 5604524"/>
                <a:gd name="connsiteX370" fmla="*/ 1588928 w 1896163"/>
                <a:gd name="connsiteY370" fmla="*/ 1971905 h 5604524"/>
                <a:gd name="connsiteX371" fmla="*/ 1544164 w 1896163"/>
                <a:gd name="connsiteY371" fmla="*/ 1968684 h 5604524"/>
                <a:gd name="connsiteX372" fmla="*/ 1549120 w 1896163"/>
                <a:gd name="connsiteY372" fmla="*/ 2056103 h 5604524"/>
                <a:gd name="connsiteX373" fmla="*/ 1533977 w 1896163"/>
                <a:gd name="connsiteY373" fmla="*/ 2051777 h 5604524"/>
                <a:gd name="connsiteX374" fmla="*/ 1536194 w 1896163"/>
                <a:gd name="connsiteY374" fmla="*/ 2048696 h 5604524"/>
                <a:gd name="connsiteX375" fmla="*/ 1486239 w 1896163"/>
                <a:gd name="connsiteY375" fmla="*/ 1863892 h 5604524"/>
                <a:gd name="connsiteX376" fmla="*/ 1250717 w 1896163"/>
                <a:gd name="connsiteY376" fmla="*/ 1230270 h 5604524"/>
                <a:gd name="connsiteX377" fmla="*/ 1341940 w 1896163"/>
                <a:gd name="connsiteY377" fmla="*/ 1516786 h 5604524"/>
                <a:gd name="connsiteX378" fmla="*/ 1335035 w 1896163"/>
                <a:gd name="connsiteY378" fmla="*/ 1521246 h 5604524"/>
                <a:gd name="connsiteX379" fmla="*/ 1232379 w 1896163"/>
                <a:gd name="connsiteY379" fmla="*/ 1231523 h 5604524"/>
                <a:gd name="connsiteX380" fmla="*/ 1063943 w 1896163"/>
                <a:gd name="connsiteY380" fmla="*/ 1236217 h 5604524"/>
                <a:gd name="connsiteX381" fmla="*/ 1090109 w 1896163"/>
                <a:gd name="connsiteY381" fmla="*/ 1521695 h 5604524"/>
                <a:gd name="connsiteX382" fmla="*/ 1109217 w 1896163"/>
                <a:gd name="connsiteY382" fmla="*/ 1649653 h 5604524"/>
                <a:gd name="connsiteX383" fmla="*/ 1109813 w 1896163"/>
                <a:gd name="connsiteY383" fmla="*/ 1651863 h 5604524"/>
                <a:gd name="connsiteX384" fmla="*/ 1110603 w 1896163"/>
                <a:gd name="connsiteY384" fmla="*/ 1654006 h 5604524"/>
                <a:gd name="connsiteX385" fmla="*/ 1111574 w 1896163"/>
                <a:gd name="connsiteY385" fmla="*/ 1656076 h 5604524"/>
                <a:gd name="connsiteX386" fmla="*/ 1112726 w 1896163"/>
                <a:gd name="connsiteY386" fmla="*/ 1658058 h 5604524"/>
                <a:gd name="connsiteX387" fmla="*/ 1114046 w 1896163"/>
                <a:gd name="connsiteY387" fmla="*/ 1659920 h 5604524"/>
                <a:gd name="connsiteX388" fmla="*/ 1115525 w 1896163"/>
                <a:gd name="connsiteY388" fmla="*/ 1661668 h 5604524"/>
                <a:gd name="connsiteX389" fmla="*/ 1117153 w 1896163"/>
                <a:gd name="connsiteY389" fmla="*/ 1663275 h 5604524"/>
                <a:gd name="connsiteX390" fmla="*/ 1118907 w 1896163"/>
                <a:gd name="connsiteY390" fmla="*/ 1664735 h 5604524"/>
                <a:gd name="connsiteX391" fmla="*/ 1120789 w 1896163"/>
                <a:gd name="connsiteY391" fmla="*/ 1666041 h 5604524"/>
                <a:gd name="connsiteX392" fmla="*/ 1122778 w 1896163"/>
                <a:gd name="connsiteY392" fmla="*/ 1667166 h 5604524"/>
                <a:gd name="connsiteX393" fmla="*/ 1124862 w 1896163"/>
                <a:gd name="connsiteY393" fmla="*/ 1668124 h 5604524"/>
                <a:gd name="connsiteX394" fmla="*/ 1127018 w 1896163"/>
                <a:gd name="connsiteY394" fmla="*/ 1668887 h 5604524"/>
                <a:gd name="connsiteX395" fmla="*/ 1129228 w 1896163"/>
                <a:gd name="connsiteY395" fmla="*/ 1669464 h 5604524"/>
                <a:gd name="connsiteX396" fmla="*/ 1131485 w 1896163"/>
                <a:gd name="connsiteY396" fmla="*/ 1669839 h 5604524"/>
                <a:gd name="connsiteX397" fmla="*/ 1133762 w 1896163"/>
                <a:gd name="connsiteY397" fmla="*/ 1670019 h 5604524"/>
                <a:gd name="connsiteX398" fmla="*/ 1136052 w 1896163"/>
                <a:gd name="connsiteY398" fmla="*/ 1669999 h 5604524"/>
                <a:gd name="connsiteX399" fmla="*/ 1138330 w 1896163"/>
                <a:gd name="connsiteY399" fmla="*/ 1669778 h 5604524"/>
                <a:gd name="connsiteX400" fmla="*/ 1140580 w 1896163"/>
                <a:gd name="connsiteY400" fmla="*/ 1669356 h 5604524"/>
                <a:gd name="connsiteX401" fmla="*/ 1142783 w 1896163"/>
                <a:gd name="connsiteY401" fmla="*/ 1668747 h 5604524"/>
                <a:gd name="connsiteX402" fmla="*/ 1144920 w 1896163"/>
                <a:gd name="connsiteY402" fmla="*/ 1667936 h 5604524"/>
                <a:gd name="connsiteX403" fmla="*/ 1146982 w 1896163"/>
                <a:gd name="connsiteY403" fmla="*/ 1666945 h 5604524"/>
                <a:gd name="connsiteX404" fmla="*/ 1148952 w 1896163"/>
                <a:gd name="connsiteY404" fmla="*/ 1665780 h 5604524"/>
                <a:gd name="connsiteX405" fmla="*/ 1150806 w 1896163"/>
                <a:gd name="connsiteY405" fmla="*/ 1664447 h 5604524"/>
                <a:gd name="connsiteX406" fmla="*/ 1152541 w 1896163"/>
                <a:gd name="connsiteY406" fmla="*/ 1662954 h 5604524"/>
                <a:gd name="connsiteX407" fmla="*/ 1154135 w 1896163"/>
                <a:gd name="connsiteY407" fmla="*/ 1661313 h 5604524"/>
                <a:gd name="connsiteX408" fmla="*/ 1155582 w 1896163"/>
                <a:gd name="connsiteY408" fmla="*/ 1659545 h 5604524"/>
                <a:gd name="connsiteX409" fmla="*/ 1156868 w 1896163"/>
                <a:gd name="connsiteY409" fmla="*/ 1657650 h 5604524"/>
                <a:gd name="connsiteX410" fmla="*/ 1157986 w 1896163"/>
                <a:gd name="connsiteY410" fmla="*/ 1655654 h 5604524"/>
                <a:gd name="connsiteX411" fmla="*/ 1158917 w 1896163"/>
                <a:gd name="connsiteY411" fmla="*/ 1653564 h 5604524"/>
                <a:gd name="connsiteX412" fmla="*/ 1159667 w 1896163"/>
                <a:gd name="connsiteY412" fmla="*/ 1651408 h 5604524"/>
                <a:gd name="connsiteX413" fmla="*/ 1160223 w 1896163"/>
                <a:gd name="connsiteY413" fmla="*/ 1649184 h 5604524"/>
                <a:gd name="connsiteX414" fmla="*/ 1160585 w 1896163"/>
                <a:gd name="connsiteY414" fmla="*/ 1646927 h 5604524"/>
                <a:gd name="connsiteX415" fmla="*/ 1160745 w 1896163"/>
                <a:gd name="connsiteY415" fmla="*/ 1644643 h 5604524"/>
                <a:gd name="connsiteX416" fmla="*/ 1160705 w 1896163"/>
                <a:gd name="connsiteY416" fmla="*/ 1642360 h 5604524"/>
                <a:gd name="connsiteX417" fmla="*/ 1160464 w 1896163"/>
                <a:gd name="connsiteY417" fmla="*/ 1640083 h 5604524"/>
                <a:gd name="connsiteX418" fmla="*/ 1160029 w 1896163"/>
                <a:gd name="connsiteY418" fmla="*/ 1637839 h 5604524"/>
                <a:gd name="connsiteX419" fmla="*/ 1159399 w 1896163"/>
                <a:gd name="connsiteY419" fmla="*/ 1635642 h 5604524"/>
                <a:gd name="connsiteX420" fmla="*/ 1158576 w 1896163"/>
                <a:gd name="connsiteY420" fmla="*/ 1633513 h 5604524"/>
                <a:gd name="connsiteX421" fmla="*/ 1157564 w 1896163"/>
                <a:gd name="connsiteY421" fmla="*/ 1631456 h 5604524"/>
                <a:gd name="connsiteX422" fmla="*/ 1156385 w 1896163"/>
                <a:gd name="connsiteY422" fmla="*/ 1629501 h 5604524"/>
                <a:gd name="connsiteX423" fmla="*/ 1155033 w 1896163"/>
                <a:gd name="connsiteY423" fmla="*/ 1627652 h 5604524"/>
                <a:gd name="connsiteX424" fmla="*/ 1153526 w 1896163"/>
                <a:gd name="connsiteY424" fmla="*/ 1625931 h 5604524"/>
                <a:gd name="connsiteX425" fmla="*/ 1151878 w 1896163"/>
                <a:gd name="connsiteY425" fmla="*/ 1624351 h 5604524"/>
                <a:gd name="connsiteX426" fmla="*/ 1150097 w 1896163"/>
                <a:gd name="connsiteY426" fmla="*/ 1622918 h 5604524"/>
                <a:gd name="connsiteX427" fmla="*/ 1148195 w 1896163"/>
                <a:gd name="connsiteY427" fmla="*/ 1621645 h 5604524"/>
                <a:gd name="connsiteX428" fmla="*/ 1146185 w 1896163"/>
                <a:gd name="connsiteY428" fmla="*/ 1620547 h 5604524"/>
                <a:gd name="connsiteX429" fmla="*/ 1144096 w 1896163"/>
                <a:gd name="connsiteY429" fmla="*/ 1619629 h 5604524"/>
                <a:gd name="connsiteX430" fmla="*/ 1141926 w 1896163"/>
                <a:gd name="connsiteY430" fmla="*/ 1618899 h 5604524"/>
                <a:gd name="connsiteX431" fmla="*/ 1139153 w 1896163"/>
                <a:gd name="connsiteY431" fmla="*/ 1616910 h 5604524"/>
                <a:gd name="connsiteX432" fmla="*/ 1193944 w 1896163"/>
                <a:gd name="connsiteY432" fmla="*/ 1609871 h 5604524"/>
                <a:gd name="connsiteX433" fmla="*/ 1195658 w 1896163"/>
                <a:gd name="connsiteY433" fmla="*/ 1630197 h 5604524"/>
                <a:gd name="connsiteX434" fmla="*/ 1176109 w 1896163"/>
                <a:gd name="connsiteY434" fmla="*/ 1641188 h 5604524"/>
                <a:gd name="connsiteX435" fmla="*/ 1142911 w 1896163"/>
                <a:gd name="connsiteY435" fmla="*/ 1680574 h 5604524"/>
                <a:gd name="connsiteX436" fmla="*/ 1120140 w 1896163"/>
                <a:gd name="connsiteY436" fmla="*/ 1674466 h 5604524"/>
                <a:gd name="connsiteX437" fmla="*/ 1107703 w 1896163"/>
                <a:gd name="connsiteY437" fmla="*/ 1657984 h 5604524"/>
                <a:gd name="connsiteX438" fmla="*/ 1134251 w 1896163"/>
                <a:gd name="connsiteY438" fmla="*/ 1952148 h 5604524"/>
                <a:gd name="connsiteX439" fmla="*/ 1153191 w 1896163"/>
                <a:gd name="connsiteY439" fmla="*/ 2052487 h 5604524"/>
                <a:gd name="connsiteX440" fmla="*/ 1172687 w 1896163"/>
                <a:gd name="connsiteY440" fmla="*/ 2054596 h 5604524"/>
                <a:gd name="connsiteX441" fmla="*/ 1175225 w 1896163"/>
                <a:gd name="connsiteY441" fmla="*/ 2062881 h 5604524"/>
                <a:gd name="connsiteX442" fmla="*/ 1152012 w 1896163"/>
                <a:gd name="connsiteY442" fmla="*/ 2068788 h 5604524"/>
                <a:gd name="connsiteX443" fmla="*/ 1144933 w 1896163"/>
                <a:gd name="connsiteY443" fmla="*/ 2230011 h 5604524"/>
                <a:gd name="connsiteX444" fmla="*/ 1124922 w 1896163"/>
                <a:gd name="connsiteY444" fmla="*/ 2230319 h 5604524"/>
                <a:gd name="connsiteX445" fmla="*/ 1128826 w 1896163"/>
                <a:gd name="connsiteY445" fmla="*/ 2052688 h 5604524"/>
                <a:gd name="connsiteX446" fmla="*/ 1104515 w 1896163"/>
                <a:gd name="connsiteY446" fmla="*/ 1846961 h 5604524"/>
                <a:gd name="connsiteX447" fmla="*/ 1089473 w 1896163"/>
                <a:gd name="connsiteY447" fmla="*/ 1704912 h 5604524"/>
                <a:gd name="connsiteX448" fmla="*/ 1062925 w 1896163"/>
                <a:gd name="connsiteY448" fmla="*/ 1446418 h 5604524"/>
                <a:gd name="connsiteX449" fmla="*/ 1044072 w 1896163"/>
                <a:gd name="connsiteY449" fmla="*/ 1242285 h 5604524"/>
                <a:gd name="connsiteX450" fmla="*/ 1026137 w 1896163"/>
                <a:gd name="connsiteY450" fmla="*/ 1232614 h 5604524"/>
                <a:gd name="connsiteX451" fmla="*/ 1014075 w 1896163"/>
                <a:gd name="connsiteY451" fmla="*/ 1256872 h 5604524"/>
                <a:gd name="connsiteX452" fmla="*/ 1001243 w 1896163"/>
                <a:gd name="connsiteY452" fmla="*/ 1237409 h 5604524"/>
                <a:gd name="connsiteX453" fmla="*/ 784131 w 1896163"/>
                <a:gd name="connsiteY453" fmla="*/ 1235447 h 5604524"/>
                <a:gd name="connsiteX454" fmla="*/ 746151 w 1896163"/>
                <a:gd name="connsiteY454" fmla="*/ 1384897 h 5604524"/>
                <a:gd name="connsiteX455" fmla="*/ 740499 w 1896163"/>
                <a:gd name="connsiteY455" fmla="*/ 1358576 h 5604524"/>
                <a:gd name="connsiteX456" fmla="*/ 741001 w 1896163"/>
                <a:gd name="connsiteY456" fmla="*/ 1349240 h 5604524"/>
                <a:gd name="connsiteX457" fmla="*/ 738396 w 1896163"/>
                <a:gd name="connsiteY457" fmla="*/ 1349073 h 5604524"/>
                <a:gd name="connsiteX458" fmla="*/ 685842 w 1896163"/>
                <a:gd name="connsiteY458" fmla="*/ 1514509 h 5604524"/>
                <a:gd name="connsiteX459" fmla="*/ 549694 w 1896163"/>
                <a:gd name="connsiteY459" fmla="*/ 2085826 h 5604524"/>
                <a:gd name="connsiteX460" fmla="*/ 534705 w 1896163"/>
                <a:gd name="connsiteY460" fmla="*/ 2085632 h 5604524"/>
                <a:gd name="connsiteX461" fmla="*/ 444573 w 1896163"/>
                <a:gd name="connsiteY461" fmla="*/ 2082028 h 5604524"/>
                <a:gd name="connsiteX462" fmla="*/ 457064 w 1896163"/>
                <a:gd name="connsiteY462" fmla="*/ 2159857 h 5604524"/>
                <a:gd name="connsiteX463" fmla="*/ 451284 w 1896163"/>
                <a:gd name="connsiteY463" fmla="*/ 2186533 h 5604524"/>
                <a:gd name="connsiteX464" fmla="*/ 427823 w 1896163"/>
                <a:gd name="connsiteY464" fmla="*/ 2074896 h 5604524"/>
                <a:gd name="connsiteX465" fmla="*/ 321451 w 1896163"/>
                <a:gd name="connsiteY465" fmla="*/ 2073342 h 5604524"/>
                <a:gd name="connsiteX466" fmla="*/ 272346 w 1896163"/>
                <a:gd name="connsiteY466" fmla="*/ 2068801 h 5604524"/>
                <a:gd name="connsiteX467" fmla="*/ 363108 w 1896163"/>
                <a:gd name="connsiteY467" fmla="*/ 2062144 h 5604524"/>
                <a:gd name="connsiteX468" fmla="*/ 428058 w 1896163"/>
                <a:gd name="connsiteY468" fmla="*/ 2061789 h 5604524"/>
                <a:gd name="connsiteX469" fmla="*/ 451572 w 1896163"/>
                <a:gd name="connsiteY469" fmla="*/ 1944627 h 5604524"/>
                <a:gd name="connsiteX470" fmla="*/ 464096 w 1896163"/>
                <a:gd name="connsiteY470" fmla="*/ 1956247 h 5604524"/>
                <a:gd name="connsiteX471" fmla="*/ 452623 w 1896163"/>
                <a:gd name="connsiteY471" fmla="*/ 2012497 h 5604524"/>
                <a:gd name="connsiteX472" fmla="*/ 445732 w 1896163"/>
                <a:gd name="connsiteY472" fmla="*/ 2058535 h 5604524"/>
                <a:gd name="connsiteX473" fmla="*/ 533546 w 1896163"/>
                <a:gd name="connsiteY473" fmla="*/ 2061823 h 5604524"/>
                <a:gd name="connsiteX474" fmla="*/ 544463 w 1896163"/>
                <a:gd name="connsiteY474" fmla="*/ 2015719 h 5604524"/>
                <a:gd name="connsiteX475" fmla="*/ 553511 w 1896163"/>
                <a:gd name="connsiteY475" fmla="*/ 1944139 h 5604524"/>
                <a:gd name="connsiteX476" fmla="*/ 619204 w 1896163"/>
                <a:gd name="connsiteY476" fmla="*/ 1666610 h 5604524"/>
                <a:gd name="connsiteX477" fmla="*/ 743144 w 1896163"/>
                <a:gd name="connsiteY477" fmla="*/ 1233954 h 5604524"/>
                <a:gd name="connsiteX478" fmla="*/ 700255 w 1896163"/>
                <a:gd name="connsiteY478" fmla="*/ 1235715 h 5604524"/>
                <a:gd name="connsiteX479" fmla="*/ 633851 w 1896163"/>
                <a:gd name="connsiteY479" fmla="*/ 1424330 h 5604524"/>
                <a:gd name="connsiteX480" fmla="*/ 572096 w 1896163"/>
                <a:gd name="connsiteY480" fmla="*/ 1592840 h 5604524"/>
                <a:gd name="connsiteX481" fmla="*/ 563423 w 1896163"/>
                <a:gd name="connsiteY481" fmla="*/ 1583283 h 5604524"/>
                <a:gd name="connsiteX482" fmla="*/ 702257 w 1896163"/>
                <a:gd name="connsiteY482" fmla="*/ 1177389 h 5604524"/>
                <a:gd name="connsiteX483" fmla="*/ 709015 w 1896163"/>
                <a:gd name="connsiteY483" fmla="*/ 1171428 h 5604524"/>
                <a:gd name="connsiteX484" fmla="*/ 721679 w 1896163"/>
                <a:gd name="connsiteY484" fmla="*/ 1170470 h 5604524"/>
                <a:gd name="connsiteX485" fmla="*/ 866421 w 1896163"/>
                <a:gd name="connsiteY485" fmla="*/ 1171060 h 5604524"/>
                <a:gd name="connsiteX486" fmla="*/ 1229151 w 1896163"/>
                <a:gd name="connsiteY486" fmla="*/ 1168716 h 5604524"/>
                <a:gd name="connsiteX487" fmla="*/ 1309498 w 1896163"/>
                <a:gd name="connsiteY487" fmla="*/ 1167912 h 5604524"/>
                <a:gd name="connsiteX488" fmla="*/ 1419708 w 1896163"/>
                <a:gd name="connsiteY488" fmla="*/ 1165026 h 5604524"/>
                <a:gd name="connsiteX489" fmla="*/ 1255083 w 1896163"/>
                <a:gd name="connsiteY489" fmla="*/ 738262 h 5604524"/>
                <a:gd name="connsiteX490" fmla="*/ 1244448 w 1896163"/>
                <a:gd name="connsiteY490" fmla="*/ 574085 h 5604524"/>
                <a:gd name="connsiteX491" fmla="*/ 1161047 w 1896163"/>
                <a:gd name="connsiteY491" fmla="*/ 565587 h 5604524"/>
                <a:gd name="connsiteX492" fmla="*/ 922001 w 1896163"/>
                <a:gd name="connsiteY492" fmla="*/ 562801 h 5604524"/>
                <a:gd name="connsiteX493" fmla="*/ 719516 w 1896163"/>
                <a:gd name="connsiteY493" fmla="*/ 1194467 h 5604524"/>
                <a:gd name="connsiteX494" fmla="*/ 700791 w 1896163"/>
                <a:gd name="connsiteY494" fmla="*/ 1198907 h 5604524"/>
                <a:gd name="connsiteX495" fmla="*/ 702177 w 1896163"/>
                <a:gd name="connsiteY495" fmla="*/ 1205109 h 5604524"/>
                <a:gd name="connsiteX496" fmla="*/ 743405 w 1896163"/>
                <a:gd name="connsiteY496" fmla="*/ 1211163 h 5604524"/>
                <a:gd name="connsiteX497" fmla="*/ 1029004 w 1896163"/>
                <a:gd name="connsiteY497" fmla="*/ 1211310 h 5604524"/>
                <a:gd name="connsiteX498" fmla="*/ 1344217 w 1896163"/>
                <a:gd name="connsiteY498" fmla="*/ 1204425 h 5604524"/>
                <a:gd name="connsiteX499" fmla="*/ 1426171 w 1896163"/>
                <a:gd name="connsiteY499" fmla="*/ 1204472 h 5604524"/>
                <a:gd name="connsiteX500" fmla="*/ 1436700 w 1896163"/>
                <a:gd name="connsiteY500" fmla="*/ 1200354 h 5604524"/>
                <a:gd name="connsiteX501" fmla="*/ 1433177 w 1896163"/>
                <a:gd name="connsiteY501" fmla="*/ 1194681 h 5604524"/>
                <a:gd name="connsiteX502" fmla="*/ 1407901 w 1896163"/>
                <a:gd name="connsiteY502" fmla="*/ 1187776 h 5604524"/>
                <a:gd name="connsiteX503" fmla="*/ 1279053 w 1896163"/>
                <a:gd name="connsiteY503" fmla="*/ 1189718 h 5604524"/>
                <a:gd name="connsiteX504" fmla="*/ 1070613 w 1896163"/>
                <a:gd name="connsiteY504" fmla="*/ 1191259 h 5604524"/>
                <a:gd name="connsiteX505" fmla="*/ 850039 w 1896163"/>
                <a:gd name="connsiteY505" fmla="*/ 1191091 h 5604524"/>
                <a:gd name="connsiteX506" fmla="*/ 719516 w 1896163"/>
                <a:gd name="connsiteY506" fmla="*/ 1194467 h 5604524"/>
                <a:gd name="connsiteX507" fmla="*/ 1720529 w 1896163"/>
                <a:gd name="connsiteY507" fmla="*/ 3385223 h 5604524"/>
                <a:gd name="connsiteX508" fmla="*/ 1720248 w 1896163"/>
                <a:gd name="connsiteY508" fmla="*/ 3388377 h 5604524"/>
                <a:gd name="connsiteX509" fmla="*/ 1715942 w 1896163"/>
                <a:gd name="connsiteY509" fmla="*/ 3404826 h 5604524"/>
                <a:gd name="connsiteX510" fmla="*/ 1713029 w 1896163"/>
                <a:gd name="connsiteY510" fmla="*/ 3399173 h 5604524"/>
                <a:gd name="connsiteX511" fmla="*/ 1700123 w 1896163"/>
                <a:gd name="connsiteY511" fmla="*/ 3386971 h 5604524"/>
                <a:gd name="connsiteX512" fmla="*/ 1679978 w 1896163"/>
                <a:gd name="connsiteY512" fmla="*/ 3388551 h 5604524"/>
                <a:gd name="connsiteX513" fmla="*/ 1712640 w 1896163"/>
                <a:gd name="connsiteY513" fmla="*/ 3553224 h 5604524"/>
                <a:gd name="connsiteX514" fmla="*/ 1715192 w 1896163"/>
                <a:gd name="connsiteY514" fmla="*/ 3573824 h 5604524"/>
                <a:gd name="connsiteX515" fmla="*/ 1657221 w 1896163"/>
                <a:gd name="connsiteY515" fmla="*/ 3934110 h 5604524"/>
                <a:gd name="connsiteX516" fmla="*/ 1639673 w 1896163"/>
                <a:gd name="connsiteY516" fmla="*/ 4072295 h 5604524"/>
                <a:gd name="connsiteX517" fmla="*/ 1630472 w 1896163"/>
                <a:gd name="connsiteY517" fmla="*/ 4211290 h 5604524"/>
                <a:gd name="connsiteX518" fmla="*/ 1629634 w 1896163"/>
                <a:gd name="connsiteY518" fmla="*/ 4350587 h 5604524"/>
                <a:gd name="connsiteX519" fmla="*/ 1637182 w 1896163"/>
                <a:gd name="connsiteY519" fmla="*/ 4489676 h 5604524"/>
                <a:gd name="connsiteX520" fmla="*/ 1713317 w 1896163"/>
                <a:gd name="connsiteY520" fmla="*/ 4727395 h 5604524"/>
                <a:gd name="connsiteX521" fmla="*/ 1730998 w 1896163"/>
                <a:gd name="connsiteY521" fmla="*/ 5237660 h 5604524"/>
                <a:gd name="connsiteX522" fmla="*/ 1720590 w 1896163"/>
                <a:gd name="connsiteY522" fmla="*/ 5234532 h 5604524"/>
                <a:gd name="connsiteX523" fmla="*/ 1712419 w 1896163"/>
                <a:gd name="connsiteY523" fmla="*/ 5215612 h 5604524"/>
                <a:gd name="connsiteX524" fmla="*/ 1708789 w 1896163"/>
                <a:gd name="connsiteY524" fmla="*/ 5216510 h 5604524"/>
                <a:gd name="connsiteX525" fmla="*/ 1689629 w 1896163"/>
                <a:gd name="connsiteY525" fmla="*/ 5311859 h 5604524"/>
                <a:gd name="connsiteX526" fmla="*/ 1584160 w 1896163"/>
                <a:gd name="connsiteY526" fmla="*/ 5309160 h 5604524"/>
                <a:gd name="connsiteX527" fmla="*/ 1581240 w 1896163"/>
                <a:gd name="connsiteY527" fmla="*/ 5312234 h 5604524"/>
                <a:gd name="connsiteX528" fmla="*/ 1675551 w 1896163"/>
                <a:gd name="connsiteY528" fmla="*/ 5317317 h 5604524"/>
                <a:gd name="connsiteX529" fmla="*/ 1675718 w 1896163"/>
                <a:gd name="connsiteY529" fmla="*/ 5320090 h 5604524"/>
                <a:gd name="connsiteX530" fmla="*/ 1671854 w 1896163"/>
                <a:gd name="connsiteY530" fmla="*/ 5320927 h 5604524"/>
                <a:gd name="connsiteX531" fmla="*/ 1645246 w 1896163"/>
                <a:gd name="connsiteY531" fmla="*/ 5331120 h 5604524"/>
                <a:gd name="connsiteX532" fmla="*/ 1253583 w 1896163"/>
                <a:gd name="connsiteY532" fmla="*/ 5429376 h 5604524"/>
                <a:gd name="connsiteX533" fmla="*/ 1246946 w 1896163"/>
                <a:gd name="connsiteY533" fmla="*/ 5379789 h 5604524"/>
                <a:gd name="connsiteX534" fmla="*/ 1243624 w 1896163"/>
                <a:gd name="connsiteY534" fmla="*/ 5387511 h 5604524"/>
                <a:gd name="connsiteX535" fmla="*/ 1192484 w 1896163"/>
                <a:gd name="connsiteY535" fmla="*/ 5525923 h 5604524"/>
                <a:gd name="connsiteX536" fmla="*/ 1231435 w 1896163"/>
                <a:gd name="connsiteY536" fmla="*/ 5537489 h 5604524"/>
                <a:gd name="connsiteX537" fmla="*/ 1499687 w 1896163"/>
                <a:gd name="connsiteY537" fmla="*/ 5533150 h 5604524"/>
                <a:gd name="connsiteX538" fmla="*/ 1688744 w 1896163"/>
                <a:gd name="connsiteY538" fmla="*/ 5490984 h 5604524"/>
                <a:gd name="connsiteX539" fmla="*/ 1751799 w 1896163"/>
                <a:gd name="connsiteY539" fmla="*/ 5403725 h 5604524"/>
                <a:gd name="connsiteX540" fmla="*/ 1817211 w 1896163"/>
                <a:gd name="connsiteY540" fmla="*/ 4788146 h 5604524"/>
                <a:gd name="connsiteX541" fmla="*/ 1748283 w 1896163"/>
                <a:gd name="connsiteY541" fmla="*/ 4644597 h 5604524"/>
                <a:gd name="connsiteX542" fmla="*/ 1677366 w 1896163"/>
                <a:gd name="connsiteY542" fmla="*/ 4288731 h 5604524"/>
                <a:gd name="connsiteX543" fmla="*/ 1791179 w 1896163"/>
                <a:gd name="connsiteY543" fmla="*/ 3559224 h 5604524"/>
                <a:gd name="connsiteX544" fmla="*/ 1800140 w 1896163"/>
                <a:gd name="connsiteY544" fmla="*/ 3378512 h 5604524"/>
                <a:gd name="connsiteX545" fmla="*/ 1720529 w 1896163"/>
                <a:gd name="connsiteY545" fmla="*/ 3385223 h 5604524"/>
                <a:gd name="connsiteX546" fmla="*/ 1581052 w 1896163"/>
                <a:gd name="connsiteY546" fmla="*/ 3391873 h 5604524"/>
                <a:gd name="connsiteX547" fmla="*/ 1560391 w 1896163"/>
                <a:gd name="connsiteY547" fmla="*/ 3416767 h 5604524"/>
                <a:gd name="connsiteX548" fmla="*/ 1569466 w 1896163"/>
                <a:gd name="connsiteY548" fmla="*/ 3454091 h 5604524"/>
                <a:gd name="connsiteX549" fmla="*/ 1575695 w 1896163"/>
                <a:gd name="connsiteY549" fmla="*/ 3461859 h 5604524"/>
                <a:gd name="connsiteX550" fmla="*/ 1605625 w 1896163"/>
                <a:gd name="connsiteY550" fmla="*/ 3471832 h 5604524"/>
                <a:gd name="connsiteX551" fmla="*/ 1635869 w 1896163"/>
                <a:gd name="connsiteY551" fmla="*/ 3450889 h 5604524"/>
                <a:gd name="connsiteX552" fmla="*/ 1647021 w 1896163"/>
                <a:gd name="connsiteY552" fmla="*/ 3404497 h 5604524"/>
                <a:gd name="connsiteX553" fmla="*/ 1632548 w 1896163"/>
                <a:gd name="connsiteY553" fmla="*/ 3387185 h 5604524"/>
                <a:gd name="connsiteX554" fmla="*/ 1581052 w 1896163"/>
                <a:gd name="connsiteY554" fmla="*/ 3391873 h 5604524"/>
                <a:gd name="connsiteX555" fmla="*/ 1621330 w 1896163"/>
                <a:gd name="connsiteY555" fmla="*/ 3785793 h 5604524"/>
                <a:gd name="connsiteX556" fmla="*/ 1618959 w 1896163"/>
                <a:gd name="connsiteY556" fmla="*/ 3783938 h 5604524"/>
                <a:gd name="connsiteX557" fmla="*/ 1616448 w 1896163"/>
                <a:gd name="connsiteY557" fmla="*/ 3782283 h 5604524"/>
                <a:gd name="connsiteX558" fmla="*/ 1613809 w 1896163"/>
                <a:gd name="connsiteY558" fmla="*/ 3780837 h 5604524"/>
                <a:gd name="connsiteX559" fmla="*/ 1611063 w 1896163"/>
                <a:gd name="connsiteY559" fmla="*/ 3779611 h 5604524"/>
                <a:gd name="connsiteX560" fmla="*/ 1608223 w 1896163"/>
                <a:gd name="connsiteY560" fmla="*/ 3778620 h 5604524"/>
                <a:gd name="connsiteX561" fmla="*/ 1605310 w 1896163"/>
                <a:gd name="connsiteY561" fmla="*/ 3777863 h 5604524"/>
                <a:gd name="connsiteX562" fmla="*/ 1602343 w 1896163"/>
                <a:gd name="connsiteY562" fmla="*/ 3777347 h 5604524"/>
                <a:gd name="connsiteX563" fmla="*/ 1599343 w 1896163"/>
                <a:gd name="connsiteY563" fmla="*/ 3777073 h 5604524"/>
                <a:gd name="connsiteX564" fmla="*/ 1596336 w 1896163"/>
                <a:gd name="connsiteY564" fmla="*/ 3777046 h 5604524"/>
                <a:gd name="connsiteX565" fmla="*/ 1593335 w 1896163"/>
                <a:gd name="connsiteY565" fmla="*/ 3777274 h 5604524"/>
                <a:gd name="connsiteX566" fmla="*/ 1590362 w 1896163"/>
                <a:gd name="connsiteY566" fmla="*/ 3777743 h 5604524"/>
                <a:gd name="connsiteX567" fmla="*/ 1587442 w 1896163"/>
                <a:gd name="connsiteY567" fmla="*/ 3778446 h 5604524"/>
                <a:gd name="connsiteX568" fmla="*/ 1584582 w 1896163"/>
                <a:gd name="connsiteY568" fmla="*/ 3779397 h 5604524"/>
                <a:gd name="connsiteX569" fmla="*/ 1581816 w 1896163"/>
                <a:gd name="connsiteY569" fmla="*/ 3780576 h 5604524"/>
                <a:gd name="connsiteX570" fmla="*/ 1579150 w 1896163"/>
                <a:gd name="connsiteY570" fmla="*/ 3781975 h 5604524"/>
                <a:gd name="connsiteX571" fmla="*/ 1576612 w 1896163"/>
                <a:gd name="connsiteY571" fmla="*/ 3783589 h 5604524"/>
                <a:gd name="connsiteX572" fmla="*/ 1574214 w 1896163"/>
                <a:gd name="connsiteY572" fmla="*/ 3785404 h 5604524"/>
                <a:gd name="connsiteX573" fmla="*/ 1571971 w 1896163"/>
                <a:gd name="connsiteY573" fmla="*/ 3787413 h 5604524"/>
                <a:gd name="connsiteX574" fmla="*/ 1569908 w 1896163"/>
                <a:gd name="connsiteY574" fmla="*/ 3789604 h 5604524"/>
                <a:gd name="connsiteX575" fmla="*/ 1568019 w 1896163"/>
                <a:gd name="connsiteY575" fmla="*/ 3791947 h 5604524"/>
                <a:gd name="connsiteX576" fmla="*/ 1566339 w 1896163"/>
                <a:gd name="connsiteY576" fmla="*/ 3794439 h 5604524"/>
                <a:gd name="connsiteX577" fmla="*/ 1564865 w 1896163"/>
                <a:gd name="connsiteY577" fmla="*/ 3797064 h 5604524"/>
                <a:gd name="connsiteX578" fmla="*/ 1563613 w 1896163"/>
                <a:gd name="connsiteY578" fmla="*/ 3799797 h 5604524"/>
                <a:gd name="connsiteX579" fmla="*/ 1562588 w 1896163"/>
                <a:gd name="connsiteY579" fmla="*/ 3802630 h 5604524"/>
                <a:gd name="connsiteX580" fmla="*/ 1561798 w 1896163"/>
                <a:gd name="connsiteY580" fmla="*/ 3805530 h 5604524"/>
                <a:gd name="connsiteX581" fmla="*/ 1561249 w 1896163"/>
                <a:gd name="connsiteY581" fmla="*/ 3808490 h 5604524"/>
                <a:gd name="connsiteX582" fmla="*/ 1560940 w 1896163"/>
                <a:gd name="connsiteY582" fmla="*/ 3811483 h 5604524"/>
                <a:gd name="connsiteX583" fmla="*/ 1560880 w 1896163"/>
                <a:gd name="connsiteY583" fmla="*/ 3814491 h 5604524"/>
                <a:gd name="connsiteX584" fmla="*/ 1561075 w 1896163"/>
                <a:gd name="connsiteY584" fmla="*/ 3817498 h 5604524"/>
                <a:gd name="connsiteX585" fmla="*/ 1561503 w 1896163"/>
                <a:gd name="connsiteY585" fmla="*/ 3820471 h 5604524"/>
                <a:gd name="connsiteX586" fmla="*/ 1562179 w 1896163"/>
                <a:gd name="connsiteY586" fmla="*/ 3823405 h 5604524"/>
                <a:gd name="connsiteX587" fmla="*/ 1563097 w 1896163"/>
                <a:gd name="connsiteY587" fmla="*/ 3826271 h 5604524"/>
                <a:gd name="connsiteX588" fmla="*/ 1564242 w 1896163"/>
                <a:gd name="connsiteY588" fmla="*/ 3829051 h 5604524"/>
                <a:gd name="connsiteX589" fmla="*/ 1565615 w 1896163"/>
                <a:gd name="connsiteY589" fmla="*/ 3831729 h 5604524"/>
                <a:gd name="connsiteX590" fmla="*/ 1567202 w 1896163"/>
                <a:gd name="connsiteY590" fmla="*/ 3834288 h 5604524"/>
                <a:gd name="connsiteX591" fmla="*/ 1568991 w 1896163"/>
                <a:gd name="connsiteY591" fmla="*/ 3836706 h 5604524"/>
                <a:gd name="connsiteX592" fmla="*/ 1570973 w 1896163"/>
                <a:gd name="connsiteY592" fmla="*/ 3838969 h 5604524"/>
                <a:gd name="connsiteX593" fmla="*/ 1573136 w 1896163"/>
                <a:gd name="connsiteY593" fmla="*/ 3841066 h 5604524"/>
                <a:gd name="connsiteX594" fmla="*/ 1575460 w 1896163"/>
                <a:gd name="connsiteY594" fmla="*/ 3842974 h 5604524"/>
                <a:gd name="connsiteX595" fmla="*/ 1577938 w 1896163"/>
                <a:gd name="connsiteY595" fmla="*/ 3844682 h 5604524"/>
                <a:gd name="connsiteX596" fmla="*/ 1580543 w 1896163"/>
                <a:gd name="connsiteY596" fmla="*/ 3846189 h 5604524"/>
                <a:gd name="connsiteX597" fmla="*/ 1583262 w 1896163"/>
                <a:gd name="connsiteY597" fmla="*/ 3847468 h 5604524"/>
                <a:gd name="connsiteX598" fmla="*/ 1586082 w 1896163"/>
                <a:gd name="connsiteY598" fmla="*/ 3848526 h 5604524"/>
                <a:gd name="connsiteX599" fmla="*/ 1588975 w 1896163"/>
                <a:gd name="connsiteY599" fmla="*/ 3849350 h 5604524"/>
                <a:gd name="connsiteX600" fmla="*/ 1591929 w 1896163"/>
                <a:gd name="connsiteY600" fmla="*/ 3849933 h 5604524"/>
                <a:gd name="connsiteX601" fmla="*/ 1594916 w 1896163"/>
                <a:gd name="connsiteY601" fmla="*/ 3850267 h 5604524"/>
                <a:gd name="connsiteX602" fmla="*/ 1597923 w 1896163"/>
                <a:gd name="connsiteY602" fmla="*/ 3850361 h 5604524"/>
                <a:gd name="connsiteX603" fmla="*/ 1600930 w 1896163"/>
                <a:gd name="connsiteY603" fmla="*/ 3850207 h 5604524"/>
                <a:gd name="connsiteX604" fmla="*/ 1603595 w 1896163"/>
                <a:gd name="connsiteY604" fmla="*/ 3849859 h 5604524"/>
                <a:gd name="connsiteX605" fmla="*/ 1606221 w 1896163"/>
                <a:gd name="connsiteY605" fmla="*/ 3849323 h 5604524"/>
                <a:gd name="connsiteX606" fmla="*/ 1608806 w 1896163"/>
                <a:gd name="connsiteY606" fmla="*/ 3848593 h 5604524"/>
                <a:gd name="connsiteX607" fmla="*/ 1611324 w 1896163"/>
                <a:gd name="connsiteY607" fmla="*/ 3847676 h 5604524"/>
                <a:gd name="connsiteX608" fmla="*/ 1613775 w 1896163"/>
                <a:gd name="connsiteY608" fmla="*/ 3846577 h 5604524"/>
                <a:gd name="connsiteX609" fmla="*/ 1616139 w 1896163"/>
                <a:gd name="connsiteY609" fmla="*/ 3845298 h 5604524"/>
                <a:gd name="connsiteX610" fmla="*/ 1618403 w 1896163"/>
                <a:gd name="connsiteY610" fmla="*/ 3843858 h 5604524"/>
                <a:gd name="connsiteX611" fmla="*/ 1620553 w 1896163"/>
                <a:gd name="connsiteY611" fmla="*/ 3842251 h 5604524"/>
                <a:gd name="connsiteX612" fmla="*/ 1622575 w 1896163"/>
                <a:gd name="connsiteY612" fmla="*/ 3840490 h 5604524"/>
                <a:gd name="connsiteX613" fmla="*/ 1624471 w 1896163"/>
                <a:gd name="connsiteY613" fmla="*/ 3838587 h 5604524"/>
                <a:gd name="connsiteX614" fmla="*/ 1626219 w 1896163"/>
                <a:gd name="connsiteY614" fmla="*/ 3836551 h 5604524"/>
                <a:gd name="connsiteX615" fmla="*/ 1627813 w 1896163"/>
                <a:gd name="connsiteY615" fmla="*/ 3834388 h 5604524"/>
                <a:gd name="connsiteX616" fmla="*/ 1629246 w 1896163"/>
                <a:gd name="connsiteY616" fmla="*/ 3832125 h 5604524"/>
                <a:gd name="connsiteX617" fmla="*/ 1630512 w 1896163"/>
                <a:gd name="connsiteY617" fmla="*/ 3829754 h 5604524"/>
                <a:gd name="connsiteX618" fmla="*/ 1631597 w 1896163"/>
                <a:gd name="connsiteY618" fmla="*/ 3827296 h 5604524"/>
                <a:gd name="connsiteX619" fmla="*/ 1632501 w 1896163"/>
                <a:gd name="connsiteY619" fmla="*/ 3824771 h 5604524"/>
                <a:gd name="connsiteX620" fmla="*/ 1633217 w 1896163"/>
                <a:gd name="connsiteY620" fmla="*/ 3822186 h 5604524"/>
                <a:gd name="connsiteX621" fmla="*/ 1633740 w 1896163"/>
                <a:gd name="connsiteY621" fmla="*/ 3819554 h 5604524"/>
                <a:gd name="connsiteX622" fmla="*/ 1634074 w 1896163"/>
                <a:gd name="connsiteY622" fmla="*/ 3816888 h 5604524"/>
                <a:gd name="connsiteX623" fmla="*/ 1634209 w 1896163"/>
                <a:gd name="connsiteY623" fmla="*/ 3814202 h 5604524"/>
                <a:gd name="connsiteX624" fmla="*/ 1634148 w 1896163"/>
                <a:gd name="connsiteY624" fmla="*/ 3811524 h 5604524"/>
                <a:gd name="connsiteX625" fmla="*/ 1633887 w 1896163"/>
                <a:gd name="connsiteY625" fmla="*/ 3808851 h 5604524"/>
                <a:gd name="connsiteX626" fmla="*/ 1633438 w 1896163"/>
                <a:gd name="connsiteY626" fmla="*/ 3806206 h 5604524"/>
                <a:gd name="connsiteX627" fmla="*/ 1632795 w 1896163"/>
                <a:gd name="connsiteY627" fmla="*/ 3803594 h 5604524"/>
                <a:gd name="connsiteX628" fmla="*/ 1631958 w 1896163"/>
                <a:gd name="connsiteY628" fmla="*/ 3801043 h 5604524"/>
                <a:gd name="connsiteX629" fmla="*/ 1630940 w 1896163"/>
                <a:gd name="connsiteY629" fmla="*/ 3798565 h 5604524"/>
                <a:gd name="connsiteX630" fmla="*/ 1629742 w 1896163"/>
                <a:gd name="connsiteY630" fmla="*/ 3796160 h 5604524"/>
                <a:gd name="connsiteX631" fmla="*/ 1628375 w 1896163"/>
                <a:gd name="connsiteY631" fmla="*/ 3793849 h 5604524"/>
                <a:gd name="connsiteX632" fmla="*/ 1626842 w 1896163"/>
                <a:gd name="connsiteY632" fmla="*/ 3791646 h 5604524"/>
                <a:gd name="connsiteX633" fmla="*/ 1625147 w 1896163"/>
                <a:gd name="connsiteY633" fmla="*/ 3789564 h 5604524"/>
                <a:gd name="connsiteX634" fmla="*/ 1623305 w 1896163"/>
                <a:gd name="connsiteY634" fmla="*/ 3787608 h 5604524"/>
                <a:gd name="connsiteX635" fmla="*/ 1621330 w 1896163"/>
                <a:gd name="connsiteY635" fmla="*/ 3785793 h 5604524"/>
                <a:gd name="connsiteX636" fmla="*/ 1544391 w 1896163"/>
                <a:gd name="connsiteY636" fmla="*/ 4377141 h 5604524"/>
                <a:gd name="connsiteX637" fmla="*/ 1508354 w 1896163"/>
                <a:gd name="connsiteY637" fmla="*/ 4397294 h 5604524"/>
                <a:gd name="connsiteX638" fmla="*/ 1505654 w 1896163"/>
                <a:gd name="connsiteY638" fmla="*/ 4425965 h 5604524"/>
                <a:gd name="connsiteX639" fmla="*/ 1515218 w 1896163"/>
                <a:gd name="connsiteY639" fmla="*/ 4442621 h 5604524"/>
                <a:gd name="connsiteX640" fmla="*/ 1544840 w 1896163"/>
                <a:gd name="connsiteY640" fmla="*/ 4455412 h 5604524"/>
                <a:gd name="connsiteX641" fmla="*/ 1577001 w 1896163"/>
                <a:gd name="connsiteY641" fmla="*/ 4432869 h 5604524"/>
                <a:gd name="connsiteX642" fmla="*/ 1577516 w 1896163"/>
                <a:gd name="connsiteY642" fmla="*/ 4386966 h 5604524"/>
                <a:gd name="connsiteX643" fmla="*/ 1544391 w 1896163"/>
                <a:gd name="connsiteY643" fmla="*/ 4377141 h 5604524"/>
                <a:gd name="connsiteX644" fmla="*/ 1585185 w 1896163"/>
                <a:gd name="connsiteY644" fmla="*/ 4888035 h 5604524"/>
                <a:gd name="connsiteX645" fmla="*/ 1583336 w 1896163"/>
                <a:gd name="connsiteY645" fmla="*/ 4887018 h 5604524"/>
                <a:gd name="connsiteX646" fmla="*/ 1581421 w 1896163"/>
                <a:gd name="connsiteY646" fmla="*/ 4886133 h 5604524"/>
                <a:gd name="connsiteX647" fmla="*/ 1579438 w 1896163"/>
                <a:gd name="connsiteY647" fmla="*/ 4885404 h 5604524"/>
                <a:gd name="connsiteX648" fmla="*/ 1577416 w 1896163"/>
                <a:gd name="connsiteY648" fmla="*/ 4884821 h 5604524"/>
                <a:gd name="connsiteX649" fmla="*/ 1575346 w 1896163"/>
                <a:gd name="connsiteY649" fmla="*/ 4884386 h 5604524"/>
                <a:gd name="connsiteX650" fmla="*/ 1573257 w 1896163"/>
                <a:gd name="connsiteY650" fmla="*/ 4884111 h 5604524"/>
                <a:gd name="connsiteX651" fmla="*/ 1571147 w 1896163"/>
                <a:gd name="connsiteY651" fmla="*/ 4883991 h 5604524"/>
                <a:gd name="connsiteX652" fmla="*/ 1569037 w 1896163"/>
                <a:gd name="connsiteY652" fmla="*/ 4884024 h 5604524"/>
                <a:gd name="connsiteX653" fmla="*/ 1566941 w 1896163"/>
                <a:gd name="connsiteY653" fmla="*/ 4884218 h 5604524"/>
                <a:gd name="connsiteX654" fmla="*/ 1564858 w 1896163"/>
                <a:gd name="connsiteY654" fmla="*/ 4884573 h 5604524"/>
                <a:gd name="connsiteX655" fmla="*/ 1562809 w 1896163"/>
                <a:gd name="connsiteY655" fmla="*/ 4885076 h 5604524"/>
                <a:gd name="connsiteX656" fmla="*/ 1560806 w 1896163"/>
                <a:gd name="connsiteY656" fmla="*/ 4885732 h 5604524"/>
                <a:gd name="connsiteX657" fmla="*/ 1558851 w 1896163"/>
                <a:gd name="connsiteY657" fmla="*/ 4886535 h 5604524"/>
                <a:gd name="connsiteX658" fmla="*/ 1556969 w 1896163"/>
                <a:gd name="connsiteY658" fmla="*/ 4887480 h 5604524"/>
                <a:gd name="connsiteX659" fmla="*/ 1555154 w 1896163"/>
                <a:gd name="connsiteY659" fmla="*/ 4888565 h 5604524"/>
                <a:gd name="connsiteX660" fmla="*/ 1553433 w 1896163"/>
                <a:gd name="connsiteY660" fmla="*/ 4889784 h 5604524"/>
                <a:gd name="connsiteX661" fmla="*/ 1551805 w 1896163"/>
                <a:gd name="connsiteY661" fmla="*/ 4891123 h 5604524"/>
                <a:gd name="connsiteX662" fmla="*/ 1550279 w 1896163"/>
                <a:gd name="connsiteY662" fmla="*/ 4892583 h 5604524"/>
                <a:gd name="connsiteX663" fmla="*/ 1548865 w 1896163"/>
                <a:gd name="connsiteY663" fmla="*/ 4894150 h 5604524"/>
                <a:gd name="connsiteX664" fmla="*/ 1547579 w 1896163"/>
                <a:gd name="connsiteY664" fmla="*/ 4895824 h 5604524"/>
                <a:gd name="connsiteX665" fmla="*/ 1546414 w 1896163"/>
                <a:gd name="connsiteY665" fmla="*/ 4897586 h 5604524"/>
                <a:gd name="connsiteX666" fmla="*/ 1545389 w 1896163"/>
                <a:gd name="connsiteY666" fmla="*/ 4899428 h 5604524"/>
                <a:gd name="connsiteX667" fmla="*/ 1544499 w 1896163"/>
                <a:gd name="connsiteY667" fmla="*/ 4901343 h 5604524"/>
                <a:gd name="connsiteX668" fmla="*/ 1543755 w 1896163"/>
                <a:gd name="connsiteY668" fmla="*/ 4903319 h 5604524"/>
                <a:gd name="connsiteX669" fmla="*/ 1543166 w 1896163"/>
                <a:gd name="connsiteY669" fmla="*/ 4905341 h 5604524"/>
                <a:gd name="connsiteX670" fmla="*/ 1542724 w 1896163"/>
                <a:gd name="connsiteY670" fmla="*/ 4907404 h 5604524"/>
                <a:gd name="connsiteX671" fmla="*/ 1542436 w 1896163"/>
                <a:gd name="connsiteY671" fmla="*/ 4909494 h 5604524"/>
                <a:gd name="connsiteX672" fmla="*/ 1542309 w 1896163"/>
                <a:gd name="connsiteY672" fmla="*/ 4911603 h 5604524"/>
                <a:gd name="connsiteX673" fmla="*/ 1542335 w 1896163"/>
                <a:gd name="connsiteY673" fmla="*/ 4913713 h 5604524"/>
                <a:gd name="connsiteX674" fmla="*/ 1542523 w 1896163"/>
                <a:gd name="connsiteY674" fmla="*/ 4915816 h 5604524"/>
                <a:gd name="connsiteX675" fmla="*/ 1542865 w 1896163"/>
                <a:gd name="connsiteY675" fmla="*/ 4917899 h 5604524"/>
                <a:gd name="connsiteX676" fmla="*/ 1543360 w 1896163"/>
                <a:gd name="connsiteY676" fmla="*/ 4919948 h 5604524"/>
                <a:gd name="connsiteX677" fmla="*/ 1544010 w 1896163"/>
                <a:gd name="connsiteY677" fmla="*/ 4921957 h 5604524"/>
                <a:gd name="connsiteX678" fmla="*/ 1544807 w 1896163"/>
                <a:gd name="connsiteY678" fmla="*/ 4923913 h 5604524"/>
                <a:gd name="connsiteX679" fmla="*/ 1545744 w 1896163"/>
                <a:gd name="connsiteY679" fmla="*/ 4925802 h 5604524"/>
                <a:gd name="connsiteX680" fmla="*/ 1546823 w 1896163"/>
                <a:gd name="connsiteY680" fmla="*/ 4927616 h 5604524"/>
                <a:gd name="connsiteX681" fmla="*/ 1548028 w 1896163"/>
                <a:gd name="connsiteY681" fmla="*/ 4929344 h 5604524"/>
                <a:gd name="connsiteX682" fmla="*/ 1549368 w 1896163"/>
                <a:gd name="connsiteY682" fmla="*/ 4930979 h 5604524"/>
                <a:gd name="connsiteX683" fmla="*/ 1550821 w 1896163"/>
                <a:gd name="connsiteY683" fmla="*/ 4932505 h 5604524"/>
                <a:gd name="connsiteX684" fmla="*/ 1552381 w 1896163"/>
                <a:gd name="connsiteY684" fmla="*/ 4933925 h 5604524"/>
                <a:gd name="connsiteX685" fmla="*/ 1554049 w 1896163"/>
                <a:gd name="connsiteY685" fmla="*/ 4935224 h 5604524"/>
                <a:gd name="connsiteX686" fmla="*/ 1555804 w 1896163"/>
                <a:gd name="connsiteY686" fmla="*/ 4936390 h 5604524"/>
                <a:gd name="connsiteX687" fmla="*/ 1557639 w 1896163"/>
                <a:gd name="connsiteY687" fmla="*/ 4937428 h 5604524"/>
                <a:gd name="connsiteX688" fmla="*/ 1559554 w 1896163"/>
                <a:gd name="connsiteY688" fmla="*/ 4938319 h 5604524"/>
                <a:gd name="connsiteX689" fmla="*/ 1561523 w 1896163"/>
                <a:gd name="connsiteY689" fmla="*/ 4939069 h 5604524"/>
                <a:gd name="connsiteX690" fmla="*/ 1563546 w 1896163"/>
                <a:gd name="connsiteY690" fmla="*/ 4939671 h 5604524"/>
                <a:gd name="connsiteX691" fmla="*/ 1565609 w 1896163"/>
                <a:gd name="connsiteY691" fmla="*/ 4940120 h 5604524"/>
                <a:gd name="connsiteX692" fmla="*/ 1567698 w 1896163"/>
                <a:gd name="connsiteY692" fmla="*/ 4940415 h 5604524"/>
                <a:gd name="connsiteX693" fmla="*/ 1570082 w 1896163"/>
                <a:gd name="connsiteY693" fmla="*/ 4940562 h 5604524"/>
                <a:gd name="connsiteX694" fmla="*/ 1572473 w 1896163"/>
                <a:gd name="connsiteY694" fmla="*/ 4940502 h 5604524"/>
                <a:gd name="connsiteX695" fmla="*/ 1574844 w 1896163"/>
                <a:gd name="connsiteY695" fmla="*/ 4940241 h 5604524"/>
                <a:gd name="connsiteX696" fmla="*/ 1577188 w 1896163"/>
                <a:gd name="connsiteY696" fmla="*/ 4939786 h 5604524"/>
                <a:gd name="connsiteX697" fmla="*/ 1579485 w 1896163"/>
                <a:gd name="connsiteY697" fmla="*/ 4939129 h 5604524"/>
                <a:gd name="connsiteX698" fmla="*/ 1581715 w 1896163"/>
                <a:gd name="connsiteY698" fmla="*/ 4938285 h 5604524"/>
                <a:gd name="connsiteX699" fmla="*/ 1583872 w 1896163"/>
                <a:gd name="connsiteY699" fmla="*/ 4937254 h 5604524"/>
                <a:gd name="connsiteX700" fmla="*/ 1585935 w 1896163"/>
                <a:gd name="connsiteY700" fmla="*/ 4936042 h 5604524"/>
                <a:gd name="connsiteX701" fmla="*/ 1587884 w 1896163"/>
                <a:gd name="connsiteY701" fmla="*/ 4934662 h 5604524"/>
                <a:gd name="connsiteX702" fmla="*/ 1589712 w 1896163"/>
                <a:gd name="connsiteY702" fmla="*/ 4933128 h 5604524"/>
                <a:gd name="connsiteX703" fmla="*/ 1591400 w 1896163"/>
                <a:gd name="connsiteY703" fmla="*/ 4931441 h 5604524"/>
                <a:gd name="connsiteX704" fmla="*/ 1592940 w 1896163"/>
                <a:gd name="connsiteY704" fmla="*/ 4929612 h 5604524"/>
                <a:gd name="connsiteX705" fmla="*/ 1594326 w 1896163"/>
                <a:gd name="connsiteY705" fmla="*/ 4927670 h 5604524"/>
                <a:gd name="connsiteX706" fmla="*/ 1595539 w 1896163"/>
                <a:gd name="connsiteY706" fmla="*/ 4925614 h 5604524"/>
                <a:gd name="connsiteX707" fmla="*/ 1596576 w 1896163"/>
                <a:gd name="connsiteY707" fmla="*/ 4923457 h 5604524"/>
                <a:gd name="connsiteX708" fmla="*/ 1597427 w 1896163"/>
                <a:gd name="connsiteY708" fmla="*/ 4921227 h 5604524"/>
                <a:gd name="connsiteX709" fmla="*/ 1598090 w 1896163"/>
                <a:gd name="connsiteY709" fmla="*/ 4918930 h 5604524"/>
                <a:gd name="connsiteX710" fmla="*/ 1598552 w 1896163"/>
                <a:gd name="connsiteY710" fmla="*/ 4916593 h 5604524"/>
                <a:gd name="connsiteX711" fmla="*/ 1598814 w 1896163"/>
                <a:gd name="connsiteY711" fmla="*/ 4914215 h 5604524"/>
                <a:gd name="connsiteX712" fmla="*/ 1598880 w 1896163"/>
                <a:gd name="connsiteY712" fmla="*/ 4911831 h 5604524"/>
                <a:gd name="connsiteX713" fmla="*/ 1598740 w 1896163"/>
                <a:gd name="connsiteY713" fmla="*/ 4909447 h 5604524"/>
                <a:gd name="connsiteX714" fmla="*/ 1598405 w 1896163"/>
                <a:gd name="connsiteY714" fmla="*/ 4907083 h 5604524"/>
                <a:gd name="connsiteX715" fmla="*/ 1597862 w 1896163"/>
                <a:gd name="connsiteY715" fmla="*/ 4904759 h 5604524"/>
                <a:gd name="connsiteX716" fmla="*/ 1597132 w 1896163"/>
                <a:gd name="connsiteY716" fmla="*/ 4902482 h 5604524"/>
                <a:gd name="connsiteX717" fmla="*/ 1596215 w 1896163"/>
                <a:gd name="connsiteY717" fmla="*/ 4900278 h 5604524"/>
                <a:gd name="connsiteX718" fmla="*/ 1595110 w 1896163"/>
                <a:gd name="connsiteY718" fmla="*/ 4898162 h 5604524"/>
                <a:gd name="connsiteX719" fmla="*/ 1593831 w 1896163"/>
                <a:gd name="connsiteY719" fmla="*/ 4896146 h 5604524"/>
                <a:gd name="connsiteX720" fmla="*/ 1592391 w 1896163"/>
                <a:gd name="connsiteY720" fmla="*/ 4894237 h 5604524"/>
                <a:gd name="connsiteX721" fmla="*/ 1590790 w 1896163"/>
                <a:gd name="connsiteY721" fmla="*/ 4892469 h 5604524"/>
                <a:gd name="connsiteX722" fmla="*/ 1589049 w 1896163"/>
                <a:gd name="connsiteY722" fmla="*/ 4890835 h 5604524"/>
                <a:gd name="connsiteX723" fmla="*/ 1587174 w 1896163"/>
                <a:gd name="connsiteY723" fmla="*/ 4889355 h 5604524"/>
                <a:gd name="connsiteX724" fmla="*/ 1585185 w 1896163"/>
                <a:gd name="connsiteY724" fmla="*/ 4888035 h 5604524"/>
                <a:gd name="connsiteX725" fmla="*/ 106361 w 1896163"/>
                <a:gd name="connsiteY725" fmla="*/ 2271615 h 5604524"/>
                <a:gd name="connsiteX726" fmla="*/ 102993 w 1896163"/>
                <a:gd name="connsiteY726" fmla="*/ 2355973 h 5604524"/>
                <a:gd name="connsiteX727" fmla="*/ 146076 w 1896163"/>
                <a:gd name="connsiteY727" fmla="*/ 2358391 h 5604524"/>
                <a:gd name="connsiteX728" fmla="*/ 148326 w 1896163"/>
                <a:gd name="connsiteY728" fmla="*/ 2274749 h 5604524"/>
                <a:gd name="connsiteX729" fmla="*/ 106361 w 1896163"/>
                <a:gd name="connsiteY729" fmla="*/ 2271615 h 5604524"/>
                <a:gd name="connsiteX730" fmla="*/ 297481 w 1896163"/>
                <a:gd name="connsiteY730" fmla="*/ 2280368 h 5604524"/>
                <a:gd name="connsiteX731" fmla="*/ 299470 w 1896163"/>
                <a:gd name="connsiteY731" fmla="*/ 2369689 h 5604524"/>
                <a:gd name="connsiteX732" fmla="*/ 470217 w 1896163"/>
                <a:gd name="connsiteY732" fmla="*/ 2374217 h 5604524"/>
                <a:gd name="connsiteX733" fmla="*/ 465114 w 1896163"/>
                <a:gd name="connsiteY733" fmla="*/ 2283087 h 5604524"/>
                <a:gd name="connsiteX734" fmla="*/ 297481 w 1896163"/>
                <a:gd name="connsiteY734" fmla="*/ 2280368 h 5604524"/>
                <a:gd name="connsiteX735" fmla="*/ 1547325 w 1896163"/>
                <a:gd name="connsiteY735" fmla="*/ 4047067 h 5604524"/>
                <a:gd name="connsiteX736" fmla="*/ 1545483 w 1896163"/>
                <a:gd name="connsiteY736" fmla="*/ 4048151 h 5604524"/>
                <a:gd name="connsiteX737" fmla="*/ 1543748 w 1896163"/>
                <a:gd name="connsiteY737" fmla="*/ 4049404 h 5604524"/>
                <a:gd name="connsiteX738" fmla="*/ 1542155 w 1896163"/>
                <a:gd name="connsiteY738" fmla="*/ 4050824 h 5604524"/>
                <a:gd name="connsiteX739" fmla="*/ 1540695 w 1896163"/>
                <a:gd name="connsiteY739" fmla="*/ 4052391 h 5604524"/>
                <a:gd name="connsiteX740" fmla="*/ 1539402 w 1896163"/>
                <a:gd name="connsiteY740" fmla="*/ 4054092 h 5604524"/>
                <a:gd name="connsiteX741" fmla="*/ 1538277 w 1896163"/>
                <a:gd name="connsiteY741" fmla="*/ 4055907 h 5604524"/>
                <a:gd name="connsiteX742" fmla="*/ 1537333 w 1896163"/>
                <a:gd name="connsiteY742" fmla="*/ 4057829 h 5604524"/>
                <a:gd name="connsiteX743" fmla="*/ 1536583 w 1896163"/>
                <a:gd name="connsiteY743" fmla="*/ 4059832 h 5604524"/>
                <a:gd name="connsiteX744" fmla="*/ 1536027 w 1896163"/>
                <a:gd name="connsiteY744" fmla="*/ 4061894 h 5604524"/>
                <a:gd name="connsiteX745" fmla="*/ 1535672 w 1896163"/>
                <a:gd name="connsiteY745" fmla="*/ 4064004 h 5604524"/>
                <a:gd name="connsiteX746" fmla="*/ 1535524 w 1896163"/>
                <a:gd name="connsiteY746" fmla="*/ 4066134 h 5604524"/>
                <a:gd name="connsiteX747" fmla="*/ 1535591 w 1896163"/>
                <a:gd name="connsiteY747" fmla="*/ 4068270 h 5604524"/>
                <a:gd name="connsiteX748" fmla="*/ 1535859 w 1896163"/>
                <a:gd name="connsiteY748" fmla="*/ 4070393 h 5604524"/>
                <a:gd name="connsiteX749" fmla="*/ 1536328 w 1896163"/>
                <a:gd name="connsiteY749" fmla="*/ 4072476 h 5604524"/>
                <a:gd name="connsiteX750" fmla="*/ 1537005 w 1896163"/>
                <a:gd name="connsiteY750" fmla="*/ 4074505 h 5604524"/>
                <a:gd name="connsiteX751" fmla="*/ 1537868 w 1896163"/>
                <a:gd name="connsiteY751" fmla="*/ 4076461 h 5604524"/>
                <a:gd name="connsiteX752" fmla="*/ 1538920 w 1896163"/>
                <a:gd name="connsiteY752" fmla="*/ 4078323 h 5604524"/>
                <a:gd name="connsiteX753" fmla="*/ 1540146 w 1896163"/>
                <a:gd name="connsiteY753" fmla="*/ 4080071 h 5604524"/>
                <a:gd name="connsiteX754" fmla="*/ 1541539 w 1896163"/>
                <a:gd name="connsiteY754" fmla="*/ 4081698 h 5604524"/>
                <a:gd name="connsiteX755" fmla="*/ 1543085 w 1896163"/>
                <a:gd name="connsiteY755" fmla="*/ 4083178 h 5604524"/>
                <a:gd name="connsiteX756" fmla="*/ 1544760 w 1896163"/>
                <a:gd name="connsiteY756" fmla="*/ 4084497 h 5604524"/>
                <a:gd name="connsiteX757" fmla="*/ 1546562 w 1896163"/>
                <a:gd name="connsiteY757" fmla="*/ 4085656 h 5604524"/>
                <a:gd name="connsiteX758" fmla="*/ 1548464 w 1896163"/>
                <a:gd name="connsiteY758" fmla="*/ 4086627 h 5604524"/>
                <a:gd name="connsiteX759" fmla="*/ 1550453 w 1896163"/>
                <a:gd name="connsiteY759" fmla="*/ 4087418 h 5604524"/>
                <a:gd name="connsiteX760" fmla="*/ 1552509 w 1896163"/>
                <a:gd name="connsiteY760" fmla="*/ 4088007 h 5604524"/>
                <a:gd name="connsiteX761" fmla="*/ 1554611 w 1896163"/>
                <a:gd name="connsiteY761" fmla="*/ 4088389 h 5604524"/>
                <a:gd name="connsiteX762" fmla="*/ 1556741 w 1896163"/>
                <a:gd name="connsiteY762" fmla="*/ 4088576 h 5604524"/>
                <a:gd name="connsiteX763" fmla="*/ 1558878 w 1896163"/>
                <a:gd name="connsiteY763" fmla="*/ 4088549 h 5604524"/>
                <a:gd name="connsiteX764" fmla="*/ 1561007 w 1896163"/>
                <a:gd name="connsiteY764" fmla="*/ 4088315 h 5604524"/>
                <a:gd name="connsiteX765" fmla="*/ 1563097 w 1896163"/>
                <a:gd name="connsiteY765" fmla="*/ 4087873 h 5604524"/>
                <a:gd name="connsiteX766" fmla="*/ 1565140 w 1896163"/>
                <a:gd name="connsiteY766" fmla="*/ 4087237 h 5604524"/>
                <a:gd name="connsiteX767" fmla="*/ 1567109 w 1896163"/>
                <a:gd name="connsiteY767" fmla="*/ 4086399 h 5604524"/>
                <a:gd name="connsiteX768" fmla="*/ 1569640 w 1896163"/>
                <a:gd name="connsiteY768" fmla="*/ 4084966 h 5604524"/>
                <a:gd name="connsiteX769" fmla="*/ 1571964 w 1896163"/>
                <a:gd name="connsiteY769" fmla="*/ 4083205 h 5604524"/>
                <a:gd name="connsiteX770" fmla="*/ 1574034 w 1896163"/>
                <a:gd name="connsiteY770" fmla="*/ 4081162 h 5604524"/>
                <a:gd name="connsiteX771" fmla="*/ 1575815 w 1896163"/>
                <a:gd name="connsiteY771" fmla="*/ 4078859 h 5604524"/>
                <a:gd name="connsiteX772" fmla="*/ 1577275 w 1896163"/>
                <a:gd name="connsiteY772" fmla="*/ 4076340 h 5604524"/>
                <a:gd name="connsiteX773" fmla="*/ 1578394 w 1896163"/>
                <a:gd name="connsiteY773" fmla="*/ 4073654 h 5604524"/>
                <a:gd name="connsiteX774" fmla="*/ 1579144 w 1896163"/>
                <a:gd name="connsiteY774" fmla="*/ 4070842 h 5604524"/>
                <a:gd name="connsiteX775" fmla="*/ 1579519 w 1896163"/>
                <a:gd name="connsiteY775" fmla="*/ 4067955 h 5604524"/>
                <a:gd name="connsiteX776" fmla="*/ 1579512 w 1896163"/>
                <a:gd name="connsiteY776" fmla="*/ 4065042 h 5604524"/>
                <a:gd name="connsiteX777" fmla="*/ 1579117 w 1896163"/>
                <a:gd name="connsiteY777" fmla="*/ 4062162 h 5604524"/>
                <a:gd name="connsiteX778" fmla="*/ 1578347 w 1896163"/>
                <a:gd name="connsiteY778" fmla="*/ 4059356 h 5604524"/>
                <a:gd name="connsiteX779" fmla="*/ 1577215 w 1896163"/>
                <a:gd name="connsiteY779" fmla="*/ 4056671 h 5604524"/>
                <a:gd name="connsiteX780" fmla="*/ 1575735 w 1896163"/>
                <a:gd name="connsiteY780" fmla="*/ 4054166 h 5604524"/>
                <a:gd name="connsiteX781" fmla="*/ 1573940 w 1896163"/>
                <a:gd name="connsiteY781" fmla="*/ 4051875 h 5604524"/>
                <a:gd name="connsiteX782" fmla="*/ 1571857 w 1896163"/>
                <a:gd name="connsiteY782" fmla="*/ 4049839 h 5604524"/>
                <a:gd name="connsiteX783" fmla="*/ 1569526 w 1896163"/>
                <a:gd name="connsiteY783" fmla="*/ 4048098 h 5604524"/>
                <a:gd name="connsiteX784" fmla="*/ 1566988 w 1896163"/>
                <a:gd name="connsiteY784" fmla="*/ 4046678 h 5604524"/>
                <a:gd name="connsiteX785" fmla="*/ 1564283 w 1896163"/>
                <a:gd name="connsiteY785" fmla="*/ 4045606 h 5604524"/>
                <a:gd name="connsiteX786" fmla="*/ 1561456 w 1896163"/>
                <a:gd name="connsiteY786" fmla="*/ 4044903 h 5604524"/>
                <a:gd name="connsiteX787" fmla="*/ 1558563 w 1896163"/>
                <a:gd name="connsiteY787" fmla="*/ 4044575 h 5604524"/>
                <a:gd name="connsiteX788" fmla="*/ 1555656 w 1896163"/>
                <a:gd name="connsiteY788" fmla="*/ 4044636 h 5604524"/>
                <a:gd name="connsiteX789" fmla="*/ 1552777 w 1896163"/>
                <a:gd name="connsiteY789" fmla="*/ 4045071 h 5604524"/>
                <a:gd name="connsiteX790" fmla="*/ 1549984 w 1896163"/>
                <a:gd name="connsiteY790" fmla="*/ 4045888 h 5604524"/>
                <a:gd name="connsiteX791" fmla="*/ 1547325 w 1896163"/>
                <a:gd name="connsiteY791" fmla="*/ 4047067 h 5604524"/>
                <a:gd name="connsiteX792" fmla="*/ 1291248 w 1896163"/>
                <a:gd name="connsiteY792" fmla="*/ 5197510 h 5604524"/>
                <a:gd name="connsiteX793" fmla="*/ 1289594 w 1896163"/>
                <a:gd name="connsiteY793" fmla="*/ 5198179 h 5604524"/>
                <a:gd name="connsiteX794" fmla="*/ 1288047 w 1896163"/>
                <a:gd name="connsiteY794" fmla="*/ 5199063 h 5604524"/>
                <a:gd name="connsiteX795" fmla="*/ 1286627 w 1896163"/>
                <a:gd name="connsiteY795" fmla="*/ 5200148 h 5604524"/>
                <a:gd name="connsiteX796" fmla="*/ 1285375 w 1896163"/>
                <a:gd name="connsiteY796" fmla="*/ 5201414 h 5604524"/>
                <a:gd name="connsiteX797" fmla="*/ 1284290 w 1896163"/>
                <a:gd name="connsiteY797" fmla="*/ 5202834 h 5604524"/>
                <a:gd name="connsiteX798" fmla="*/ 1283413 w 1896163"/>
                <a:gd name="connsiteY798" fmla="*/ 5204388 h 5604524"/>
                <a:gd name="connsiteX799" fmla="*/ 1282750 w 1896163"/>
                <a:gd name="connsiteY799" fmla="*/ 5206042 h 5604524"/>
                <a:gd name="connsiteX800" fmla="*/ 1282314 w 1896163"/>
                <a:gd name="connsiteY800" fmla="*/ 5207770 h 5604524"/>
                <a:gd name="connsiteX801" fmla="*/ 1282113 w 1896163"/>
                <a:gd name="connsiteY801" fmla="*/ 5209545 h 5604524"/>
                <a:gd name="connsiteX802" fmla="*/ 1282153 w 1896163"/>
                <a:gd name="connsiteY802" fmla="*/ 5211326 h 5604524"/>
                <a:gd name="connsiteX803" fmla="*/ 1282428 w 1896163"/>
                <a:gd name="connsiteY803" fmla="*/ 5213087 h 5604524"/>
                <a:gd name="connsiteX804" fmla="*/ 1282937 w 1896163"/>
                <a:gd name="connsiteY804" fmla="*/ 5214795 h 5604524"/>
                <a:gd name="connsiteX805" fmla="*/ 1283667 w 1896163"/>
                <a:gd name="connsiteY805" fmla="*/ 5216423 h 5604524"/>
                <a:gd name="connsiteX806" fmla="*/ 1284611 w 1896163"/>
                <a:gd name="connsiteY806" fmla="*/ 5217936 h 5604524"/>
                <a:gd name="connsiteX807" fmla="*/ 1285750 w 1896163"/>
                <a:gd name="connsiteY807" fmla="*/ 5219309 h 5604524"/>
                <a:gd name="connsiteX808" fmla="*/ 1287063 w 1896163"/>
                <a:gd name="connsiteY808" fmla="*/ 5220521 h 5604524"/>
                <a:gd name="connsiteX809" fmla="*/ 1288523 w 1896163"/>
                <a:gd name="connsiteY809" fmla="*/ 5221546 h 5604524"/>
                <a:gd name="connsiteX810" fmla="*/ 1290103 w 1896163"/>
                <a:gd name="connsiteY810" fmla="*/ 5222363 h 5604524"/>
                <a:gd name="connsiteX811" fmla="*/ 1291784 w 1896163"/>
                <a:gd name="connsiteY811" fmla="*/ 5222959 h 5604524"/>
                <a:gd name="connsiteX812" fmla="*/ 1293532 w 1896163"/>
                <a:gd name="connsiteY812" fmla="*/ 5223334 h 5604524"/>
                <a:gd name="connsiteX813" fmla="*/ 1295307 w 1896163"/>
                <a:gd name="connsiteY813" fmla="*/ 5223462 h 5604524"/>
                <a:gd name="connsiteX814" fmla="*/ 1297088 w 1896163"/>
                <a:gd name="connsiteY814" fmla="*/ 5223361 h 5604524"/>
                <a:gd name="connsiteX815" fmla="*/ 1298836 w 1896163"/>
                <a:gd name="connsiteY815" fmla="*/ 5223019 h 5604524"/>
                <a:gd name="connsiteX816" fmla="*/ 1300524 w 1896163"/>
                <a:gd name="connsiteY816" fmla="*/ 5222443 h 5604524"/>
                <a:gd name="connsiteX817" fmla="*/ 1301676 w 1896163"/>
                <a:gd name="connsiteY817" fmla="*/ 5221901 h 5604524"/>
                <a:gd name="connsiteX818" fmla="*/ 1302767 w 1896163"/>
                <a:gd name="connsiteY818" fmla="*/ 5221245 h 5604524"/>
                <a:gd name="connsiteX819" fmla="*/ 1303799 w 1896163"/>
                <a:gd name="connsiteY819" fmla="*/ 5220488 h 5604524"/>
                <a:gd name="connsiteX820" fmla="*/ 1304750 w 1896163"/>
                <a:gd name="connsiteY820" fmla="*/ 5219637 h 5604524"/>
                <a:gd name="connsiteX821" fmla="*/ 1305614 w 1896163"/>
                <a:gd name="connsiteY821" fmla="*/ 5218706 h 5604524"/>
                <a:gd name="connsiteX822" fmla="*/ 1306384 w 1896163"/>
                <a:gd name="connsiteY822" fmla="*/ 5217689 h 5604524"/>
                <a:gd name="connsiteX823" fmla="*/ 1307054 w 1896163"/>
                <a:gd name="connsiteY823" fmla="*/ 5216604 h 5604524"/>
                <a:gd name="connsiteX824" fmla="*/ 1307616 w 1896163"/>
                <a:gd name="connsiteY824" fmla="*/ 5215458 h 5604524"/>
                <a:gd name="connsiteX825" fmla="*/ 1308065 w 1896163"/>
                <a:gd name="connsiteY825" fmla="*/ 5214273 h 5604524"/>
                <a:gd name="connsiteX826" fmla="*/ 1308407 w 1896163"/>
                <a:gd name="connsiteY826" fmla="*/ 5213040 h 5604524"/>
                <a:gd name="connsiteX827" fmla="*/ 1308621 w 1896163"/>
                <a:gd name="connsiteY827" fmla="*/ 5211781 h 5604524"/>
                <a:gd name="connsiteX828" fmla="*/ 1308715 w 1896163"/>
                <a:gd name="connsiteY828" fmla="*/ 5210515 h 5604524"/>
                <a:gd name="connsiteX829" fmla="*/ 1308688 w 1896163"/>
                <a:gd name="connsiteY829" fmla="*/ 5209236 h 5604524"/>
                <a:gd name="connsiteX830" fmla="*/ 1308541 w 1896163"/>
                <a:gd name="connsiteY830" fmla="*/ 5207971 h 5604524"/>
                <a:gd name="connsiteX831" fmla="*/ 1308273 w 1896163"/>
                <a:gd name="connsiteY831" fmla="*/ 5206725 h 5604524"/>
                <a:gd name="connsiteX832" fmla="*/ 1307884 w 1896163"/>
                <a:gd name="connsiteY832" fmla="*/ 5205513 h 5604524"/>
                <a:gd name="connsiteX833" fmla="*/ 1307382 w 1896163"/>
                <a:gd name="connsiteY833" fmla="*/ 5204341 h 5604524"/>
                <a:gd name="connsiteX834" fmla="*/ 1306773 w 1896163"/>
                <a:gd name="connsiteY834" fmla="*/ 5203222 h 5604524"/>
                <a:gd name="connsiteX835" fmla="*/ 1306056 w 1896163"/>
                <a:gd name="connsiteY835" fmla="*/ 5202164 h 5604524"/>
                <a:gd name="connsiteX836" fmla="*/ 1305245 w 1896163"/>
                <a:gd name="connsiteY836" fmla="*/ 5201187 h 5604524"/>
                <a:gd name="connsiteX837" fmla="*/ 1304342 w 1896163"/>
                <a:gd name="connsiteY837" fmla="*/ 5200282 h 5604524"/>
                <a:gd name="connsiteX838" fmla="*/ 1303357 w 1896163"/>
                <a:gd name="connsiteY838" fmla="*/ 5199479 h 5604524"/>
                <a:gd name="connsiteX839" fmla="*/ 1302299 w 1896163"/>
                <a:gd name="connsiteY839" fmla="*/ 5198762 h 5604524"/>
                <a:gd name="connsiteX840" fmla="*/ 1301180 w 1896163"/>
                <a:gd name="connsiteY840" fmla="*/ 5198159 h 5604524"/>
                <a:gd name="connsiteX841" fmla="*/ 1300002 w 1896163"/>
                <a:gd name="connsiteY841" fmla="*/ 5197664 h 5604524"/>
                <a:gd name="connsiteX842" fmla="*/ 1298789 w 1896163"/>
                <a:gd name="connsiteY842" fmla="*/ 5197282 h 5604524"/>
                <a:gd name="connsiteX843" fmla="*/ 1297544 w 1896163"/>
                <a:gd name="connsiteY843" fmla="*/ 5197014 h 5604524"/>
                <a:gd name="connsiteX844" fmla="*/ 1296278 w 1896163"/>
                <a:gd name="connsiteY844" fmla="*/ 5196873 h 5604524"/>
                <a:gd name="connsiteX845" fmla="*/ 1294999 w 1896163"/>
                <a:gd name="connsiteY845" fmla="*/ 5196847 h 5604524"/>
                <a:gd name="connsiteX846" fmla="*/ 1293733 w 1896163"/>
                <a:gd name="connsiteY846" fmla="*/ 5196947 h 5604524"/>
                <a:gd name="connsiteX847" fmla="*/ 1292474 w 1896163"/>
                <a:gd name="connsiteY847" fmla="*/ 5197168 h 5604524"/>
                <a:gd name="connsiteX848" fmla="*/ 1291248 w 1896163"/>
                <a:gd name="connsiteY848" fmla="*/ 5197510 h 5604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</a:cxnLst>
              <a:rect l="l" t="t" r="r" b="b"/>
              <a:pathLst>
                <a:path w="1896163" h="5604524">
                  <a:moveTo>
                    <a:pt x="192281" y="4707029"/>
                  </a:moveTo>
                  <a:cubicBezTo>
                    <a:pt x="231567" y="4629481"/>
                    <a:pt x="247379" y="4541445"/>
                    <a:pt x="257070" y="4455754"/>
                  </a:cubicBezTo>
                  <a:cubicBezTo>
                    <a:pt x="290148" y="4163264"/>
                    <a:pt x="241224" y="3990696"/>
                    <a:pt x="182362" y="3709698"/>
                  </a:cubicBezTo>
                  <a:cubicBezTo>
                    <a:pt x="165351" y="3628521"/>
                    <a:pt x="125489" y="3454894"/>
                    <a:pt x="172450" y="3384520"/>
                  </a:cubicBezTo>
                  <a:cubicBezTo>
                    <a:pt x="173093" y="3383548"/>
                    <a:pt x="173769" y="3382597"/>
                    <a:pt x="174432" y="3381633"/>
                  </a:cubicBezTo>
                  <a:lnTo>
                    <a:pt x="172832" y="3375626"/>
                  </a:lnTo>
                  <a:cubicBezTo>
                    <a:pt x="169142" y="3373368"/>
                    <a:pt x="165813" y="3371359"/>
                    <a:pt x="161661" y="3370047"/>
                  </a:cubicBezTo>
                  <a:cubicBezTo>
                    <a:pt x="142540" y="3364026"/>
                    <a:pt x="92659" y="3360751"/>
                    <a:pt x="75005" y="3370696"/>
                  </a:cubicBezTo>
                  <a:cubicBezTo>
                    <a:pt x="72942" y="3376630"/>
                    <a:pt x="71114" y="3382638"/>
                    <a:pt x="69526" y="3388712"/>
                  </a:cubicBezTo>
                  <a:cubicBezTo>
                    <a:pt x="67939" y="3394786"/>
                    <a:pt x="66593" y="3400921"/>
                    <a:pt x="65495" y="3407102"/>
                  </a:cubicBezTo>
                  <a:cubicBezTo>
                    <a:pt x="64396" y="3413284"/>
                    <a:pt x="63546" y="3419506"/>
                    <a:pt x="62936" y="3425755"/>
                  </a:cubicBezTo>
                  <a:cubicBezTo>
                    <a:pt x="62327" y="3432003"/>
                    <a:pt x="61972" y="3438272"/>
                    <a:pt x="61865" y="3444554"/>
                  </a:cubicBezTo>
                  <a:cubicBezTo>
                    <a:pt x="61757" y="3450829"/>
                    <a:pt x="61898" y="3457104"/>
                    <a:pt x="62287" y="3463373"/>
                  </a:cubicBezTo>
                  <a:cubicBezTo>
                    <a:pt x="62682" y="3469642"/>
                    <a:pt x="63318" y="3475883"/>
                    <a:pt x="64209" y="3482105"/>
                  </a:cubicBezTo>
                  <a:cubicBezTo>
                    <a:pt x="65093" y="3488320"/>
                    <a:pt x="66225" y="3494495"/>
                    <a:pt x="67604" y="3500623"/>
                  </a:cubicBezTo>
                  <a:cubicBezTo>
                    <a:pt x="68977" y="3506751"/>
                    <a:pt x="70598" y="3512812"/>
                    <a:pt x="72460" y="3518813"/>
                  </a:cubicBezTo>
                  <a:cubicBezTo>
                    <a:pt x="88279" y="3584439"/>
                    <a:pt x="99832" y="3651037"/>
                    <a:pt x="115108" y="3716811"/>
                  </a:cubicBezTo>
                  <a:cubicBezTo>
                    <a:pt x="173454" y="3968025"/>
                    <a:pt x="228968" y="4209991"/>
                    <a:pt x="189608" y="4469637"/>
                  </a:cubicBezTo>
                  <a:cubicBezTo>
                    <a:pt x="183641" y="4506801"/>
                    <a:pt x="175644" y="4543522"/>
                    <a:pt x="165619" y="4579801"/>
                  </a:cubicBezTo>
                  <a:cubicBezTo>
                    <a:pt x="155593" y="4616080"/>
                    <a:pt x="143605" y="4651696"/>
                    <a:pt x="129648" y="4686649"/>
                  </a:cubicBezTo>
                  <a:cubicBezTo>
                    <a:pt x="111197" y="4734059"/>
                    <a:pt x="87200" y="4782935"/>
                    <a:pt x="77469" y="4832944"/>
                  </a:cubicBezTo>
                  <a:cubicBezTo>
                    <a:pt x="66124" y="4891250"/>
                    <a:pt x="83450" y="5086663"/>
                    <a:pt x="92605" y="5152223"/>
                  </a:cubicBezTo>
                  <a:cubicBezTo>
                    <a:pt x="100876" y="5218753"/>
                    <a:pt x="113922" y="5372194"/>
                    <a:pt x="137758" y="5428264"/>
                  </a:cubicBezTo>
                  <a:cubicBezTo>
                    <a:pt x="140136" y="5433937"/>
                    <a:pt x="142868" y="5439421"/>
                    <a:pt x="145969" y="5444733"/>
                  </a:cubicBezTo>
                  <a:cubicBezTo>
                    <a:pt x="149070" y="5450043"/>
                    <a:pt x="152499" y="5455133"/>
                    <a:pt x="156269" y="5459989"/>
                  </a:cubicBezTo>
                  <a:cubicBezTo>
                    <a:pt x="160040" y="5464844"/>
                    <a:pt x="164112" y="5469432"/>
                    <a:pt x="168485" y="5473752"/>
                  </a:cubicBezTo>
                  <a:cubicBezTo>
                    <a:pt x="172859" y="5478071"/>
                    <a:pt x="177500" y="5482083"/>
                    <a:pt x="182402" y="5485793"/>
                  </a:cubicBezTo>
                  <a:cubicBezTo>
                    <a:pt x="237996" y="5527437"/>
                    <a:pt x="330934" y="5524986"/>
                    <a:pt x="397512" y="5528120"/>
                  </a:cubicBezTo>
                  <a:cubicBezTo>
                    <a:pt x="414998" y="5528944"/>
                    <a:pt x="437206" y="5528067"/>
                    <a:pt x="453762" y="5532989"/>
                  </a:cubicBezTo>
                  <a:cubicBezTo>
                    <a:pt x="492398" y="5541414"/>
                    <a:pt x="658337" y="5524497"/>
                    <a:pt x="675971" y="5544488"/>
                  </a:cubicBezTo>
                  <a:cubicBezTo>
                    <a:pt x="668583" y="5558747"/>
                    <a:pt x="659288" y="5577352"/>
                    <a:pt x="642819" y="5582361"/>
                  </a:cubicBezTo>
                  <a:cubicBezTo>
                    <a:pt x="600546" y="5595220"/>
                    <a:pt x="305156" y="5568498"/>
                    <a:pt x="251297" y="5557735"/>
                  </a:cubicBezTo>
                  <a:cubicBezTo>
                    <a:pt x="221909" y="5551869"/>
                    <a:pt x="193473" y="5543644"/>
                    <a:pt x="167748" y="5527812"/>
                  </a:cubicBezTo>
                  <a:cubicBezTo>
                    <a:pt x="125214" y="5501632"/>
                    <a:pt x="98398" y="5462172"/>
                    <a:pt x="86477" y="5414300"/>
                  </a:cubicBezTo>
                  <a:cubicBezTo>
                    <a:pt x="60585" y="5289604"/>
                    <a:pt x="12774" y="4940073"/>
                    <a:pt x="35089" y="4822382"/>
                  </a:cubicBezTo>
                  <a:cubicBezTo>
                    <a:pt x="46883" y="4760158"/>
                    <a:pt x="77583" y="4700298"/>
                    <a:pt x="96972" y="4639976"/>
                  </a:cubicBezTo>
                  <a:cubicBezTo>
                    <a:pt x="133679" y="4525787"/>
                    <a:pt x="146297" y="4396088"/>
                    <a:pt x="146612" y="4276307"/>
                  </a:cubicBezTo>
                  <a:cubicBezTo>
                    <a:pt x="147108" y="4088308"/>
                    <a:pt x="98907" y="3899010"/>
                    <a:pt x="56775" y="3716945"/>
                  </a:cubicBezTo>
                  <a:cubicBezTo>
                    <a:pt x="39382" y="3641808"/>
                    <a:pt x="20308" y="3566899"/>
                    <a:pt x="10041" y="3490363"/>
                  </a:cubicBezTo>
                  <a:cubicBezTo>
                    <a:pt x="5045" y="3453106"/>
                    <a:pt x="-2731" y="3389094"/>
                    <a:pt x="17422" y="3355453"/>
                  </a:cubicBezTo>
                  <a:cubicBezTo>
                    <a:pt x="21500" y="3348642"/>
                    <a:pt x="27340" y="3344101"/>
                    <a:pt x="33515" y="3339373"/>
                  </a:cubicBezTo>
                  <a:cubicBezTo>
                    <a:pt x="25706" y="3321920"/>
                    <a:pt x="9224" y="3292787"/>
                    <a:pt x="15238" y="3273311"/>
                  </a:cubicBezTo>
                  <a:cubicBezTo>
                    <a:pt x="19592" y="3259214"/>
                    <a:pt x="34747" y="3261752"/>
                    <a:pt x="39014" y="3252141"/>
                  </a:cubicBezTo>
                  <a:cubicBezTo>
                    <a:pt x="56942" y="3211743"/>
                    <a:pt x="49984" y="2503280"/>
                    <a:pt x="50533" y="2412699"/>
                  </a:cubicBezTo>
                  <a:cubicBezTo>
                    <a:pt x="40768" y="2401857"/>
                    <a:pt x="27930" y="2383700"/>
                    <a:pt x="28164" y="2368618"/>
                  </a:cubicBezTo>
                  <a:cubicBezTo>
                    <a:pt x="28238" y="2363910"/>
                    <a:pt x="29128" y="2364680"/>
                    <a:pt x="32645" y="2360702"/>
                  </a:cubicBezTo>
                  <a:cubicBezTo>
                    <a:pt x="34346" y="2358773"/>
                    <a:pt x="35966" y="2356771"/>
                    <a:pt x="37627" y="2354802"/>
                  </a:cubicBezTo>
                  <a:cubicBezTo>
                    <a:pt x="38364" y="2353931"/>
                    <a:pt x="39134" y="2353087"/>
                    <a:pt x="39851" y="2352196"/>
                  </a:cubicBezTo>
                  <a:cubicBezTo>
                    <a:pt x="56962" y="2331066"/>
                    <a:pt x="57987" y="2285458"/>
                    <a:pt x="62601" y="2258468"/>
                  </a:cubicBezTo>
                  <a:cubicBezTo>
                    <a:pt x="31573" y="2239997"/>
                    <a:pt x="19022" y="2219215"/>
                    <a:pt x="10075" y="2184108"/>
                  </a:cubicBezTo>
                  <a:cubicBezTo>
                    <a:pt x="-842" y="2141313"/>
                    <a:pt x="-3333" y="2094639"/>
                    <a:pt x="4804" y="2051161"/>
                  </a:cubicBezTo>
                  <a:cubicBezTo>
                    <a:pt x="19216" y="1974182"/>
                    <a:pt x="57317" y="1899079"/>
                    <a:pt x="88861" y="1827820"/>
                  </a:cubicBezTo>
                  <a:cubicBezTo>
                    <a:pt x="166764" y="1651816"/>
                    <a:pt x="253989" y="1481733"/>
                    <a:pt x="343625" y="1311421"/>
                  </a:cubicBezTo>
                  <a:cubicBezTo>
                    <a:pt x="361802" y="1276890"/>
                    <a:pt x="387827" y="1244194"/>
                    <a:pt x="403707" y="1208906"/>
                  </a:cubicBezTo>
                  <a:cubicBezTo>
                    <a:pt x="406245" y="1203274"/>
                    <a:pt x="405213" y="1200742"/>
                    <a:pt x="404276" y="1194594"/>
                  </a:cubicBezTo>
                  <a:cubicBezTo>
                    <a:pt x="402548" y="1183269"/>
                    <a:pt x="406760" y="1176846"/>
                    <a:pt x="413451" y="1168086"/>
                  </a:cubicBezTo>
                  <a:cubicBezTo>
                    <a:pt x="420919" y="1158315"/>
                    <a:pt x="430797" y="1150191"/>
                    <a:pt x="437608" y="1140058"/>
                  </a:cubicBezTo>
                  <a:cubicBezTo>
                    <a:pt x="450413" y="1120991"/>
                    <a:pt x="460272" y="1098361"/>
                    <a:pt x="470967" y="1077981"/>
                  </a:cubicBezTo>
                  <a:cubicBezTo>
                    <a:pt x="522985" y="978915"/>
                    <a:pt x="572364" y="873748"/>
                    <a:pt x="591297" y="762741"/>
                  </a:cubicBezTo>
                  <a:cubicBezTo>
                    <a:pt x="601745" y="701481"/>
                    <a:pt x="602234" y="637361"/>
                    <a:pt x="605067" y="575405"/>
                  </a:cubicBezTo>
                  <a:cubicBezTo>
                    <a:pt x="587285" y="573938"/>
                    <a:pt x="571038" y="574394"/>
                    <a:pt x="558842" y="559191"/>
                  </a:cubicBezTo>
                  <a:cubicBezTo>
                    <a:pt x="547450" y="544993"/>
                    <a:pt x="543264" y="526180"/>
                    <a:pt x="545856" y="508338"/>
                  </a:cubicBezTo>
                  <a:cubicBezTo>
                    <a:pt x="548026" y="493417"/>
                    <a:pt x="554911" y="476955"/>
                    <a:pt x="566604" y="467043"/>
                  </a:cubicBezTo>
                  <a:cubicBezTo>
                    <a:pt x="574326" y="460507"/>
                    <a:pt x="589870" y="457165"/>
                    <a:pt x="599514" y="454117"/>
                  </a:cubicBezTo>
                  <a:cubicBezTo>
                    <a:pt x="601229" y="442504"/>
                    <a:pt x="604752" y="430027"/>
                    <a:pt x="599006" y="419204"/>
                  </a:cubicBezTo>
                  <a:cubicBezTo>
                    <a:pt x="573683" y="396220"/>
                    <a:pt x="546512" y="425922"/>
                    <a:pt x="544851" y="367214"/>
                  </a:cubicBezTo>
                  <a:cubicBezTo>
                    <a:pt x="544095" y="340599"/>
                    <a:pt x="554603" y="323889"/>
                    <a:pt x="572217" y="305110"/>
                  </a:cubicBezTo>
                  <a:cubicBezTo>
                    <a:pt x="578659" y="223015"/>
                    <a:pt x="546017" y="85044"/>
                    <a:pt x="619204" y="25273"/>
                  </a:cubicBezTo>
                  <a:cubicBezTo>
                    <a:pt x="633443" y="13646"/>
                    <a:pt x="652135" y="4534"/>
                    <a:pt x="670539" y="2446"/>
                  </a:cubicBezTo>
                  <a:cubicBezTo>
                    <a:pt x="707803" y="-1782"/>
                    <a:pt x="747075" y="717"/>
                    <a:pt x="784614" y="891"/>
                  </a:cubicBezTo>
                  <a:lnTo>
                    <a:pt x="978861" y="1910"/>
                  </a:lnTo>
                  <a:lnTo>
                    <a:pt x="1140419" y="2209"/>
                  </a:lnTo>
                  <a:cubicBezTo>
                    <a:pt x="1170075" y="2262"/>
                    <a:pt x="1201512" y="278"/>
                    <a:pt x="1230973" y="3667"/>
                  </a:cubicBezTo>
                  <a:cubicBezTo>
                    <a:pt x="1257729" y="6745"/>
                    <a:pt x="1279803" y="21935"/>
                    <a:pt x="1295454" y="43476"/>
                  </a:cubicBezTo>
                  <a:cubicBezTo>
                    <a:pt x="1334774" y="97588"/>
                    <a:pt x="1332175" y="225185"/>
                    <a:pt x="1322457" y="290517"/>
                  </a:cubicBezTo>
                  <a:cubicBezTo>
                    <a:pt x="1339053" y="313749"/>
                    <a:pt x="1352763" y="343465"/>
                    <a:pt x="1347130" y="372826"/>
                  </a:cubicBezTo>
                  <a:cubicBezTo>
                    <a:pt x="1344284" y="387640"/>
                    <a:pt x="1335879" y="399461"/>
                    <a:pt x="1322953" y="407237"/>
                  </a:cubicBezTo>
                  <a:cubicBezTo>
                    <a:pt x="1307027" y="416827"/>
                    <a:pt x="1287009" y="414516"/>
                    <a:pt x="1269087" y="414898"/>
                  </a:cubicBezTo>
                  <a:cubicBezTo>
                    <a:pt x="1268572" y="429793"/>
                    <a:pt x="1267587" y="444842"/>
                    <a:pt x="1267888" y="459743"/>
                  </a:cubicBezTo>
                  <a:cubicBezTo>
                    <a:pt x="1285877" y="463125"/>
                    <a:pt x="1315988" y="465349"/>
                    <a:pt x="1326583" y="482353"/>
                  </a:cubicBezTo>
                  <a:cubicBezTo>
                    <a:pt x="1335859" y="497241"/>
                    <a:pt x="1337962" y="525048"/>
                    <a:pt x="1332544" y="541490"/>
                  </a:cubicBezTo>
                  <a:cubicBezTo>
                    <a:pt x="1327775" y="555963"/>
                    <a:pt x="1317307" y="566672"/>
                    <a:pt x="1303323" y="572585"/>
                  </a:cubicBezTo>
                  <a:cubicBezTo>
                    <a:pt x="1297939" y="574856"/>
                    <a:pt x="1292179" y="576416"/>
                    <a:pt x="1286554" y="577957"/>
                  </a:cubicBezTo>
                  <a:cubicBezTo>
                    <a:pt x="1276856" y="667827"/>
                    <a:pt x="1298488" y="776330"/>
                    <a:pt x="1328103" y="860541"/>
                  </a:cubicBezTo>
                  <a:cubicBezTo>
                    <a:pt x="1372607" y="987072"/>
                    <a:pt x="1437302" y="1110054"/>
                    <a:pt x="1499681" y="1228603"/>
                  </a:cubicBezTo>
                  <a:cubicBezTo>
                    <a:pt x="1606629" y="1431851"/>
                    <a:pt x="1723617" y="1634156"/>
                    <a:pt x="1812497" y="1846124"/>
                  </a:cubicBezTo>
                  <a:cubicBezTo>
                    <a:pt x="1837002" y="1904558"/>
                    <a:pt x="1867782" y="1966882"/>
                    <a:pt x="1882965" y="2028256"/>
                  </a:cubicBezTo>
                  <a:cubicBezTo>
                    <a:pt x="1894042" y="2073041"/>
                    <a:pt x="1903184" y="2168430"/>
                    <a:pt x="1888665" y="2210415"/>
                  </a:cubicBezTo>
                  <a:cubicBezTo>
                    <a:pt x="1880701" y="2233440"/>
                    <a:pt x="1866577" y="2249567"/>
                    <a:pt x="1847831" y="2264475"/>
                  </a:cubicBezTo>
                  <a:cubicBezTo>
                    <a:pt x="1842641" y="2268601"/>
                    <a:pt x="1837384" y="2272311"/>
                    <a:pt x="1831811" y="2275887"/>
                  </a:cubicBezTo>
                  <a:cubicBezTo>
                    <a:pt x="1830137" y="2296763"/>
                    <a:pt x="1828148" y="2317665"/>
                    <a:pt x="1827606" y="2338608"/>
                  </a:cubicBezTo>
                  <a:cubicBezTo>
                    <a:pt x="1838415" y="2348613"/>
                    <a:pt x="1849485" y="2356971"/>
                    <a:pt x="1850637" y="2372764"/>
                  </a:cubicBezTo>
                  <a:cubicBezTo>
                    <a:pt x="1851488" y="2384437"/>
                    <a:pt x="1843310" y="2393592"/>
                    <a:pt x="1836741" y="2402372"/>
                  </a:cubicBezTo>
                  <a:cubicBezTo>
                    <a:pt x="1828349" y="2462916"/>
                    <a:pt x="1834752" y="2550114"/>
                    <a:pt x="1834926" y="2613658"/>
                  </a:cubicBezTo>
                  <a:cubicBezTo>
                    <a:pt x="1835381" y="2780312"/>
                    <a:pt x="1838810" y="2947001"/>
                    <a:pt x="1838167" y="3113635"/>
                  </a:cubicBezTo>
                  <a:cubicBezTo>
                    <a:pt x="1838087" y="3135977"/>
                    <a:pt x="1837062" y="3158594"/>
                    <a:pt x="1838020" y="3180903"/>
                  </a:cubicBezTo>
                  <a:cubicBezTo>
                    <a:pt x="1838998" y="3203646"/>
                    <a:pt x="1845099" y="3228775"/>
                    <a:pt x="1841717" y="3251324"/>
                  </a:cubicBezTo>
                  <a:cubicBezTo>
                    <a:pt x="1838998" y="3269474"/>
                    <a:pt x="1822402" y="3286933"/>
                    <a:pt x="1811700" y="3301319"/>
                  </a:cubicBezTo>
                  <a:lnTo>
                    <a:pt x="1813501" y="3305177"/>
                  </a:lnTo>
                  <a:cubicBezTo>
                    <a:pt x="1826741" y="3332964"/>
                    <a:pt x="1849981" y="3358072"/>
                    <a:pt x="1854368" y="3389127"/>
                  </a:cubicBezTo>
                  <a:cubicBezTo>
                    <a:pt x="1872577" y="3518230"/>
                    <a:pt x="1799075" y="3756090"/>
                    <a:pt x="1771884" y="3888582"/>
                  </a:cubicBezTo>
                  <a:cubicBezTo>
                    <a:pt x="1747305" y="4008350"/>
                    <a:pt x="1730026" y="4132530"/>
                    <a:pt x="1729799" y="4255003"/>
                  </a:cubicBezTo>
                  <a:cubicBezTo>
                    <a:pt x="1729558" y="4379988"/>
                    <a:pt x="1744821" y="4505588"/>
                    <a:pt x="1792224" y="4622094"/>
                  </a:cubicBezTo>
                  <a:cubicBezTo>
                    <a:pt x="1811284" y="4668935"/>
                    <a:pt x="1840712" y="4712755"/>
                    <a:pt x="1854375" y="4761517"/>
                  </a:cubicBezTo>
                  <a:cubicBezTo>
                    <a:pt x="1891732" y="4894880"/>
                    <a:pt x="1845293" y="5277314"/>
                    <a:pt x="1798935" y="5409578"/>
                  </a:cubicBezTo>
                  <a:cubicBezTo>
                    <a:pt x="1797970" y="5412318"/>
                    <a:pt x="1796972" y="5415037"/>
                    <a:pt x="1795948" y="5417749"/>
                  </a:cubicBezTo>
                  <a:cubicBezTo>
                    <a:pt x="1766580" y="5482358"/>
                    <a:pt x="1738666" y="5524664"/>
                    <a:pt x="1669450" y="5550302"/>
                  </a:cubicBezTo>
                  <a:cubicBezTo>
                    <a:pt x="1602444" y="5575122"/>
                    <a:pt x="1279963" y="5610122"/>
                    <a:pt x="1222461" y="5580566"/>
                  </a:cubicBezTo>
                  <a:cubicBezTo>
                    <a:pt x="1207177" y="5572711"/>
                    <a:pt x="1197172" y="5554173"/>
                    <a:pt x="1188466" y="5540149"/>
                  </a:cubicBezTo>
                  <a:cubicBezTo>
                    <a:pt x="1170416" y="5557387"/>
                    <a:pt x="1150472" y="5580419"/>
                    <a:pt x="1127721" y="5590914"/>
                  </a:cubicBezTo>
                  <a:cubicBezTo>
                    <a:pt x="1092788" y="5607021"/>
                    <a:pt x="937479" y="5604837"/>
                    <a:pt x="890859" y="5603819"/>
                  </a:cubicBezTo>
                  <a:cubicBezTo>
                    <a:pt x="830329" y="5602493"/>
                    <a:pt x="752748" y="5606545"/>
                    <a:pt x="707555" y="5560408"/>
                  </a:cubicBezTo>
                  <a:cubicBezTo>
                    <a:pt x="670077" y="5522146"/>
                    <a:pt x="651030" y="5465018"/>
                    <a:pt x="628139" y="5417535"/>
                  </a:cubicBezTo>
                  <a:lnTo>
                    <a:pt x="627931" y="5409311"/>
                  </a:lnTo>
                  <a:lnTo>
                    <a:pt x="635787" y="5401207"/>
                  </a:lnTo>
                  <a:lnTo>
                    <a:pt x="651150" y="5433428"/>
                  </a:lnTo>
                  <a:cubicBezTo>
                    <a:pt x="840522" y="5438222"/>
                    <a:pt x="1030550" y="5429550"/>
                    <a:pt x="1220063" y="5430568"/>
                  </a:cubicBezTo>
                  <a:cubicBezTo>
                    <a:pt x="1231509" y="5382394"/>
                    <a:pt x="1257909" y="5251992"/>
                    <a:pt x="1238882" y="5207797"/>
                  </a:cubicBezTo>
                  <a:cubicBezTo>
                    <a:pt x="1236056" y="5201227"/>
                    <a:pt x="1235782" y="5201274"/>
                    <a:pt x="1228903" y="5198420"/>
                  </a:cubicBezTo>
                  <a:cubicBezTo>
                    <a:pt x="1228153" y="5199191"/>
                    <a:pt x="1227423" y="5199968"/>
                    <a:pt x="1226667" y="5200731"/>
                  </a:cubicBezTo>
                  <a:lnTo>
                    <a:pt x="1222863" y="5204495"/>
                  </a:lnTo>
                  <a:cubicBezTo>
                    <a:pt x="1198197" y="5229121"/>
                    <a:pt x="1164891" y="5242944"/>
                    <a:pt x="1132871" y="5255762"/>
                  </a:cubicBezTo>
                  <a:lnTo>
                    <a:pt x="1127326" y="5257939"/>
                  </a:lnTo>
                  <a:cubicBezTo>
                    <a:pt x="1109203" y="5251288"/>
                    <a:pt x="1091281" y="5245697"/>
                    <a:pt x="1074860" y="5235275"/>
                  </a:cubicBezTo>
                  <a:cubicBezTo>
                    <a:pt x="1129643" y="5206209"/>
                    <a:pt x="1196877" y="5181349"/>
                    <a:pt x="1244120" y="5141547"/>
                  </a:cubicBezTo>
                  <a:cubicBezTo>
                    <a:pt x="1241695" y="5113707"/>
                    <a:pt x="1236197" y="5085645"/>
                    <a:pt x="1231998" y="5057992"/>
                  </a:cubicBezTo>
                  <a:cubicBezTo>
                    <a:pt x="1245613" y="5083649"/>
                    <a:pt x="1251219" y="5106875"/>
                    <a:pt x="1254902" y="5135359"/>
                  </a:cubicBezTo>
                  <a:cubicBezTo>
                    <a:pt x="1344096" y="5063357"/>
                    <a:pt x="1404975" y="4975582"/>
                    <a:pt x="1439392" y="4865640"/>
                  </a:cubicBezTo>
                  <a:cubicBezTo>
                    <a:pt x="1455579" y="4831805"/>
                    <a:pt x="1464460" y="4793256"/>
                    <a:pt x="1463462" y="4755704"/>
                  </a:cubicBezTo>
                  <a:cubicBezTo>
                    <a:pt x="1461888" y="4696661"/>
                    <a:pt x="1436177" y="4639795"/>
                    <a:pt x="1425910" y="4581904"/>
                  </a:cubicBezTo>
                  <a:cubicBezTo>
                    <a:pt x="1403475" y="4455366"/>
                    <a:pt x="1395444" y="4319746"/>
                    <a:pt x="1397333" y="4191279"/>
                  </a:cubicBezTo>
                  <a:cubicBezTo>
                    <a:pt x="1399168" y="4066750"/>
                    <a:pt x="1416012" y="3937359"/>
                    <a:pt x="1441582" y="3815556"/>
                  </a:cubicBezTo>
                  <a:cubicBezTo>
                    <a:pt x="1469838" y="3680961"/>
                    <a:pt x="1508119" y="3546332"/>
                    <a:pt x="1514957" y="3408462"/>
                  </a:cubicBezTo>
                  <a:cubicBezTo>
                    <a:pt x="1457314" y="3408342"/>
                    <a:pt x="1399282" y="3412306"/>
                    <a:pt x="1341706" y="3415159"/>
                  </a:cubicBezTo>
                  <a:cubicBezTo>
                    <a:pt x="1249069" y="3415441"/>
                    <a:pt x="1156506" y="3418321"/>
                    <a:pt x="1063843" y="3418354"/>
                  </a:cubicBezTo>
                  <a:cubicBezTo>
                    <a:pt x="981922" y="3418897"/>
                    <a:pt x="900001" y="3418722"/>
                    <a:pt x="818086" y="3417818"/>
                  </a:cubicBezTo>
                  <a:cubicBezTo>
                    <a:pt x="782819" y="3417490"/>
                    <a:pt x="742387" y="3411724"/>
                    <a:pt x="707936" y="3417591"/>
                  </a:cubicBezTo>
                  <a:cubicBezTo>
                    <a:pt x="695560" y="3419379"/>
                    <a:pt x="685427" y="3418468"/>
                    <a:pt x="673077" y="3416747"/>
                  </a:cubicBezTo>
                  <a:cubicBezTo>
                    <a:pt x="665623" y="3409159"/>
                    <a:pt x="601557" y="3412441"/>
                    <a:pt x="586140" y="3412146"/>
                  </a:cubicBezTo>
                  <a:cubicBezTo>
                    <a:pt x="585705" y="3557798"/>
                    <a:pt x="583702" y="3705560"/>
                    <a:pt x="598858" y="3850576"/>
                  </a:cubicBezTo>
                  <a:lnTo>
                    <a:pt x="593862" y="3852953"/>
                  </a:lnTo>
                  <a:cubicBezTo>
                    <a:pt x="577025" y="3748195"/>
                    <a:pt x="570569" y="3520588"/>
                    <a:pt x="578619" y="3411690"/>
                  </a:cubicBezTo>
                  <a:cubicBezTo>
                    <a:pt x="538683" y="3409862"/>
                    <a:pt x="498412" y="3407933"/>
                    <a:pt x="458443" y="3408275"/>
                  </a:cubicBezTo>
                  <a:lnTo>
                    <a:pt x="412533" y="3407906"/>
                  </a:lnTo>
                  <a:cubicBezTo>
                    <a:pt x="390714" y="3404022"/>
                    <a:pt x="367200" y="3403620"/>
                    <a:pt x="345052" y="3401598"/>
                  </a:cubicBezTo>
                  <a:cubicBezTo>
                    <a:pt x="328403" y="3399963"/>
                    <a:pt x="307387" y="3394291"/>
                    <a:pt x="291621" y="3400084"/>
                  </a:cubicBezTo>
                  <a:cubicBezTo>
                    <a:pt x="286739" y="3405897"/>
                    <a:pt x="287040" y="3410471"/>
                    <a:pt x="286578" y="3417832"/>
                  </a:cubicBezTo>
                  <a:cubicBezTo>
                    <a:pt x="284368" y="3410552"/>
                    <a:pt x="282848" y="3407096"/>
                    <a:pt x="277289" y="3401839"/>
                  </a:cubicBezTo>
                  <a:lnTo>
                    <a:pt x="276063" y="3396387"/>
                  </a:lnTo>
                  <a:cubicBezTo>
                    <a:pt x="247479" y="3390266"/>
                    <a:pt x="216250" y="3389563"/>
                    <a:pt x="187063" y="3387553"/>
                  </a:cubicBezTo>
                  <a:cubicBezTo>
                    <a:pt x="198080" y="3487081"/>
                    <a:pt x="213263" y="3585973"/>
                    <a:pt x="232598" y="3684229"/>
                  </a:cubicBezTo>
                  <a:cubicBezTo>
                    <a:pt x="280129" y="3917548"/>
                    <a:pt x="346867" y="4151745"/>
                    <a:pt x="322040" y="4392471"/>
                  </a:cubicBezTo>
                  <a:cubicBezTo>
                    <a:pt x="319823" y="4413936"/>
                    <a:pt x="316944" y="4435314"/>
                    <a:pt x="313394" y="4456598"/>
                  </a:cubicBezTo>
                  <a:cubicBezTo>
                    <a:pt x="309838" y="4477888"/>
                    <a:pt x="305625" y="4499038"/>
                    <a:pt x="300743" y="4520061"/>
                  </a:cubicBezTo>
                  <a:cubicBezTo>
                    <a:pt x="295860" y="4541084"/>
                    <a:pt x="290329" y="4561925"/>
                    <a:pt x="284147" y="4582600"/>
                  </a:cubicBezTo>
                  <a:cubicBezTo>
                    <a:pt x="277959" y="4603274"/>
                    <a:pt x="271128" y="4623735"/>
                    <a:pt x="263660" y="4643980"/>
                  </a:cubicBezTo>
                  <a:cubicBezTo>
                    <a:pt x="242142" y="4702763"/>
                    <a:pt x="208327" y="4754613"/>
                    <a:pt x="202775" y="4818331"/>
                  </a:cubicBezTo>
                  <a:cubicBezTo>
                    <a:pt x="197652" y="4865747"/>
                    <a:pt x="220349" y="4924616"/>
                    <a:pt x="227053" y="4972461"/>
                  </a:cubicBezTo>
                  <a:cubicBezTo>
                    <a:pt x="237360" y="5046051"/>
                    <a:pt x="233201" y="5126077"/>
                    <a:pt x="251270" y="5197878"/>
                  </a:cubicBezTo>
                  <a:cubicBezTo>
                    <a:pt x="260412" y="5231525"/>
                    <a:pt x="267390" y="5262185"/>
                    <a:pt x="300381" y="5280623"/>
                  </a:cubicBezTo>
                  <a:cubicBezTo>
                    <a:pt x="351099" y="5308965"/>
                    <a:pt x="434434" y="5307017"/>
                    <a:pt x="491548" y="5314417"/>
                  </a:cubicBezTo>
                  <a:cubicBezTo>
                    <a:pt x="523568" y="5318161"/>
                    <a:pt x="557127" y="5318094"/>
                    <a:pt x="589314" y="5316460"/>
                  </a:cubicBezTo>
                  <a:cubicBezTo>
                    <a:pt x="594780" y="5344662"/>
                    <a:pt x="603801" y="5366683"/>
                    <a:pt x="616184" y="5392688"/>
                  </a:cubicBezTo>
                  <a:cubicBezTo>
                    <a:pt x="615621" y="5393900"/>
                    <a:pt x="614912" y="5395045"/>
                    <a:pt x="614503" y="5396311"/>
                  </a:cubicBezTo>
                  <a:cubicBezTo>
                    <a:pt x="611556" y="5405353"/>
                    <a:pt x="614416" y="5417816"/>
                    <a:pt x="618990" y="5425940"/>
                  </a:cubicBezTo>
                  <a:cubicBezTo>
                    <a:pt x="613646" y="5431378"/>
                    <a:pt x="604069" y="5429630"/>
                    <a:pt x="596581" y="5429637"/>
                  </a:cubicBezTo>
                  <a:cubicBezTo>
                    <a:pt x="525396" y="5429731"/>
                    <a:pt x="280490" y="5424614"/>
                    <a:pt x="226517" y="5399492"/>
                  </a:cubicBezTo>
                  <a:cubicBezTo>
                    <a:pt x="213846" y="5383874"/>
                    <a:pt x="224079" y="5355398"/>
                    <a:pt x="213960" y="5337141"/>
                  </a:cubicBezTo>
                  <a:cubicBezTo>
                    <a:pt x="209131" y="5346222"/>
                    <a:pt x="212171" y="5380760"/>
                    <a:pt x="215332" y="5391241"/>
                  </a:cubicBezTo>
                  <a:cubicBezTo>
                    <a:pt x="218983" y="5403337"/>
                    <a:pt x="229979" y="5407415"/>
                    <a:pt x="240601" y="5411976"/>
                  </a:cubicBezTo>
                  <a:lnTo>
                    <a:pt x="243977" y="5413402"/>
                  </a:lnTo>
                  <a:lnTo>
                    <a:pt x="224648" y="5412753"/>
                  </a:lnTo>
                  <a:cubicBezTo>
                    <a:pt x="225687" y="5425056"/>
                    <a:pt x="251618" y="5436984"/>
                    <a:pt x="250600" y="5447800"/>
                  </a:cubicBezTo>
                  <a:lnTo>
                    <a:pt x="246769" y="5448483"/>
                  </a:lnTo>
                  <a:cubicBezTo>
                    <a:pt x="246046" y="5447994"/>
                    <a:pt x="245296" y="5447539"/>
                    <a:pt x="244600" y="5447003"/>
                  </a:cubicBezTo>
                  <a:cubicBezTo>
                    <a:pt x="193674" y="5407583"/>
                    <a:pt x="204597" y="5332078"/>
                    <a:pt x="194779" y="5275934"/>
                  </a:cubicBezTo>
                  <a:cubicBezTo>
                    <a:pt x="193848" y="5270624"/>
                    <a:pt x="194852" y="5269800"/>
                    <a:pt x="196714" y="5264911"/>
                  </a:cubicBezTo>
                  <a:cubicBezTo>
                    <a:pt x="204383" y="5267663"/>
                    <a:pt x="212145" y="5269425"/>
                    <a:pt x="220047" y="5271360"/>
                  </a:cubicBezTo>
                  <a:cubicBezTo>
                    <a:pt x="224943" y="5266713"/>
                    <a:pt x="217081" y="5257370"/>
                    <a:pt x="214234" y="5251295"/>
                  </a:cubicBezTo>
                  <a:cubicBezTo>
                    <a:pt x="196312" y="5213020"/>
                    <a:pt x="205099" y="5110003"/>
                    <a:pt x="201851" y="5062285"/>
                  </a:cubicBezTo>
                  <a:cubicBezTo>
                    <a:pt x="196560" y="4984523"/>
                    <a:pt x="162953" y="4897713"/>
                    <a:pt x="164132" y="4828416"/>
                  </a:cubicBezTo>
                  <a:cubicBezTo>
                    <a:pt x="164855" y="4785494"/>
                    <a:pt x="186307" y="4750675"/>
                    <a:pt x="191959" y="4709748"/>
                  </a:cubicBezTo>
                  <a:cubicBezTo>
                    <a:pt x="192086" y="4708843"/>
                    <a:pt x="192173" y="4707933"/>
                    <a:pt x="192281" y="4707029"/>
                  </a:cubicBezTo>
                  <a:close/>
                  <a:moveTo>
                    <a:pt x="1098554" y="23960"/>
                  </a:moveTo>
                  <a:cubicBezTo>
                    <a:pt x="1013044" y="19628"/>
                    <a:pt x="926368" y="22879"/>
                    <a:pt x="840717" y="22836"/>
                  </a:cubicBezTo>
                  <a:cubicBezTo>
                    <a:pt x="790815" y="22810"/>
                    <a:pt x="733775" y="16929"/>
                    <a:pt x="684804" y="24644"/>
                  </a:cubicBezTo>
                  <a:cubicBezTo>
                    <a:pt x="665844" y="27631"/>
                    <a:pt x="647507" y="33993"/>
                    <a:pt x="633175" y="47206"/>
                  </a:cubicBezTo>
                  <a:cubicBezTo>
                    <a:pt x="604203" y="73915"/>
                    <a:pt x="602669" y="119897"/>
                    <a:pt x="602341" y="156672"/>
                  </a:cubicBezTo>
                  <a:cubicBezTo>
                    <a:pt x="602240" y="195757"/>
                    <a:pt x="602803" y="234829"/>
                    <a:pt x="604042" y="273894"/>
                  </a:cubicBezTo>
                  <a:lnTo>
                    <a:pt x="603834" y="286679"/>
                  </a:lnTo>
                  <a:cubicBezTo>
                    <a:pt x="603734" y="295821"/>
                    <a:pt x="603084" y="304608"/>
                    <a:pt x="605093" y="313569"/>
                  </a:cubicBezTo>
                  <a:cubicBezTo>
                    <a:pt x="599294" y="326521"/>
                    <a:pt x="587151" y="350049"/>
                    <a:pt x="593299" y="364595"/>
                  </a:cubicBezTo>
                  <a:cubicBezTo>
                    <a:pt x="596039" y="371085"/>
                    <a:pt x="600901" y="375438"/>
                    <a:pt x="607739" y="377166"/>
                  </a:cubicBezTo>
                  <a:cubicBezTo>
                    <a:pt x="612889" y="378465"/>
                    <a:pt x="620289" y="377608"/>
                    <a:pt x="625667" y="377487"/>
                  </a:cubicBezTo>
                  <a:cubicBezTo>
                    <a:pt x="730305" y="364227"/>
                    <a:pt x="879668" y="369605"/>
                    <a:pt x="987427" y="368051"/>
                  </a:cubicBezTo>
                  <a:cubicBezTo>
                    <a:pt x="1019313" y="370609"/>
                    <a:pt x="1051506" y="369993"/>
                    <a:pt x="1083258" y="372833"/>
                  </a:cubicBezTo>
                  <a:cubicBezTo>
                    <a:pt x="1153934" y="383830"/>
                    <a:pt x="1228656" y="371339"/>
                    <a:pt x="1298254" y="383722"/>
                  </a:cubicBezTo>
                  <a:lnTo>
                    <a:pt x="1306733" y="381653"/>
                  </a:lnTo>
                  <a:cubicBezTo>
                    <a:pt x="1311032" y="376697"/>
                    <a:pt x="1311802" y="376885"/>
                    <a:pt x="1312994" y="369805"/>
                  </a:cubicBezTo>
                  <a:cubicBezTo>
                    <a:pt x="1315465" y="355205"/>
                    <a:pt x="1309726" y="339467"/>
                    <a:pt x="1301308" y="327753"/>
                  </a:cubicBezTo>
                  <a:cubicBezTo>
                    <a:pt x="1296707" y="323909"/>
                    <a:pt x="1296901" y="322643"/>
                    <a:pt x="1294872" y="317239"/>
                  </a:cubicBezTo>
                  <a:cubicBezTo>
                    <a:pt x="1293572" y="309168"/>
                    <a:pt x="1292956" y="303590"/>
                    <a:pt x="1288375" y="296618"/>
                  </a:cubicBezTo>
                  <a:cubicBezTo>
                    <a:pt x="1266582" y="283116"/>
                    <a:pt x="1218335" y="290831"/>
                    <a:pt x="1192189" y="290543"/>
                  </a:cubicBezTo>
                  <a:cubicBezTo>
                    <a:pt x="1205490" y="280873"/>
                    <a:pt x="1224289" y="283344"/>
                    <a:pt x="1240302" y="281040"/>
                  </a:cubicBezTo>
                  <a:lnTo>
                    <a:pt x="1251547" y="281033"/>
                  </a:lnTo>
                  <a:cubicBezTo>
                    <a:pt x="1265323" y="280424"/>
                    <a:pt x="1279153" y="278328"/>
                    <a:pt x="1292862" y="276760"/>
                  </a:cubicBezTo>
                  <a:cubicBezTo>
                    <a:pt x="1292782" y="224696"/>
                    <a:pt x="1303069" y="95713"/>
                    <a:pt x="1267929" y="58487"/>
                  </a:cubicBezTo>
                  <a:cubicBezTo>
                    <a:pt x="1229653" y="17944"/>
                    <a:pt x="1149923" y="25561"/>
                    <a:pt x="1098554" y="23960"/>
                  </a:cubicBezTo>
                  <a:close/>
                  <a:moveTo>
                    <a:pt x="750016" y="407933"/>
                  </a:moveTo>
                  <a:cubicBezTo>
                    <a:pt x="725657" y="407987"/>
                    <a:pt x="653153" y="399602"/>
                    <a:pt x="637100" y="420310"/>
                  </a:cubicBezTo>
                  <a:cubicBezTo>
                    <a:pt x="633543" y="424904"/>
                    <a:pt x="633289" y="430108"/>
                    <a:pt x="632653" y="435619"/>
                  </a:cubicBezTo>
                  <a:lnTo>
                    <a:pt x="635311" y="442544"/>
                  </a:lnTo>
                  <a:cubicBezTo>
                    <a:pt x="641520" y="444306"/>
                    <a:pt x="644172" y="443321"/>
                    <a:pt x="649992" y="441339"/>
                  </a:cubicBezTo>
                  <a:cubicBezTo>
                    <a:pt x="663694" y="436678"/>
                    <a:pt x="678308" y="435184"/>
                    <a:pt x="692586" y="433108"/>
                  </a:cubicBezTo>
                  <a:lnTo>
                    <a:pt x="694428" y="428614"/>
                  </a:lnTo>
                  <a:lnTo>
                    <a:pt x="703570" y="421736"/>
                  </a:lnTo>
                  <a:lnTo>
                    <a:pt x="699304" y="419472"/>
                  </a:lnTo>
                  <a:cubicBezTo>
                    <a:pt x="701018" y="424830"/>
                    <a:pt x="702619" y="430188"/>
                    <a:pt x="704086" y="435619"/>
                  </a:cubicBezTo>
                  <a:cubicBezTo>
                    <a:pt x="711312" y="434668"/>
                    <a:pt x="712276" y="432666"/>
                    <a:pt x="717802" y="428232"/>
                  </a:cubicBezTo>
                  <a:lnTo>
                    <a:pt x="719637" y="435057"/>
                  </a:lnTo>
                  <a:cubicBezTo>
                    <a:pt x="727794" y="439658"/>
                    <a:pt x="735663" y="443589"/>
                    <a:pt x="744296" y="447219"/>
                  </a:cubicBezTo>
                  <a:cubicBezTo>
                    <a:pt x="696477" y="450950"/>
                    <a:pt x="651753" y="457185"/>
                    <a:pt x="605140" y="469220"/>
                  </a:cubicBezTo>
                  <a:cubicBezTo>
                    <a:pt x="599052" y="488856"/>
                    <a:pt x="589850" y="509778"/>
                    <a:pt x="593534" y="530480"/>
                  </a:cubicBezTo>
                  <a:lnTo>
                    <a:pt x="598383" y="536721"/>
                  </a:lnTo>
                  <a:cubicBezTo>
                    <a:pt x="663822" y="540385"/>
                    <a:pt x="732442" y="532743"/>
                    <a:pt x="798202" y="531417"/>
                  </a:cubicBezTo>
                  <a:cubicBezTo>
                    <a:pt x="956070" y="528229"/>
                    <a:pt x="1130433" y="525497"/>
                    <a:pt x="1287317" y="535275"/>
                  </a:cubicBezTo>
                  <a:cubicBezTo>
                    <a:pt x="1287531" y="519603"/>
                    <a:pt x="1291650" y="493122"/>
                    <a:pt x="1280700" y="481027"/>
                  </a:cubicBezTo>
                  <a:lnTo>
                    <a:pt x="1240570" y="468731"/>
                  </a:lnTo>
                  <a:cubicBezTo>
                    <a:pt x="1241789" y="460734"/>
                    <a:pt x="1242506" y="455591"/>
                    <a:pt x="1240115" y="447788"/>
                  </a:cubicBezTo>
                  <a:cubicBezTo>
                    <a:pt x="1240148" y="437589"/>
                    <a:pt x="1240818" y="428996"/>
                    <a:pt x="1235956" y="419660"/>
                  </a:cubicBezTo>
                  <a:cubicBezTo>
                    <a:pt x="1221429" y="408596"/>
                    <a:pt x="1197962" y="413097"/>
                    <a:pt x="1180496" y="413833"/>
                  </a:cubicBezTo>
                  <a:cubicBezTo>
                    <a:pt x="1158107" y="410599"/>
                    <a:pt x="1135269" y="411315"/>
                    <a:pt x="1112699" y="411175"/>
                  </a:cubicBezTo>
                  <a:lnTo>
                    <a:pt x="1100543" y="411416"/>
                  </a:lnTo>
                  <a:lnTo>
                    <a:pt x="1093840" y="410819"/>
                  </a:lnTo>
                  <a:cubicBezTo>
                    <a:pt x="1084417" y="406098"/>
                    <a:pt x="1074826" y="401738"/>
                    <a:pt x="1065075" y="397740"/>
                  </a:cubicBezTo>
                  <a:cubicBezTo>
                    <a:pt x="1054393" y="393239"/>
                    <a:pt x="1044695" y="388652"/>
                    <a:pt x="1032888" y="388779"/>
                  </a:cubicBezTo>
                  <a:cubicBezTo>
                    <a:pt x="1010968" y="389007"/>
                    <a:pt x="993863" y="402535"/>
                    <a:pt x="972733" y="403232"/>
                  </a:cubicBezTo>
                  <a:cubicBezTo>
                    <a:pt x="936675" y="404430"/>
                    <a:pt x="818602" y="395436"/>
                    <a:pt x="791324" y="406553"/>
                  </a:cubicBezTo>
                  <a:lnTo>
                    <a:pt x="750016" y="407933"/>
                  </a:lnTo>
                  <a:close/>
                  <a:moveTo>
                    <a:pt x="922001" y="562801"/>
                  </a:moveTo>
                  <a:cubicBezTo>
                    <a:pt x="833544" y="561227"/>
                    <a:pt x="743385" y="560443"/>
                    <a:pt x="655363" y="570295"/>
                  </a:cubicBezTo>
                  <a:lnTo>
                    <a:pt x="648170" y="574059"/>
                  </a:lnTo>
                  <a:cubicBezTo>
                    <a:pt x="636537" y="613177"/>
                    <a:pt x="642806" y="699371"/>
                    <a:pt x="637388" y="746580"/>
                  </a:cubicBezTo>
                  <a:cubicBezTo>
                    <a:pt x="621187" y="887832"/>
                    <a:pt x="540994" y="1041890"/>
                    <a:pt x="470512" y="1164235"/>
                  </a:cubicBezTo>
                  <a:cubicBezTo>
                    <a:pt x="504186" y="1164664"/>
                    <a:pt x="583260" y="1158871"/>
                    <a:pt x="610223" y="1171455"/>
                  </a:cubicBezTo>
                  <a:cubicBezTo>
                    <a:pt x="606741" y="1179224"/>
                    <a:pt x="603586" y="1187434"/>
                    <a:pt x="599414" y="1194855"/>
                  </a:cubicBezTo>
                  <a:cubicBezTo>
                    <a:pt x="576904" y="1186202"/>
                    <a:pt x="479446" y="1185305"/>
                    <a:pt x="455229" y="1190864"/>
                  </a:cubicBezTo>
                  <a:cubicBezTo>
                    <a:pt x="450199" y="1197273"/>
                    <a:pt x="449221" y="1196456"/>
                    <a:pt x="449114" y="1205122"/>
                  </a:cubicBezTo>
                  <a:cubicBezTo>
                    <a:pt x="466266" y="1211772"/>
                    <a:pt x="549674" y="1208859"/>
                    <a:pt x="570924" y="1205845"/>
                  </a:cubicBezTo>
                  <a:cubicBezTo>
                    <a:pt x="580387" y="1204506"/>
                    <a:pt x="589294" y="1200327"/>
                    <a:pt x="598530" y="1199061"/>
                  </a:cubicBezTo>
                  <a:cubicBezTo>
                    <a:pt x="590654" y="1222823"/>
                    <a:pt x="581251" y="1244817"/>
                    <a:pt x="570281" y="1267313"/>
                  </a:cubicBezTo>
                  <a:cubicBezTo>
                    <a:pt x="566222" y="1271231"/>
                    <a:pt x="561755" y="1277359"/>
                    <a:pt x="556290" y="1278651"/>
                  </a:cubicBezTo>
                  <a:lnTo>
                    <a:pt x="556793" y="1260796"/>
                  </a:lnTo>
                  <a:lnTo>
                    <a:pt x="568071" y="1233097"/>
                  </a:lnTo>
                  <a:cubicBezTo>
                    <a:pt x="543961" y="1232440"/>
                    <a:pt x="519764" y="1232648"/>
                    <a:pt x="495640" y="1232474"/>
                  </a:cubicBezTo>
                  <a:cubicBezTo>
                    <a:pt x="489740" y="1232809"/>
                    <a:pt x="489465" y="1233492"/>
                    <a:pt x="484797" y="1236827"/>
                  </a:cubicBezTo>
                  <a:cubicBezTo>
                    <a:pt x="483076" y="1238059"/>
                    <a:pt x="481388" y="1239338"/>
                    <a:pt x="479680" y="1240591"/>
                  </a:cubicBezTo>
                  <a:lnTo>
                    <a:pt x="481187" y="1231435"/>
                  </a:lnTo>
                  <a:lnTo>
                    <a:pt x="475682" y="1231482"/>
                  </a:lnTo>
                  <a:lnTo>
                    <a:pt x="444660" y="1231067"/>
                  </a:lnTo>
                  <a:cubicBezTo>
                    <a:pt x="394056" y="1311381"/>
                    <a:pt x="352024" y="1398572"/>
                    <a:pt x="308257" y="1482791"/>
                  </a:cubicBezTo>
                  <a:cubicBezTo>
                    <a:pt x="237728" y="1618497"/>
                    <a:pt x="168365" y="1755322"/>
                    <a:pt x="108444" y="1896119"/>
                  </a:cubicBezTo>
                  <a:cubicBezTo>
                    <a:pt x="89143" y="1941473"/>
                    <a:pt x="65937" y="1990457"/>
                    <a:pt x="55248" y="2038623"/>
                  </a:cubicBezTo>
                  <a:cubicBezTo>
                    <a:pt x="47439" y="2073818"/>
                    <a:pt x="50145" y="2115696"/>
                    <a:pt x="57927" y="2150836"/>
                  </a:cubicBezTo>
                  <a:cubicBezTo>
                    <a:pt x="66854" y="2191114"/>
                    <a:pt x="84374" y="2215163"/>
                    <a:pt x="116950" y="2238704"/>
                  </a:cubicBezTo>
                  <a:cubicBezTo>
                    <a:pt x="151441" y="2250800"/>
                    <a:pt x="195227" y="2254724"/>
                    <a:pt x="231567" y="2255300"/>
                  </a:cubicBezTo>
                  <a:cubicBezTo>
                    <a:pt x="308552" y="2257557"/>
                    <a:pt x="386421" y="2266130"/>
                    <a:pt x="463198" y="2266471"/>
                  </a:cubicBezTo>
                  <a:cubicBezTo>
                    <a:pt x="555051" y="2275553"/>
                    <a:pt x="650749" y="2269170"/>
                    <a:pt x="743157" y="2270215"/>
                  </a:cubicBezTo>
                  <a:lnTo>
                    <a:pt x="1239070" y="2276008"/>
                  </a:lnTo>
                  <a:cubicBezTo>
                    <a:pt x="1309344" y="2276725"/>
                    <a:pt x="1379753" y="2275030"/>
                    <a:pt x="1449994" y="2276872"/>
                  </a:cubicBezTo>
                  <a:lnTo>
                    <a:pt x="1449130" y="2281701"/>
                  </a:lnTo>
                  <a:cubicBezTo>
                    <a:pt x="1490144" y="2289014"/>
                    <a:pt x="1535156" y="2276886"/>
                    <a:pt x="1575172" y="2286148"/>
                  </a:cubicBezTo>
                  <a:cubicBezTo>
                    <a:pt x="1442245" y="2291867"/>
                    <a:pt x="1308768" y="2289516"/>
                    <a:pt x="1175741" y="2289349"/>
                  </a:cubicBezTo>
                  <a:cubicBezTo>
                    <a:pt x="945127" y="2289804"/>
                    <a:pt x="714520" y="2288940"/>
                    <a:pt x="483913" y="2286751"/>
                  </a:cubicBezTo>
                  <a:cubicBezTo>
                    <a:pt x="483819" y="2308095"/>
                    <a:pt x="483980" y="2329298"/>
                    <a:pt x="485011" y="2350616"/>
                  </a:cubicBezTo>
                  <a:lnTo>
                    <a:pt x="489070" y="2375242"/>
                  </a:lnTo>
                  <a:lnTo>
                    <a:pt x="484770" y="2381456"/>
                  </a:lnTo>
                  <a:cubicBezTo>
                    <a:pt x="442524" y="2376353"/>
                    <a:pt x="396480" y="2379702"/>
                    <a:pt x="353778" y="2379769"/>
                  </a:cubicBezTo>
                  <a:cubicBezTo>
                    <a:pt x="318578" y="2374237"/>
                    <a:pt x="280209" y="2375831"/>
                    <a:pt x="244492" y="2374699"/>
                  </a:cubicBezTo>
                  <a:lnTo>
                    <a:pt x="241552" y="2362744"/>
                  </a:lnTo>
                  <a:cubicBezTo>
                    <a:pt x="251330" y="2363300"/>
                    <a:pt x="259896" y="2363535"/>
                    <a:pt x="269634" y="2361773"/>
                  </a:cubicBezTo>
                  <a:cubicBezTo>
                    <a:pt x="277242" y="2353830"/>
                    <a:pt x="277597" y="2347354"/>
                    <a:pt x="280336" y="2336839"/>
                  </a:cubicBezTo>
                  <a:cubicBezTo>
                    <a:pt x="281488" y="2317364"/>
                    <a:pt x="281796" y="2298116"/>
                    <a:pt x="281656" y="2278607"/>
                  </a:cubicBezTo>
                  <a:cubicBezTo>
                    <a:pt x="243448" y="2276618"/>
                    <a:pt x="205226" y="2275024"/>
                    <a:pt x="166985" y="2273825"/>
                  </a:cubicBezTo>
                  <a:cubicBezTo>
                    <a:pt x="165458" y="2301203"/>
                    <a:pt x="160756" y="2332500"/>
                    <a:pt x="166282" y="2359362"/>
                  </a:cubicBezTo>
                  <a:lnTo>
                    <a:pt x="162176" y="2364667"/>
                  </a:lnTo>
                  <a:cubicBezTo>
                    <a:pt x="142687" y="2365919"/>
                    <a:pt x="122180" y="2363943"/>
                    <a:pt x="102999" y="2367044"/>
                  </a:cubicBezTo>
                  <a:cubicBezTo>
                    <a:pt x="91795" y="2366990"/>
                    <a:pt x="78795" y="2365276"/>
                    <a:pt x="69218" y="2371759"/>
                  </a:cubicBezTo>
                  <a:cubicBezTo>
                    <a:pt x="68247" y="2380619"/>
                    <a:pt x="69506" y="2380747"/>
                    <a:pt x="74670" y="2388214"/>
                  </a:cubicBezTo>
                  <a:cubicBezTo>
                    <a:pt x="118229" y="2405165"/>
                    <a:pt x="217134" y="2399117"/>
                    <a:pt x="265897" y="2400289"/>
                  </a:cubicBezTo>
                  <a:lnTo>
                    <a:pt x="580488" y="2407027"/>
                  </a:lnTo>
                  <a:lnTo>
                    <a:pt x="580340" y="2414387"/>
                  </a:lnTo>
                  <a:cubicBezTo>
                    <a:pt x="550049" y="2419665"/>
                    <a:pt x="518833" y="2413979"/>
                    <a:pt x="488387" y="2417454"/>
                  </a:cubicBezTo>
                  <a:cubicBezTo>
                    <a:pt x="450192" y="2417441"/>
                    <a:pt x="411248" y="2415840"/>
                    <a:pt x="373247" y="2419979"/>
                  </a:cubicBezTo>
                  <a:cubicBezTo>
                    <a:pt x="348628" y="2421459"/>
                    <a:pt x="323708" y="2420167"/>
                    <a:pt x="299055" y="2419597"/>
                  </a:cubicBezTo>
                  <a:cubicBezTo>
                    <a:pt x="249482" y="2412324"/>
                    <a:pt x="194002" y="2416905"/>
                    <a:pt x="143946" y="2417314"/>
                  </a:cubicBezTo>
                  <a:lnTo>
                    <a:pt x="97568" y="2416550"/>
                  </a:lnTo>
                  <a:cubicBezTo>
                    <a:pt x="99175" y="2577901"/>
                    <a:pt x="99215" y="2739251"/>
                    <a:pt x="97688" y="2900609"/>
                  </a:cubicBezTo>
                  <a:cubicBezTo>
                    <a:pt x="97688" y="3009406"/>
                    <a:pt x="104473" y="3123125"/>
                    <a:pt x="93657" y="3231320"/>
                  </a:cubicBezTo>
                  <a:cubicBezTo>
                    <a:pt x="88192" y="3247011"/>
                    <a:pt x="79653" y="3260774"/>
                    <a:pt x="71368" y="3275086"/>
                  </a:cubicBezTo>
                  <a:cubicBezTo>
                    <a:pt x="96597" y="3278281"/>
                    <a:pt x="122602" y="3279674"/>
                    <a:pt x="147637" y="3283572"/>
                  </a:cubicBezTo>
                  <a:cubicBezTo>
                    <a:pt x="165331" y="3284429"/>
                    <a:pt x="184163" y="3284027"/>
                    <a:pt x="201570" y="3287202"/>
                  </a:cubicBezTo>
                  <a:cubicBezTo>
                    <a:pt x="185483" y="3288829"/>
                    <a:pt x="154957" y="3285755"/>
                    <a:pt x="141515" y="3293765"/>
                  </a:cubicBezTo>
                  <a:lnTo>
                    <a:pt x="116635" y="3292854"/>
                  </a:lnTo>
                  <a:cubicBezTo>
                    <a:pt x="98726" y="3290061"/>
                    <a:pt x="77972" y="3286056"/>
                    <a:pt x="60244" y="3290584"/>
                  </a:cubicBezTo>
                  <a:lnTo>
                    <a:pt x="54538" y="3295988"/>
                  </a:lnTo>
                  <a:cubicBezTo>
                    <a:pt x="56654" y="3314379"/>
                    <a:pt x="79231" y="3329354"/>
                    <a:pt x="93168" y="3340250"/>
                  </a:cubicBezTo>
                  <a:cubicBezTo>
                    <a:pt x="99034" y="3344845"/>
                    <a:pt x="103990" y="3346720"/>
                    <a:pt x="110668" y="3349734"/>
                  </a:cubicBezTo>
                  <a:cubicBezTo>
                    <a:pt x="113440" y="3350986"/>
                    <a:pt x="116079" y="3352513"/>
                    <a:pt x="118771" y="3353933"/>
                  </a:cubicBezTo>
                  <a:lnTo>
                    <a:pt x="131114" y="3351756"/>
                  </a:lnTo>
                  <a:cubicBezTo>
                    <a:pt x="142573" y="3354241"/>
                    <a:pt x="153108" y="3357911"/>
                    <a:pt x="164554" y="3353752"/>
                  </a:cubicBezTo>
                  <a:cubicBezTo>
                    <a:pt x="201395" y="3344228"/>
                    <a:pt x="254940" y="3355373"/>
                    <a:pt x="292960" y="3359144"/>
                  </a:cubicBezTo>
                  <a:lnTo>
                    <a:pt x="329876" y="3362613"/>
                  </a:lnTo>
                  <a:cubicBezTo>
                    <a:pt x="574473" y="3379557"/>
                    <a:pt x="817276" y="3382999"/>
                    <a:pt x="1062309" y="3381532"/>
                  </a:cubicBezTo>
                  <a:cubicBezTo>
                    <a:pt x="1191218" y="3381265"/>
                    <a:pt x="1320857" y="3380796"/>
                    <a:pt x="1449424" y="3370930"/>
                  </a:cubicBezTo>
                  <a:cubicBezTo>
                    <a:pt x="1479154" y="3369384"/>
                    <a:pt x="1509378" y="3368553"/>
                    <a:pt x="1538933" y="3364950"/>
                  </a:cubicBezTo>
                  <a:cubicBezTo>
                    <a:pt x="1563224" y="3361983"/>
                    <a:pt x="1587241" y="3356565"/>
                    <a:pt x="1611619" y="3354315"/>
                  </a:cubicBezTo>
                  <a:cubicBezTo>
                    <a:pt x="1646351" y="3351107"/>
                    <a:pt x="1683380" y="3352051"/>
                    <a:pt x="1718460" y="3350893"/>
                  </a:cubicBezTo>
                  <a:cubicBezTo>
                    <a:pt x="1743193" y="3349553"/>
                    <a:pt x="1767906" y="3345541"/>
                    <a:pt x="1792465" y="3342260"/>
                  </a:cubicBezTo>
                  <a:cubicBezTo>
                    <a:pt x="1785232" y="3330560"/>
                    <a:pt x="1785486" y="3316656"/>
                    <a:pt x="1778340" y="3305451"/>
                  </a:cubicBezTo>
                  <a:cubicBezTo>
                    <a:pt x="1775132" y="3300435"/>
                    <a:pt x="1768790" y="3301373"/>
                    <a:pt x="1763298" y="3300476"/>
                  </a:cubicBezTo>
                  <a:cubicBezTo>
                    <a:pt x="1747064" y="3298741"/>
                    <a:pt x="1731788" y="3298245"/>
                    <a:pt x="1715486" y="3298721"/>
                  </a:cubicBezTo>
                  <a:lnTo>
                    <a:pt x="1712031" y="3292104"/>
                  </a:lnTo>
                  <a:cubicBezTo>
                    <a:pt x="1733013" y="3291086"/>
                    <a:pt x="1753855" y="3288219"/>
                    <a:pt x="1774697" y="3285708"/>
                  </a:cubicBezTo>
                  <a:cubicBezTo>
                    <a:pt x="1785674" y="3275716"/>
                    <a:pt x="1796302" y="3265663"/>
                    <a:pt x="1808572" y="3257238"/>
                  </a:cubicBezTo>
                  <a:lnTo>
                    <a:pt x="1816501" y="3253488"/>
                  </a:lnTo>
                  <a:lnTo>
                    <a:pt x="1816883" y="3246770"/>
                  </a:lnTo>
                  <a:cubicBezTo>
                    <a:pt x="1809871" y="3238050"/>
                    <a:pt x="1805551" y="3235566"/>
                    <a:pt x="1795211" y="3231273"/>
                  </a:cubicBezTo>
                  <a:cubicBezTo>
                    <a:pt x="1797461" y="3154355"/>
                    <a:pt x="1795646" y="3076907"/>
                    <a:pt x="1795505" y="2999949"/>
                  </a:cubicBezTo>
                  <a:cubicBezTo>
                    <a:pt x="1795157" y="2805748"/>
                    <a:pt x="1792177" y="2611481"/>
                    <a:pt x="1793623" y="2417300"/>
                  </a:cubicBezTo>
                  <a:lnTo>
                    <a:pt x="1715346" y="2418204"/>
                  </a:lnTo>
                  <a:lnTo>
                    <a:pt x="1704892" y="2417957"/>
                  </a:lnTo>
                  <a:cubicBezTo>
                    <a:pt x="1647355" y="2417568"/>
                    <a:pt x="1589679" y="2420200"/>
                    <a:pt x="1532169" y="2421908"/>
                  </a:cubicBezTo>
                  <a:cubicBezTo>
                    <a:pt x="1500920" y="2422839"/>
                    <a:pt x="1465946" y="2421058"/>
                    <a:pt x="1435287" y="2426516"/>
                  </a:cubicBezTo>
                  <a:cubicBezTo>
                    <a:pt x="1356547" y="2428244"/>
                    <a:pt x="1277988" y="2430775"/>
                    <a:pt x="1199215" y="2430889"/>
                  </a:cubicBezTo>
                  <a:cubicBezTo>
                    <a:pt x="1125109" y="2430996"/>
                    <a:pt x="1050260" y="2428612"/>
                    <a:pt x="976229" y="2430903"/>
                  </a:cubicBezTo>
                  <a:lnTo>
                    <a:pt x="913543" y="2429288"/>
                  </a:lnTo>
                  <a:cubicBezTo>
                    <a:pt x="906383" y="2423294"/>
                    <a:pt x="896464" y="2425732"/>
                    <a:pt x="886687" y="2417990"/>
                  </a:cubicBezTo>
                  <a:lnTo>
                    <a:pt x="890250" y="2422752"/>
                  </a:lnTo>
                  <a:cubicBezTo>
                    <a:pt x="895661" y="2416631"/>
                    <a:pt x="902238" y="2415660"/>
                    <a:pt x="909805" y="2412940"/>
                  </a:cubicBezTo>
                  <a:cubicBezTo>
                    <a:pt x="1022721" y="2413248"/>
                    <a:pt x="1135959" y="2414775"/>
                    <a:pt x="1248835" y="2411963"/>
                  </a:cubicBezTo>
                  <a:cubicBezTo>
                    <a:pt x="1353761" y="2409344"/>
                    <a:pt x="1458432" y="2402948"/>
                    <a:pt x="1563452" y="2401146"/>
                  </a:cubicBezTo>
                  <a:cubicBezTo>
                    <a:pt x="1599664" y="2400530"/>
                    <a:pt x="1789123" y="2405172"/>
                    <a:pt x="1810246" y="2397322"/>
                  </a:cubicBezTo>
                  <a:cubicBezTo>
                    <a:pt x="1816702" y="2394925"/>
                    <a:pt x="1817426" y="2391924"/>
                    <a:pt x="1820299" y="2386225"/>
                  </a:cubicBezTo>
                  <a:cubicBezTo>
                    <a:pt x="1818537" y="2380961"/>
                    <a:pt x="1818745" y="2378282"/>
                    <a:pt x="1813976" y="2374846"/>
                  </a:cubicBezTo>
                  <a:cubicBezTo>
                    <a:pt x="1804955" y="2368357"/>
                    <a:pt x="1797441" y="2368799"/>
                    <a:pt x="1787121" y="2370614"/>
                  </a:cubicBezTo>
                  <a:cubicBezTo>
                    <a:pt x="1774978" y="2372757"/>
                    <a:pt x="1763412" y="2373078"/>
                    <a:pt x="1751102" y="2373380"/>
                  </a:cubicBezTo>
                  <a:cubicBezTo>
                    <a:pt x="1740963" y="2367325"/>
                    <a:pt x="1732866" y="2364312"/>
                    <a:pt x="1721226" y="2362316"/>
                  </a:cubicBezTo>
                  <a:cubicBezTo>
                    <a:pt x="1743066" y="2360059"/>
                    <a:pt x="1765616" y="2360166"/>
                    <a:pt x="1787589" y="2359289"/>
                  </a:cubicBezTo>
                  <a:lnTo>
                    <a:pt x="1781200" y="2276564"/>
                  </a:lnTo>
                  <a:cubicBezTo>
                    <a:pt x="1794829" y="2268487"/>
                    <a:pt x="1813990" y="2269117"/>
                    <a:pt x="1825664" y="2257591"/>
                  </a:cubicBezTo>
                  <a:cubicBezTo>
                    <a:pt x="1836593" y="2246795"/>
                    <a:pt x="1835522" y="2231987"/>
                    <a:pt x="1835441" y="2217903"/>
                  </a:cubicBezTo>
                  <a:cubicBezTo>
                    <a:pt x="1837819" y="2214313"/>
                    <a:pt x="1838716" y="2213188"/>
                    <a:pt x="1840571" y="2209692"/>
                  </a:cubicBezTo>
                  <a:cubicBezTo>
                    <a:pt x="1859451" y="2174123"/>
                    <a:pt x="1848689" y="2067228"/>
                    <a:pt x="1837819" y="2028980"/>
                  </a:cubicBezTo>
                  <a:cubicBezTo>
                    <a:pt x="1817955" y="1969133"/>
                    <a:pt x="1787897" y="1912059"/>
                    <a:pt x="1762013" y="1854656"/>
                  </a:cubicBezTo>
                  <a:cubicBezTo>
                    <a:pt x="1725673" y="1774061"/>
                    <a:pt x="1689729" y="1693667"/>
                    <a:pt x="1649391" y="1614941"/>
                  </a:cubicBezTo>
                  <a:cubicBezTo>
                    <a:pt x="1582593" y="1484572"/>
                    <a:pt x="1510101" y="1357344"/>
                    <a:pt x="1447904" y="1224631"/>
                  </a:cubicBezTo>
                  <a:lnTo>
                    <a:pt x="1404218" y="1225716"/>
                  </a:lnTo>
                  <a:cubicBezTo>
                    <a:pt x="1372252" y="1235702"/>
                    <a:pt x="1318519" y="1227859"/>
                    <a:pt x="1282683" y="1230786"/>
                  </a:cubicBezTo>
                  <a:cubicBezTo>
                    <a:pt x="1300598" y="1272262"/>
                    <a:pt x="1317341" y="1314904"/>
                    <a:pt x="1337037" y="1355523"/>
                  </a:cubicBezTo>
                  <a:lnTo>
                    <a:pt x="1340721" y="1353848"/>
                  </a:lnTo>
                  <a:lnTo>
                    <a:pt x="1349528" y="1359059"/>
                  </a:lnTo>
                  <a:cubicBezTo>
                    <a:pt x="1345255" y="1371884"/>
                    <a:pt x="1346608" y="1382211"/>
                    <a:pt x="1347974" y="1395498"/>
                  </a:cubicBezTo>
                  <a:cubicBezTo>
                    <a:pt x="1345490" y="1444864"/>
                    <a:pt x="1442633" y="1675511"/>
                    <a:pt x="1464406" y="1735318"/>
                  </a:cubicBezTo>
                  <a:cubicBezTo>
                    <a:pt x="1480091" y="1778415"/>
                    <a:pt x="1492568" y="1822576"/>
                    <a:pt x="1507222" y="1866022"/>
                  </a:cubicBezTo>
                  <a:cubicBezTo>
                    <a:pt x="1517502" y="1896501"/>
                    <a:pt x="1529664" y="1926404"/>
                    <a:pt x="1539094" y="1957158"/>
                  </a:cubicBezTo>
                  <a:cubicBezTo>
                    <a:pt x="1565046" y="1959690"/>
                    <a:pt x="1591052" y="1962676"/>
                    <a:pt x="1617104" y="1963882"/>
                  </a:cubicBezTo>
                  <a:lnTo>
                    <a:pt x="1575983" y="1965228"/>
                  </a:lnTo>
                  <a:lnTo>
                    <a:pt x="1575299" y="1967432"/>
                  </a:lnTo>
                  <a:lnTo>
                    <a:pt x="1619320" y="1969354"/>
                  </a:lnTo>
                  <a:lnTo>
                    <a:pt x="1588928" y="1971905"/>
                  </a:lnTo>
                  <a:cubicBezTo>
                    <a:pt x="1574014" y="1970961"/>
                    <a:pt x="1559005" y="1970365"/>
                    <a:pt x="1544164" y="1968684"/>
                  </a:cubicBezTo>
                  <a:cubicBezTo>
                    <a:pt x="1549421" y="1998246"/>
                    <a:pt x="1557156" y="2026388"/>
                    <a:pt x="1549120" y="2056103"/>
                  </a:cubicBezTo>
                  <a:cubicBezTo>
                    <a:pt x="1544472" y="2054014"/>
                    <a:pt x="1538873" y="2053043"/>
                    <a:pt x="1533977" y="2051777"/>
                  </a:cubicBezTo>
                  <a:cubicBezTo>
                    <a:pt x="1534714" y="2050746"/>
                    <a:pt x="1535571" y="2049794"/>
                    <a:pt x="1536194" y="2048696"/>
                  </a:cubicBezTo>
                  <a:cubicBezTo>
                    <a:pt x="1552033" y="2020789"/>
                    <a:pt x="1498348" y="1897854"/>
                    <a:pt x="1486239" y="1863892"/>
                  </a:cubicBezTo>
                  <a:cubicBezTo>
                    <a:pt x="1480875" y="1816348"/>
                    <a:pt x="1268478" y="1246973"/>
                    <a:pt x="1250717" y="1230270"/>
                  </a:cubicBezTo>
                  <a:cubicBezTo>
                    <a:pt x="1263086" y="1314997"/>
                    <a:pt x="1314267" y="1433338"/>
                    <a:pt x="1341940" y="1516786"/>
                  </a:cubicBezTo>
                  <a:lnTo>
                    <a:pt x="1335035" y="1521246"/>
                  </a:lnTo>
                  <a:cubicBezTo>
                    <a:pt x="1297115" y="1427036"/>
                    <a:pt x="1262617" y="1328479"/>
                    <a:pt x="1232379" y="1231523"/>
                  </a:cubicBezTo>
                  <a:cubicBezTo>
                    <a:pt x="1176236" y="1234804"/>
                    <a:pt x="1120160" y="1235534"/>
                    <a:pt x="1063943" y="1236217"/>
                  </a:cubicBezTo>
                  <a:cubicBezTo>
                    <a:pt x="1070714" y="1331553"/>
                    <a:pt x="1079440" y="1426714"/>
                    <a:pt x="1090109" y="1521695"/>
                  </a:cubicBezTo>
                  <a:cubicBezTo>
                    <a:pt x="1095099" y="1563854"/>
                    <a:pt x="1098260" y="1608659"/>
                    <a:pt x="1109217" y="1649653"/>
                  </a:cubicBezTo>
                  <a:cubicBezTo>
                    <a:pt x="1109384" y="1650396"/>
                    <a:pt x="1109578" y="1651133"/>
                    <a:pt x="1109813" y="1651863"/>
                  </a:cubicBezTo>
                  <a:cubicBezTo>
                    <a:pt x="1110047" y="1652593"/>
                    <a:pt x="1110308" y="1653303"/>
                    <a:pt x="1110603" y="1654006"/>
                  </a:cubicBezTo>
                  <a:cubicBezTo>
                    <a:pt x="1110898" y="1654710"/>
                    <a:pt x="1111219" y="1655399"/>
                    <a:pt x="1111574" y="1656076"/>
                  </a:cubicBezTo>
                  <a:cubicBezTo>
                    <a:pt x="1111929" y="1656752"/>
                    <a:pt x="1112318" y="1657415"/>
                    <a:pt x="1112726" y="1658058"/>
                  </a:cubicBezTo>
                  <a:cubicBezTo>
                    <a:pt x="1113141" y="1658694"/>
                    <a:pt x="1113583" y="1659317"/>
                    <a:pt x="1114046" y="1659920"/>
                  </a:cubicBezTo>
                  <a:cubicBezTo>
                    <a:pt x="1114514" y="1660529"/>
                    <a:pt x="1115010" y="1661112"/>
                    <a:pt x="1115525" y="1661668"/>
                  </a:cubicBezTo>
                  <a:cubicBezTo>
                    <a:pt x="1116041" y="1662230"/>
                    <a:pt x="1116584" y="1662766"/>
                    <a:pt x="1117153" y="1663275"/>
                  </a:cubicBezTo>
                  <a:cubicBezTo>
                    <a:pt x="1117715" y="1663791"/>
                    <a:pt x="1118298" y="1664273"/>
                    <a:pt x="1118907" y="1664735"/>
                  </a:cubicBezTo>
                  <a:cubicBezTo>
                    <a:pt x="1119517" y="1665197"/>
                    <a:pt x="1120146" y="1665633"/>
                    <a:pt x="1120789" y="1666041"/>
                  </a:cubicBezTo>
                  <a:cubicBezTo>
                    <a:pt x="1121439" y="1666450"/>
                    <a:pt x="1122102" y="1666825"/>
                    <a:pt x="1122778" y="1667166"/>
                  </a:cubicBezTo>
                  <a:cubicBezTo>
                    <a:pt x="1123455" y="1667515"/>
                    <a:pt x="1124152" y="1667836"/>
                    <a:pt x="1124862" y="1668124"/>
                  </a:cubicBezTo>
                  <a:cubicBezTo>
                    <a:pt x="1125565" y="1668412"/>
                    <a:pt x="1126288" y="1668667"/>
                    <a:pt x="1127018" y="1668887"/>
                  </a:cubicBezTo>
                  <a:cubicBezTo>
                    <a:pt x="1127748" y="1669109"/>
                    <a:pt x="1128484" y="1669303"/>
                    <a:pt x="1129228" y="1669464"/>
                  </a:cubicBezTo>
                  <a:cubicBezTo>
                    <a:pt x="1129972" y="1669624"/>
                    <a:pt x="1130728" y="1669752"/>
                    <a:pt x="1131485" y="1669839"/>
                  </a:cubicBezTo>
                  <a:cubicBezTo>
                    <a:pt x="1132242" y="1669932"/>
                    <a:pt x="1133005" y="1669993"/>
                    <a:pt x="1133762" y="1670019"/>
                  </a:cubicBezTo>
                  <a:cubicBezTo>
                    <a:pt x="1134526" y="1670046"/>
                    <a:pt x="1135289" y="1670040"/>
                    <a:pt x="1136052" y="1669999"/>
                  </a:cubicBezTo>
                  <a:cubicBezTo>
                    <a:pt x="1136816" y="1669959"/>
                    <a:pt x="1137573" y="1669885"/>
                    <a:pt x="1138330" y="1669778"/>
                  </a:cubicBezTo>
                  <a:cubicBezTo>
                    <a:pt x="1139086" y="1669671"/>
                    <a:pt x="1139836" y="1669530"/>
                    <a:pt x="1140580" y="1669356"/>
                  </a:cubicBezTo>
                  <a:cubicBezTo>
                    <a:pt x="1141323" y="1669189"/>
                    <a:pt x="1142053" y="1668981"/>
                    <a:pt x="1142783" y="1668747"/>
                  </a:cubicBezTo>
                  <a:cubicBezTo>
                    <a:pt x="1143507" y="1668506"/>
                    <a:pt x="1144217" y="1668238"/>
                    <a:pt x="1144920" y="1667936"/>
                  </a:cubicBezTo>
                  <a:cubicBezTo>
                    <a:pt x="1145623" y="1667635"/>
                    <a:pt x="1146306" y="1667307"/>
                    <a:pt x="1146982" y="1666945"/>
                  </a:cubicBezTo>
                  <a:cubicBezTo>
                    <a:pt x="1147659" y="1666590"/>
                    <a:pt x="1148315" y="1666202"/>
                    <a:pt x="1148952" y="1665780"/>
                  </a:cubicBezTo>
                  <a:cubicBezTo>
                    <a:pt x="1149588" y="1665365"/>
                    <a:pt x="1150211" y="1664923"/>
                    <a:pt x="1150806" y="1664447"/>
                  </a:cubicBezTo>
                  <a:cubicBezTo>
                    <a:pt x="1151403" y="1663972"/>
                    <a:pt x="1151985" y="1663476"/>
                    <a:pt x="1152541" y="1662954"/>
                  </a:cubicBezTo>
                  <a:cubicBezTo>
                    <a:pt x="1153097" y="1662431"/>
                    <a:pt x="1153633" y="1661882"/>
                    <a:pt x="1154135" y="1661313"/>
                  </a:cubicBezTo>
                  <a:cubicBezTo>
                    <a:pt x="1154644" y="1660744"/>
                    <a:pt x="1155126" y="1660154"/>
                    <a:pt x="1155582" y="1659545"/>
                  </a:cubicBezTo>
                  <a:cubicBezTo>
                    <a:pt x="1156037" y="1658935"/>
                    <a:pt x="1156466" y="1658299"/>
                    <a:pt x="1156868" y="1657650"/>
                  </a:cubicBezTo>
                  <a:cubicBezTo>
                    <a:pt x="1157270" y="1657000"/>
                    <a:pt x="1157644" y="1656337"/>
                    <a:pt x="1157986" y="1655654"/>
                  </a:cubicBezTo>
                  <a:cubicBezTo>
                    <a:pt x="1158328" y="1654971"/>
                    <a:pt x="1158636" y="1654274"/>
                    <a:pt x="1158917" y="1653564"/>
                  </a:cubicBezTo>
                  <a:cubicBezTo>
                    <a:pt x="1159199" y="1652854"/>
                    <a:pt x="1159446" y="1652138"/>
                    <a:pt x="1159667" y="1651408"/>
                  </a:cubicBezTo>
                  <a:cubicBezTo>
                    <a:pt x="1159888" y="1650678"/>
                    <a:pt x="1160069" y="1649934"/>
                    <a:pt x="1160223" y="1649184"/>
                  </a:cubicBezTo>
                  <a:cubicBezTo>
                    <a:pt x="1160377" y="1648441"/>
                    <a:pt x="1160498" y="1647684"/>
                    <a:pt x="1160585" y="1646927"/>
                  </a:cubicBezTo>
                  <a:cubicBezTo>
                    <a:pt x="1160672" y="1646170"/>
                    <a:pt x="1160725" y="1645407"/>
                    <a:pt x="1160745" y="1644643"/>
                  </a:cubicBezTo>
                  <a:cubicBezTo>
                    <a:pt x="1160765" y="1643887"/>
                    <a:pt x="1160752" y="1643123"/>
                    <a:pt x="1160705" y="1642360"/>
                  </a:cubicBezTo>
                  <a:cubicBezTo>
                    <a:pt x="1160658" y="1641596"/>
                    <a:pt x="1160578" y="1640839"/>
                    <a:pt x="1160464" y="1640083"/>
                  </a:cubicBezTo>
                  <a:cubicBezTo>
                    <a:pt x="1160350" y="1639326"/>
                    <a:pt x="1160209" y="1638582"/>
                    <a:pt x="1160029" y="1637839"/>
                  </a:cubicBezTo>
                  <a:cubicBezTo>
                    <a:pt x="1159848" y="1637096"/>
                    <a:pt x="1159640" y="1636366"/>
                    <a:pt x="1159399" y="1635642"/>
                  </a:cubicBezTo>
                  <a:cubicBezTo>
                    <a:pt x="1159152" y="1634919"/>
                    <a:pt x="1158877" y="1634209"/>
                    <a:pt x="1158576" y="1633513"/>
                  </a:cubicBezTo>
                  <a:cubicBezTo>
                    <a:pt x="1158267" y="1632809"/>
                    <a:pt x="1157933" y="1632126"/>
                    <a:pt x="1157564" y="1631456"/>
                  </a:cubicBezTo>
                  <a:cubicBezTo>
                    <a:pt x="1157196" y="1630787"/>
                    <a:pt x="1156807" y="1630137"/>
                    <a:pt x="1156385" y="1629501"/>
                  </a:cubicBezTo>
                  <a:cubicBezTo>
                    <a:pt x="1155964" y="1628865"/>
                    <a:pt x="1155508" y="1628248"/>
                    <a:pt x="1155033" y="1627652"/>
                  </a:cubicBezTo>
                  <a:cubicBezTo>
                    <a:pt x="1154557" y="1627057"/>
                    <a:pt x="1154055" y="1626487"/>
                    <a:pt x="1153526" y="1625931"/>
                  </a:cubicBezTo>
                  <a:cubicBezTo>
                    <a:pt x="1152997" y="1625382"/>
                    <a:pt x="1152447" y="1624853"/>
                    <a:pt x="1151878" y="1624351"/>
                  </a:cubicBezTo>
                  <a:cubicBezTo>
                    <a:pt x="1151302" y="1623848"/>
                    <a:pt x="1150706" y="1623366"/>
                    <a:pt x="1150097" y="1622918"/>
                  </a:cubicBezTo>
                  <a:cubicBezTo>
                    <a:pt x="1149480" y="1622469"/>
                    <a:pt x="1148844" y="1622040"/>
                    <a:pt x="1148195" y="1621645"/>
                  </a:cubicBezTo>
                  <a:cubicBezTo>
                    <a:pt x="1147545" y="1621250"/>
                    <a:pt x="1146875" y="1620888"/>
                    <a:pt x="1146185" y="1620547"/>
                  </a:cubicBezTo>
                  <a:cubicBezTo>
                    <a:pt x="1145502" y="1620212"/>
                    <a:pt x="1144806" y="1619904"/>
                    <a:pt x="1144096" y="1619629"/>
                  </a:cubicBezTo>
                  <a:cubicBezTo>
                    <a:pt x="1143380" y="1619354"/>
                    <a:pt x="1142656" y="1619114"/>
                    <a:pt x="1141926" y="1618899"/>
                  </a:cubicBezTo>
                  <a:lnTo>
                    <a:pt x="1139153" y="1616910"/>
                  </a:lnTo>
                  <a:cubicBezTo>
                    <a:pt x="1156513" y="1611345"/>
                    <a:pt x="1176584" y="1601486"/>
                    <a:pt x="1193944" y="1609871"/>
                  </a:cubicBezTo>
                  <a:cubicBezTo>
                    <a:pt x="1197299" y="1618578"/>
                    <a:pt x="1196917" y="1620835"/>
                    <a:pt x="1195658" y="1630197"/>
                  </a:cubicBezTo>
                  <a:cubicBezTo>
                    <a:pt x="1188988" y="1636881"/>
                    <a:pt x="1184835" y="1638462"/>
                    <a:pt x="1176109" y="1641188"/>
                  </a:cubicBezTo>
                  <a:cubicBezTo>
                    <a:pt x="1167222" y="1656953"/>
                    <a:pt x="1163585" y="1676221"/>
                    <a:pt x="1142911" y="1680574"/>
                  </a:cubicBezTo>
                  <a:cubicBezTo>
                    <a:pt x="1134298" y="1682389"/>
                    <a:pt x="1126884" y="1679885"/>
                    <a:pt x="1120140" y="1674466"/>
                  </a:cubicBezTo>
                  <a:cubicBezTo>
                    <a:pt x="1115164" y="1670475"/>
                    <a:pt x="1110925" y="1663402"/>
                    <a:pt x="1107703" y="1657984"/>
                  </a:cubicBezTo>
                  <a:cubicBezTo>
                    <a:pt x="1099017" y="1695409"/>
                    <a:pt x="1128585" y="1898510"/>
                    <a:pt x="1134251" y="1952148"/>
                  </a:cubicBezTo>
                  <a:cubicBezTo>
                    <a:pt x="1137472" y="1977692"/>
                    <a:pt x="1137385" y="2032268"/>
                    <a:pt x="1153191" y="2052487"/>
                  </a:cubicBezTo>
                  <a:cubicBezTo>
                    <a:pt x="1159995" y="2055266"/>
                    <a:pt x="1165433" y="2054844"/>
                    <a:pt x="1172687" y="2054596"/>
                  </a:cubicBezTo>
                  <a:lnTo>
                    <a:pt x="1175225" y="2062881"/>
                  </a:lnTo>
                  <a:cubicBezTo>
                    <a:pt x="1164154" y="2063022"/>
                    <a:pt x="1160404" y="2061146"/>
                    <a:pt x="1152012" y="2068788"/>
                  </a:cubicBezTo>
                  <a:cubicBezTo>
                    <a:pt x="1138229" y="2114798"/>
                    <a:pt x="1161054" y="2195701"/>
                    <a:pt x="1144933" y="2230011"/>
                  </a:cubicBezTo>
                  <a:cubicBezTo>
                    <a:pt x="1136475" y="2233246"/>
                    <a:pt x="1133970" y="2232047"/>
                    <a:pt x="1124922" y="2230319"/>
                  </a:cubicBezTo>
                  <a:cubicBezTo>
                    <a:pt x="1139227" y="2169388"/>
                    <a:pt x="1117274" y="2112488"/>
                    <a:pt x="1128826" y="2052688"/>
                  </a:cubicBezTo>
                  <a:cubicBezTo>
                    <a:pt x="1123582" y="1984556"/>
                    <a:pt x="1116055" y="1914309"/>
                    <a:pt x="1104515" y="1846961"/>
                  </a:cubicBezTo>
                  <a:cubicBezTo>
                    <a:pt x="1106263" y="1804654"/>
                    <a:pt x="1094315" y="1748371"/>
                    <a:pt x="1089473" y="1704912"/>
                  </a:cubicBezTo>
                  <a:cubicBezTo>
                    <a:pt x="1079883" y="1618819"/>
                    <a:pt x="1072690" y="1532451"/>
                    <a:pt x="1062925" y="1446418"/>
                  </a:cubicBezTo>
                  <a:cubicBezTo>
                    <a:pt x="1057621" y="1378534"/>
                    <a:pt x="1053355" y="1309727"/>
                    <a:pt x="1044072" y="1242285"/>
                  </a:cubicBezTo>
                  <a:cubicBezTo>
                    <a:pt x="1038668" y="1235454"/>
                    <a:pt x="1034127" y="1235327"/>
                    <a:pt x="1026137" y="1232614"/>
                  </a:cubicBezTo>
                  <a:cubicBezTo>
                    <a:pt x="1016433" y="1240885"/>
                    <a:pt x="1017002" y="1244770"/>
                    <a:pt x="1014075" y="1256872"/>
                  </a:cubicBezTo>
                  <a:cubicBezTo>
                    <a:pt x="1011021" y="1249237"/>
                    <a:pt x="1010064" y="1239727"/>
                    <a:pt x="1001243" y="1237409"/>
                  </a:cubicBezTo>
                  <a:cubicBezTo>
                    <a:pt x="978492" y="1231415"/>
                    <a:pt x="823598" y="1236760"/>
                    <a:pt x="784131" y="1235447"/>
                  </a:cubicBezTo>
                  <a:cubicBezTo>
                    <a:pt x="772853" y="1284531"/>
                    <a:pt x="762204" y="1337192"/>
                    <a:pt x="746151" y="1384897"/>
                  </a:cubicBezTo>
                  <a:cubicBezTo>
                    <a:pt x="741115" y="1377121"/>
                    <a:pt x="741356" y="1367564"/>
                    <a:pt x="740499" y="1358576"/>
                  </a:cubicBezTo>
                  <a:lnTo>
                    <a:pt x="741001" y="1349240"/>
                  </a:lnTo>
                  <a:lnTo>
                    <a:pt x="738396" y="1349073"/>
                  </a:lnTo>
                  <a:cubicBezTo>
                    <a:pt x="714393" y="1398398"/>
                    <a:pt x="701152" y="1461634"/>
                    <a:pt x="685842" y="1514509"/>
                  </a:cubicBezTo>
                  <a:cubicBezTo>
                    <a:pt x="635579" y="1688149"/>
                    <a:pt x="570669" y="1908851"/>
                    <a:pt x="549694" y="2085826"/>
                  </a:cubicBezTo>
                  <a:lnTo>
                    <a:pt x="534705" y="2085632"/>
                  </a:lnTo>
                  <a:cubicBezTo>
                    <a:pt x="506054" y="2080468"/>
                    <a:pt x="473686" y="2081653"/>
                    <a:pt x="444573" y="2082028"/>
                  </a:cubicBezTo>
                  <a:cubicBezTo>
                    <a:pt x="446234" y="2108670"/>
                    <a:pt x="449777" y="2134120"/>
                    <a:pt x="457064" y="2159857"/>
                  </a:cubicBezTo>
                  <a:cubicBezTo>
                    <a:pt x="455517" y="2168912"/>
                    <a:pt x="454097" y="2177759"/>
                    <a:pt x="451284" y="2186533"/>
                  </a:cubicBezTo>
                  <a:cubicBezTo>
                    <a:pt x="436195" y="2150368"/>
                    <a:pt x="430060" y="2113794"/>
                    <a:pt x="427823" y="2074896"/>
                  </a:cubicBezTo>
                  <a:cubicBezTo>
                    <a:pt x="392375" y="2073630"/>
                    <a:pt x="356919" y="2073108"/>
                    <a:pt x="321451" y="2073342"/>
                  </a:cubicBezTo>
                  <a:cubicBezTo>
                    <a:pt x="304855" y="2073041"/>
                    <a:pt x="288346" y="2073710"/>
                    <a:pt x="272346" y="2068801"/>
                  </a:cubicBezTo>
                  <a:cubicBezTo>
                    <a:pt x="283758" y="2059298"/>
                    <a:pt x="343619" y="2066625"/>
                    <a:pt x="363108" y="2062144"/>
                  </a:cubicBezTo>
                  <a:cubicBezTo>
                    <a:pt x="384110" y="2060001"/>
                    <a:pt x="406861" y="2061743"/>
                    <a:pt x="428058" y="2061789"/>
                  </a:cubicBezTo>
                  <a:cubicBezTo>
                    <a:pt x="430348" y="2022101"/>
                    <a:pt x="441834" y="1983009"/>
                    <a:pt x="451572" y="1944627"/>
                  </a:cubicBezTo>
                  <a:lnTo>
                    <a:pt x="464096" y="1956247"/>
                  </a:lnTo>
                  <a:cubicBezTo>
                    <a:pt x="460118" y="1974819"/>
                    <a:pt x="455235" y="1993712"/>
                    <a:pt x="452623" y="2012497"/>
                  </a:cubicBezTo>
                  <a:lnTo>
                    <a:pt x="445732" y="2058535"/>
                  </a:lnTo>
                  <a:cubicBezTo>
                    <a:pt x="475180" y="2061294"/>
                    <a:pt x="503978" y="2062479"/>
                    <a:pt x="533546" y="2061823"/>
                  </a:cubicBezTo>
                  <a:lnTo>
                    <a:pt x="544463" y="2015719"/>
                  </a:lnTo>
                  <a:lnTo>
                    <a:pt x="553511" y="1944139"/>
                  </a:lnTo>
                  <a:cubicBezTo>
                    <a:pt x="569183" y="1850645"/>
                    <a:pt x="595014" y="1758182"/>
                    <a:pt x="619204" y="1666610"/>
                  </a:cubicBezTo>
                  <a:cubicBezTo>
                    <a:pt x="656214" y="1521159"/>
                    <a:pt x="697529" y="1376940"/>
                    <a:pt x="743144" y="1233954"/>
                  </a:cubicBezTo>
                  <a:lnTo>
                    <a:pt x="700255" y="1235715"/>
                  </a:lnTo>
                  <a:cubicBezTo>
                    <a:pt x="675709" y="1297651"/>
                    <a:pt x="655839" y="1361456"/>
                    <a:pt x="633851" y="1424330"/>
                  </a:cubicBezTo>
                  <a:cubicBezTo>
                    <a:pt x="614101" y="1480802"/>
                    <a:pt x="591967" y="1536396"/>
                    <a:pt x="572096" y="1592840"/>
                  </a:cubicBezTo>
                  <a:lnTo>
                    <a:pt x="563423" y="1583283"/>
                  </a:lnTo>
                  <a:cubicBezTo>
                    <a:pt x="573321" y="1550018"/>
                    <a:pt x="700161" y="1180268"/>
                    <a:pt x="702257" y="1177389"/>
                  </a:cubicBezTo>
                  <a:cubicBezTo>
                    <a:pt x="704032" y="1174964"/>
                    <a:pt x="706765" y="1173417"/>
                    <a:pt x="709015" y="1171428"/>
                  </a:cubicBezTo>
                  <a:lnTo>
                    <a:pt x="721679" y="1170470"/>
                  </a:lnTo>
                  <a:cubicBezTo>
                    <a:pt x="769565" y="1172861"/>
                    <a:pt x="818435" y="1171046"/>
                    <a:pt x="866421" y="1171060"/>
                  </a:cubicBezTo>
                  <a:lnTo>
                    <a:pt x="1229151" y="1168716"/>
                  </a:lnTo>
                  <a:lnTo>
                    <a:pt x="1309498" y="1167912"/>
                  </a:lnTo>
                  <a:lnTo>
                    <a:pt x="1419708" y="1165026"/>
                  </a:lnTo>
                  <a:cubicBezTo>
                    <a:pt x="1353861" y="1027651"/>
                    <a:pt x="1277854" y="891168"/>
                    <a:pt x="1255083" y="738262"/>
                  </a:cubicBezTo>
                  <a:cubicBezTo>
                    <a:pt x="1246973" y="683787"/>
                    <a:pt x="1246317" y="629003"/>
                    <a:pt x="1244448" y="574085"/>
                  </a:cubicBezTo>
                  <a:cubicBezTo>
                    <a:pt x="1216982" y="569330"/>
                    <a:pt x="1188814" y="567884"/>
                    <a:pt x="1161047" y="565587"/>
                  </a:cubicBezTo>
                  <a:cubicBezTo>
                    <a:pt x="1081262" y="565413"/>
                    <a:pt x="1001893" y="561314"/>
                    <a:pt x="922001" y="562801"/>
                  </a:cubicBezTo>
                  <a:close/>
                  <a:moveTo>
                    <a:pt x="719516" y="1194467"/>
                  </a:moveTo>
                  <a:cubicBezTo>
                    <a:pt x="711647" y="1195257"/>
                    <a:pt x="707796" y="1195096"/>
                    <a:pt x="700791" y="1198907"/>
                  </a:cubicBezTo>
                  <a:lnTo>
                    <a:pt x="702177" y="1205109"/>
                  </a:lnTo>
                  <a:cubicBezTo>
                    <a:pt x="716281" y="1213145"/>
                    <a:pt x="727794" y="1211772"/>
                    <a:pt x="743405" y="1211163"/>
                  </a:cubicBezTo>
                  <a:cubicBezTo>
                    <a:pt x="838714" y="1213661"/>
                    <a:pt x="933681" y="1211946"/>
                    <a:pt x="1029004" y="1211310"/>
                  </a:cubicBezTo>
                  <a:lnTo>
                    <a:pt x="1344217" y="1204425"/>
                  </a:lnTo>
                  <a:cubicBezTo>
                    <a:pt x="1371481" y="1203695"/>
                    <a:pt x="1399021" y="1205752"/>
                    <a:pt x="1426171" y="1204472"/>
                  </a:cubicBezTo>
                  <a:cubicBezTo>
                    <a:pt x="1430732" y="1204258"/>
                    <a:pt x="1433143" y="1203106"/>
                    <a:pt x="1436700" y="1200354"/>
                  </a:cubicBezTo>
                  <a:lnTo>
                    <a:pt x="1433177" y="1194681"/>
                  </a:lnTo>
                  <a:cubicBezTo>
                    <a:pt x="1424383" y="1190381"/>
                    <a:pt x="1417733" y="1188144"/>
                    <a:pt x="1407901" y="1187776"/>
                  </a:cubicBezTo>
                  <a:cubicBezTo>
                    <a:pt x="1365273" y="1186189"/>
                    <a:pt x="1321748" y="1188935"/>
                    <a:pt x="1279053" y="1189718"/>
                  </a:cubicBezTo>
                  <a:cubicBezTo>
                    <a:pt x="1209582" y="1190971"/>
                    <a:pt x="1140098" y="1191480"/>
                    <a:pt x="1070613" y="1191259"/>
                  </a:cubicBezTo>
                  <a:lnTo>
                    <a:pt x="850039" y="1191091"/>
                  </a:lnTo>
                  <a:cubicBezTo>
                    <a:pt x="807518" y="1191071"/>
                    <a:pt x="761481" y="1187789"/>
                    <a:pt x="719516" y="1194467"/>
                  </a:cubicBezTo>
                  <a:close/>
                  <a:moveTo>
                    <a:pt x="1720529" y="3385223"/>
                  </a:moveTo>
                  <a:lnTo>
                    <a:pt x="1720248" y="3388377"/>
                  </a:lnTo>
                  <a:cubicBezTo>
                    <a:pt x="1719592" y="3395295"/>
                    <a:pt x="1719779" y="3398791"/>
                    <a:pt x="1715942" y="3404826"/>
                  </a:cubicBezTo>
                  <a:cubicBezTo>
                    <a:pt x="1714971" y="3402937"/>
                    <a:pt x="1714033" y="3401042"/>
                    <a:pt x="1713029" y="3399173"/>
                  </a:cubicBezTo>
                  <a:cubicBezTo>
                    <a:pt x="1709633" y="3392817"/>
                    <a:pt x="1706519" y="3390413"/>
                    <a:pt x="1700123" y="3386971"/>
                  </a:cubicBezTo>
                  <a:cubicBezTo>
                    <a:pt x="1692194" y="3386060"/>
                    <a:pt x="1687519" y="3385765"/>
                    <a:pt x="1679978" y="3388551"/>
                  </a:cubicBezTo>
                  <a:cubicBezTo>
                    <a:pt x="1673562" y="3423437"/>
                    <a:pt x="1698509" y="3519757"/>
                    <a:pt x="1712640" y="3553224"/>
                  </a:cubicBezTo>
                  <a:cubicBezTo>
                    <a:pt x="1715433" y="3559834"/>
                    <a:pt x="1715319" y="3566779"/>
                    <a:pt x="1715192" y="3573824"/>
                  </a:cubicBezTo>
                  <a:cubicBezTo>
                    <a:pt x="1701884" y="3695400"/>
                    <a:pt x="1675765" y="3813459"/>
                    <a:pt x="1657221" y="3934110"/>
                  </a:cubicBezTo>
                  <a:cubicBezTo>
                    <a:pt x="1649987" y="3979993"/>
                    <a:pt x="1644141" y="4026057"/>
                    <a:pt x="1639673" y="4072295"/>
                  </a:cubicBezTo>
                  <a:cubicBezTo>
                    <a:pt x="1635213" y="4118533"/>
                    <a:pt x="1632146" y="4164865"/>
                    <a:pt x="1630472" y="4211290"/>
                  </a:cubicBezTo>
                  <a:cubicBezTo>
                    <a:pt x="1628797" y="4257709"/>
                    <a:pt x="1628516" y="4304141"/>
                    <a:pt x="1629634" y="4350587"/>
                  </a:cubicBezTo>
                  <a:cubicBezTo>
                    <a:pt x="1630753" y="4397026"/>
                    <a:pt x="1633271" y="4443391"/>
                    <a:pt x="1637182" y="4489676"/>
                  </a:cubicBezTo>
                  <a:cubicBezTo>
                    <a:pt x="1644931" y="4573579"/>
                    <a:pt x="1688946" y="4648113"/>
                    <a:pt x="1713317" y="4727395"/>
                  </a:cubicBezTo>
                  <a:cubicBezTo>
                    <a:pt x="1762180" y="4886395"/>
                    <a:pt x="1746702" y="5073864"/>
                    <a:pt x="1730998" y="5237660"/>
                  </a:cubicBezTo>
                  <a:cubicBezTo>
                    <a:pt x="1726323" y="5237305"/>
                    <a:pt x="1723872" y="5238390"/>
                    <a:pt x="1720590" y="5234532"/>
                  </a:cubicBezTo>
                  <a:cubicBezTo>
                    <a:pt x="1715888" y="5229020"/>
                    <a:pt x="1714429" y="5222403"/>
                    <a:pt x="1712419" y="5215612"/>
                  </a:cubicBezTo>
                  <a:lnTo>
                    <a:pt x="1708789" y="5216510"/>
                  </a:lnTo>
                  <a:cubicBezTo>
                    <a:pt x="1702032" y="5247565"/>
                    <a:pt x="1698536" y="5281547"/>
                    <a:pt x="1689629" y="5311859"/>
                  </a:cubicBezTo>
                  <a:cubicBezTo>
                    <a:pt x="1654441" y="5312240"/>
                    <a:pt x="1619287" y="5311343"/>
                    <a:pt x="1584160" y="5309160"/>
                  </a:cubicBezTo>
                  <a:lnTo>
                    <a:pt x="1581240" y="5312234"/>
                  </a:lnTo>
                  <a:cubicBezTo>
                    <a:pt x="1606502" y="5320190"/>
                    <a:pt x="1648574" y="5317437"/>
                    <a:pt x="1675551" y="5317317"/>
                  </a:cubicBezTo>
                  <a:lnTo>
                    <a:pt x="1675718" y="5320090"/>
                  </a:lnTo>
                  <a:cubicBezTo>
                    <a:pt x="1674432" y="5320371"/>
                    <a:pt x="1673140" y="5320632"/>
                    <a:pt x="1671854" y="5320927"/>
                  </a:cubicBezTo>
                  <a:cubicBezTo>
                    <a:pt x="1661775" y="5323251"/>
                    <a:pt x="1654146" y="5325836"/>
                    <a:pt x="1645246" y="5331120"/>
                  </a:cubicBezTo>
                  <a:cubicBezTo>
                    <a:pt x="1577978" y="5371076"/>
                    <a:pt x="1332865" y="5433735"/>
                    <a:pt x="1253583" y="5429376"/>
                  </a:cubicBezTo>
                  <a:cubicBezTo>
                    <a:pt x="1245734" y="5411849"/>
                    <a:pt x="1261841" y="5395601"/>
                    <a:pt x="1246946" y="5379789"/>
                  </a:cubicBezTo>
                  <a:cubicBezTo>
                    <a:pt x="1243122" y="5385053"/>
                    <a:pt x="1244146" y="5382140"/>
                    <a:pt x="1243624" y="5387511"/>
                  </a:cubicBezTo>
                  <a:cubicBezTo>
                    <a:pt x="1238413" y="5440975"/>
                    <a:pt x="1204820" y="5477100"/>
                    <a:pt x="1192484" y="5525923"/>
                  </a:cubicBezTo>
                  <a:cubicBezTo>
                    <a:pt x="1200621" y="5535742"/>
                    <a:pt x="1219059" y="5536311"/>
                    <a:pt x="1231435" y="5537489"/>
                  </a:cubicBezTo>
                  <a:cubicBezTo>
                    <a:pt x="1266495" y="5540845"/>
                    <a:pt x="1476569" y="5544441"/>
                    <a:pt x="1499687" y="5533150"/>
                  </a:cubicBezTo>
                  <a:cubicBezTo>
                    <a:pt x="1558991" y="5529707"/>
                    <a:pt x="1638033" y="5524236"/>
                    <a:pt x="1688744" y="5490984"/>
                  </a:cubicBezTo>
                  <a:cubicBezTo>
                    <a:pt x="1719297" y="5470952"/>
                    <a:pt x="1738458" y="5436937"/>
                    <a:pt x="1751799" y="5403725"/>
                  </a:cubicBezTo>
                  <a:cubicBezTo>
                    <a:pt x="1798164" y="5288258"/>
                    <a:pt x="1842058" y="4912427"/>
                    <a:pt x="1817211" y="4788146"/>
                  </a:cubicBezTo>
                  <a:cubicBezTo>
                    <a:pt x="1806844" y="4736309"/>
                    <a:pt x="1770042" y="4692100"/>
                    <a:pt x="1748283" y="4644597"/>
                  </a:cubicBezTo>
                  <a:cubicBezTo>
                    <a:pt x="1699480" y="4538077"/>
                    <a:pt x="1679763" y="4405732"/>
                    <a:pt x="1677366" y="4288731"/>
                  </a:cubicBezTo>
                  <a:cubicBezTo>
                    <a:pt x="1671861" y="4019641"/>
                    <a:pt x="1740822" y="3816680"/>
                    <a:pt x="1791179" y="3559224"/>
                  </a:cubicBezTo>
                  <a:cubicBezTo>
                    <a:pt x="1799035" y="3519054"/>
                    <a:pt x="1822408" y="3411657"/>
                    <a:pt x="1800140" y="3378512"/>
                  </a:cubicBezTo>
                  <a:cubicBezTo>
                    <a:pt x="1774999" y="3375820"/>
                    <a:pt x="1746133" y="3383388"/>
                    <a:pt x="1720529" y="3385223"/>
                  </a:cubicBezTo>
                  <a:close/>
                  <a:moveTo>
                    <a:pt x="1581052" y="3391873"/>
                  </a:moveTo>
                  <a:cubicBezTo>
                    <a:pt x="1571140" y="3398671"/>
                    <a:pt x="1563271" y="3404216"/>
                    <a:pt x="1560391" y="3416767"/>
                  </a:cubicBezTo>
                  <a:cubicBezTo>
                    <a:pt x="1557271" y="3430382"/>
                    <a:pt x="1562025" y="3442806"/>
                    <a:pt x="1569466" y="3454091"/>
                  </a:cubicBezTo>
                  <a:cubicBezTo>
                    <a:pt x="1571931" y="3457828"/>
                    <a:pt x="1572172" y="3457774"/>
                    <a:pt x="1575695" y="3461859"/>
                  </a:cubicBezTo>
                  <a:cubicBezTo>
                    <a:pt x="1584723" y="3468724"/>
                    <a:pt x="1593811" y="3473526"/>
                    <a:pt x="1605625" y="3471832"/>
                  </a:cubicBezTo>
                  <a:cubicBezTo>
                    <a:pt x="1618122" y="3470043"/>
                    <a:pt x="1628924" y="3460975"/>
                    <a:pt x="1635869" y="3450889"/>
                  </a:cubicBezTo>
                  <a:cubicBezTo>
                    <a:pt x="1644609" y="3438205"/>
                    <a:pt x="1651086" y="3419948"/>
                    <a:pt x="1647021" y="3404497"/>
                  </a:cubicBezTo>
                  <a:cubicBezTo>
                    <a:pt x="1644951" y="3396628"/>
                    <a:pt x="1639988" y="3390513"/>
                    <a:pt x="1632548" y="3387185"/>
                  </a:cubicBezTo>
                  <a:cubicBezTo>
                    <a:pt x="1617566" y="3380481"/>
                    <a:pt x="1595773" y="3386783"/>
                    <a:pt x="1581052" y="3391873"/>
                  </a:cubicBezTo>
                  <a:close/>
                  <a:moveTo>
                    <a:pt x="1621330" y="3785793"/>
                  </a:moveTo>
                  <a:cubicBezTo>
                    <a:pt x="1620566" y="3785143"/>
                    <a:pt x="1619776" y="3784520"/>
                    <a:pt x="1618959" y="3783938"/>
                  </a:cubicBezTo>
                  <a:cubicBezTo>
                    <a:pt x="1618148" y="3783348"/>
                    <a:pt x="1617311" y="3782799"/>
                    <a:pt x="1616448" y="3782283"/>
                  </a:cubicBezTo>
                  <a:cubicBezTo>
                    <a:pt x="1615590" y="3781768"/>
                    <a:pt x="1614713" y="3781286"/>
                    <a:pt x="1613809" y="3780837"/>
                  </a:cubicBezTo>
                  <a:cubicBezTo>
                    <a:pt x="1612911" y="3780388"/>
                    <a:pt x="1611994" y="3779980"/>
                    <a:pt x="1611063" y="3779611"/>
                  </a:cubicBezTo>
                  <a:cubicBezTo>
                    <a:pt x="1610132" y="3779243"/>
                    <a:pt x="1609181" y="3778908"/>
                    <a:pt x="1608223" y="3778620"/>
                  </a:cubicBezTo>
                  <a:cubicBezTo>
                    <a:pt x="1607259" y="3778325"/>
                    <a:pt x="1606288" y="3778071"/>
                    <a:pt x="1605310" y="3777863"/>
                  </a:cubicBezTo>
                  <a:cubicBezTo>
                    <a:pt x="1604326" y="3777649"/>
                    <a:pt x="1603341" y="3777475"/>
                    <a:pt x="1602343" y="3777347"/>
                  </a:cubicBezTo>
                  <a:cubicBezTo>
                    <a:pt x="1601345" y="3777213"/>
                    <a:pt x="1600347" y="3777120"/>
                    <a:pt x="1599343" y="3777073"/>
                  </a:cubicBezTo>
                  <a:cubicBezTo>
                    <a:pt x="1598345" y="3777026"/>
                    <a:pt x="1597340" y="3777013"/>
                    <a:pt x="1596336" y="3777046"/>
                  </a:cubicBezTo>
                  <a:cubicBezTo>
                    <a:pt x="1595331" y="3777080"/>
                    <a:pt x="1594333" y="3777160"/>
                    <a:pt x="1593335" y="3777274"/>
                  </a:cubicBezTo>
                  <a:cubicBezTo>
                    <a:pt x="1592337" y="3777388"/>
                    <a:pt x="1591346" y="3777542"/>
                    <a:pt x="1590362" y="3777743"/>
                  </a:cubicBezTo>
                  <a:cubicBezTo>
                    <a:pt x="1589377" y="3777937"/>
                    <a:pt x="1588406" y="3778171"/>
                    <a:pt x="1587442" y="3778446"/>
                  </a:cubicBezTo>
                  <a:cubicBezTo>
                    <a:pt x="1586477" y="3778721"/>
                    <a:pt x="1585526" y="3779042"/>
                    <a:pt x="1584582" y="3779397"/>
                  </a:cubicBezTo>
                  <a:cubicBezTo>
                    <a:pt x="1583644" y="3779752"/>
                    <a:pt x="1582720" y="3780140"/>
                    <a:pt x="1581816" y="3780576"/>
                  </a:cubicBezTo>
                  <a:cubicBezTo>
                    <a:pt x="1580912" y="3781004"/>
                    <a:pt x="1580021" y="3781473"/>
                    <a:pt x="1579150" y="3781975"/>
                  </a:cubicBezTo>
                  <a:cubicBezTo>
                    <a:pt x="1578287" y="3782478"/>
                    <a:pt x="1577436" y="3783020"/>
                    <a:pt x="1576612" y="3783589"/>
                  </a:cubicBezTo>
                  <a:cubicBezTo>
                    <a:pt x="1575788" y="3784159"/>
                    <a:pt x="1574985" y="3784768"/>
                    <a:pt x="1574214" y="3785404"/>
                  </a:cubicBezTo>
                  <a:cubicBezTo>
                    <a:pt x="1573444" y="3786047"/>
                    <a:pt x="1572694" y="3786717"/>
                    <a:pt x="1571971" y="3787413"/>
                  </a:cubicBezTo>
                  <a:cubicBezTo>
                    <a:pt x="1571254" y="3788117"/>
                    <a:pt x="1570564" y="3788847"/>
                    <a:pt x="1569908" y="3789604"/>
                  </a:cubicBezTo>
                  <a:cubicBezTo>
                    <a:pt x="1569245" y="3790360"/>
                    <a:pt x="1568615" y="3791137"/>
                    <a:pt x="1568019" y="3791947"/>
                  </a:cubicBezTo>
                  <a:cubicBezTo>
                    <a:pt x="1567424" y="3792758"/>
                    <a:pt x="1566868" y="3793588"/>
                    <a:pt x="1566339" y="3794439"/>
                  </a:cubicBezTo>
                  <a:cubicBezTo>
                    <a:pt x="1565809" y="3795296"/>
                    <a:pt x="1565320" y="3796174"/>
                    <a:pt x="1564865" y="3797064"/>
                  </a:cubicBezTo>
                  <a:cubicBezTo>
                    <a:pt x="1564410" y="3797955"/>
                    <a:pt x="1563994" y="3798866"/>
                    <a:pt x="1563613" y="3799797"/>
                  </a:cubicBezTo>
                  <a:cubicBezTo>
                    <a:pt x="1563231" y="3800728"/>
                    <a:pt x="1562889" y="3801672"/>
                    <a:pt x="1562588" y="3802630"/>
                  </a:cubicBezTo>
                  <a:cubicBezTo>
                    <a:pt x="1562287" y="3803588"/>
                    <a:pt x="1562019" y="3804552"/>
                    <a:pt x="1561798" y="3805530"/>
                  </a:cubicBezTo>
                  <a:cubicBezTo>
                    <a:pt x="1561577" y="3806514"/>
                    <a:pt x="1561389" y="3807499"/>
                    <a:pt x="1561249" y="3808490"/>
                  </a:cubicBezTo>
                  <a:cubicBezTo>
                    <a:pt x="1561108" y="3809488"/>
                    <a:pt x="1561001" y="3810486"/>
                    <a:pt x="1560940" y="3811483"/>
                  </a:cubicBezTo>
                  <a:cubicBezTo>
                    <a:pt x="1560880" y="3812488"/>
                    <a:pt x="1560860" y="3813493"/>
                    <a:pt x="1560880" y="3814491"/>
                  </a:cubicBezTo>
                  <a:cubicBezTo>
                    <a:pt x="1560900" y="3815495"/>
                    <a:pt x="1560967" y="3816500"/>
                    <a:pt x="1561075" y="3817498"/>
                  </a:cubicBezTo>
                  <a:cubicBezTo>
                    <a:pt x="1561175" y="3818495"/>
                    <a:pt x="1561322" y="3819487"/>
                    <a:pt x="1561503" y="3820471"/>
                  </a:cubicBezTo>
                  <a:cubicBezTo>
                    <a:pt x="1561691" y="3821456"/>
                    <a:pt x="1561918" y="3822433"/>
                    <a:pt x="1562179" y="3823405"/>
                  </a:cubicBezTo>
                  <a:cubicBezTo>
                    <a:pt x="1562448" y="3824376"/>
                    <a:pt x="1562755" y="3825327"/>
                    <a:pt x="1563097" y="3826271"/>
                  </a:cubicBezTo>
                  <a:cubicBezTo>
                    <a:pt x="1563438" y="3827215"/>
                    <a:pt x="1563820" y="3828139"/>
                    <a:pt x="1564242" y="3829051"/>
                  </a:cubicBezTo>
                  <a:cubicBezTo>
                    <a:pt x="1564664" y="3829961"/>
                    <a:pt x="1565120" y="3830852"/>
                    <a:pt x="1565615" y="3831729"/>
                  </a:cubicBezTo>
                  <a:cubicBezTo>
                    <a:pt x="1566111" y="3832607"/>
                    <a:pt x="1566640" y="3833457"/>
                    <a:pt x="1567202" y="3834288"/>
                  </a:cubicBezTo>
                  <a:cubicBezTo>
                    <a:pt x="1567765" y="3835118"/>
                    <a:pt x="1568361" y="3835922"/>
                    <a:pt x="1568991" y="3836706"/>
                  </a:cubicBezTo>
                  <a:cubicBezTo>
                    <a:pt x="1569620" y="3837489"/>
                    <a:pt x="1570283" y="3838239"/>
                    <a:pt x="1570973" y="3838969"/>
                  </a:cubicBezTo>
                  <a:cubicBezTo>
                    <a:pt x="1571663" y="3839699"/>
                    <a:pt x="1572386" y="3840396"/>
                    <a:pt x="1573136" y="3841066"/>
                  </a:cubicBezTo>
                  <a:cubicBezTo>
                    <a:pt x="1573886" y="3841729"/>
                    <a:pt x="1574663" y="3842365"/>
                    <a:pt x="1575460" y="3842974"/>
                  </a:cubicBezTo>
                  <a:cubicBezTo>
                    <a:pt x="1576264" y="3843577"/>
                    <a:pt x="1577088" y="3844146"/>
                    <a:pt x="1577938" y="3844682"/>
                  </a:cubicBezTo>
                  <a:cubicBezTo>
                    <a:pt x="1578789" y="3845218"/>
                    <a:pt x="1579653" y="3845720"/>
                    <a:pt x="1580543" y="3846189"/>
                  </a:cubicBezTo>
                  <a:cubicBezTo>
                    <a:pt x="1581434" y="3846651"/>
                    <a:pt x="1582338" y="3847079"/>
                    <a:pt x="1583262" y="3847468"/>
                  </a:cubicBezTo>
                  <a:cubicBezTo>
                    <a:pt x="1584187" y="3847863"/>
                    <a:pt x="1585124" y="3848211"/>
                    <a:pt x="1586082" y="3848526"/>
                  </a:cubicBezTo>
                  <a:cubicBezTo>
                    <a:pt x="1587040" y="3848841"/>
                    <a:pt x="1588004" y="3849115"/>
                    <a:pt x="1588975" y="3849350"/>
                  </a:cubicBezTo>
                  <a:cubicBezTo>
                    <a:pt x="1589953" y="3849584"/>
                    <a:pt x="1590938" y="3849778"/>
                    <a:pt x="1591929" y="3849933"/>
                  </a:cubicBezTo>
                  <a:cubicBezTo>
                    <a:pt x="1592920" y="3850087"/>
                    <a:pt x="1593918" y="3850194"/>
                    <a:pt x="1594916" y="3850267"/>
                  </a:cubicBezTo>
                  <a:cubicBezTo>
                    <a:pt x="1595920" y="3850341"/>
                    <a:pt x="1596925" y="3850374"/>
                    <a:pt x="1597923" y="3850361"/>
                  </a:cubicBezTo>
                  <a:cubicBezTo>
                    <a:pt x="1598927" y="3850354"/>
                    <a:pt x="1599932" y="3850301"/>
                    <a:pt x="1600930" y="3850207"/>
                  </a:cubicBezTo>
                  <a:cubicBezTo>
                    <a:pt x="1601821" y="3850127"/>
                    <a:pt x="1602711" y="3850013"/>
                    <a:pt x="1603595" y="3849859"/>
                  </a:cubicBezTo>
                  <a:cubicBezTo>
                    <a:pt x="1604473" y="3849711"/>
                    <a:pt x="1605350" y="3849531"/>
                    <a:pt x="1606221" y="3849323"/>
                  </a:cubicBezTo>
                  <a:cubicBezTo>
                    <a:pt x="1607091" y="3849115"/>
                    <a:pt x="1607955" y="3848868"/>
                    <a:pt x="1608806" y="3848593"/>
                  </a:cubicBezTo>
                  <a:cubicBezTo>
                    <a:pt x="1609656" y="3848318"/>
                    <a:pt x="1610500" y="3848011"/>
                    <a:pt x="1611324" y="3847676"/>
                  </a:cubicBezTo>
                  <a:cubicBezTo>
                    <a:pt x="1612155" y="3847341"/>
                    <a:pt x="1612971" y="3846972"/>
                    <a:pt x="1613775" y="3846577"/>
                  </a:cubicBezTo>
                  <a:cubicBezTo>
                    <a:pt x="1614579" y="3846182"/>
                    <a:pt x="1615369" y="3845753"/>
                    <a:pt x="1616139" y="3845298"/>
                  </a:cubicBezTo>
                  <a:cubicBezTo>
                    <a:pt x="1616909" y="3844849"/>
                    <a:pt x="1617666" y="3844367"/>
                    <a:pt x="1618403" y="3843858"/>
                  </a:cubicBezTo>
                  <a:cubicBezTo>
                    <a:pt x="1619133" y="3843349"/>
                    <a:pt x="1619850" y="3842813"/>
                    <a:pt x="1620553" y="3842251"/>
                  </a:cubicBezTo>
                  <a:cubicBezTo>
                    <a:pt x="1621249" y="3841688"/>
                    <a:pt x="1621926" y="3841099"/>
                    <a:pt x="1622575" y="3840490"/>
                  </a:cubicBezTo>
                  <a:cubicBezTo>
                    <a:pt x="1623232" y="3839880"/>
                    <a:pt x="1623861" y="3839244"/>
                    <a:pt x="1624471" y="3838587"/>
                  </a:cubicBezTo>
                  <a:cubicBezTo>
                    <a:pt x="1625080" y="3837931"/>
                    <a:pt x="1625663" y="3837255"/>
                    <a:pt x="1626219" y="3836551"/>
                  </a:cubicBezTo>
                  <a:cubicBezTo>
                    <a:pt x="1626775" y="3835848"/>
                    <a:pt x="1627311" y="3835131"/>
                    <a:pt x="1627813" y="3834388"/>
                  </a:cubicBezTo>
                  <a:cubicBezTo>
                    <a:pt x="1628315" y="3833651"/>
                    <a:pt x="1628797" y="3832895"/>
                    <a:pt x="1629246" y="3832125"/>
                  </a:cubicBezTo>
                  <a:cubicBezTo>
                    <a:pt x="1629695" y="3831347"/>
                    <a:pt x="1630116" y="3830557"/>
                    <a:pt x="1630512" y="3829754"/>
                  </a:cubicBezTo>
                  <a:cubicBezTo>
                    <a:pt x="1630907" y="3828950"/>
                    <a:pt x="1631269" y="3828133"/>
                    <a:pt x="1631597" y="3827296"/>
                  </a:cubicBezTo>
                  <a:cubicBezTo>
                    <a:pt x="1631925" y="3826465"/>
                    <a:pt x="1632226" y="3825621"/>
                    <a:pt x="1632501" y="3824771"/>
                  </a:cubicBezTo>
                  <a:cubicBezTo>
                    <a:pt x="1632775" y="3823920"/>
                    <a:pt x="1633010" y="3823056"/>
                    <a:pt x="1633217" y="3822186"/>
                  </a:cubicBezTo>
                  <a:cubicBezTo>
                    <a:pt x="1633425" y="3821315"/>
                    <a:pt x="1633599" y="3820438"/>
                    <a:pt x="1633740" y="3819554"/>
                  </a:cubicBezTo>
                  <a:cubicBezTo>
                    <a:pt x="1633880" y="3818670"/>
                    <a:pt x="1633994" y="3817779"/>
                    <a:pt x="1634074" y="3816888"/>
                  </a:cubicBezTo>
                  <a:cubicBezTo>
                    <a:pt x="1634148" y="3815997"/>
                    <a:pt x="1634195" y="3815100"/>
                    <a:pt x="1634209" y="3814202"/>
                  </a:cubicBezTo>
                  <a:cubicBezTo>
                    <a:pt x="1634222" y="3813312"/>
                    <a:pt x="1634202" y="3812415"/>
                    <a:pt x="1634148" y="3811524"/>
                  </a:cubicBezTo>
                  <a:cubicBezTo>
                    <a:pt x="1634095" y="3810633"/>
                    <a:pt x="1634008" y="3809742"/>
                    <a:pt x="1633887" y="3808851"/>
                  </a:cubicBezTo>
                  <a:cubicBezTo>
                    <a:pt x="1633773" y="3807961"/>
                    <a:pt x="1633619" y="3807083"/>
                    <a:pt x="1633438" y="3806206"/>
                  </a:cubicBezTo>
                  <a:cubicBezTo>
                    <a:pt x="1633258" y="3805329"/>
                    <a:pt x="1633043" y="3804458"/>
                    <a:pt x="1632795" y="3803594"/>
                  </a:cubicBezTo>
                  <a:cubicBezTo>
                    <a:pt x="1632548" y="3802737"/>
                    <a:pt x="1632266" y="3801886"/>
                    <a:pt x="1631958" y="3801043"/>
                  </a:cubicBezTo>
                  <a:cubicBezTo>
                    <a:pt x="1631650" y="3800205"/>
                    <a:pt x="1631309" y="3799375"/>
                    <a:pt x="1630940" y="3798565"/>
                  </a:cubicBezTo>
                  <a:cubicBezTo>
                    <a:pt x="1630572" y="3797747"/>
                    <a:pt x="1630170" y="3796944"/>
                    <a:pt x="1629742" y="3796160"/>
                  </a:cubicBezTo>
                  <a:cubicBezTo>
                    <a:pt x="1629313" y="3795377"/>
                    <a:pt x="1628857" y="3794607"/>
                    <a:pt x="1628375" y="3793849"/>
                  </a:cubicBezTo>
                  <a:cubicBezTo>
                    <a:pt x="1627887" y="3793093"/>
                    <a:pt x="1627377" y="3792363"/>
                    <a:pt x="1626842" y="3791646"/>
                  </a:cubicBezTo>
                  <a:cubicBezTo>
                    <a:pt x="1626299" y="3790930"/>
                    <a:pt x="1625736" y="3790240"/>
                    <a:pt x="1625147" y="3789564"/>
                  </a:cubicBezTo>
                  <a:cubicBezTo>
                    <a:pt x="1624558" y="3788887"/>
                    <a:pt x="1623941" y="3788237"/>
                    <a:pt x="1623305" y="3787608"/>
                  </a:cubicBezTo>
                  <a:cubicBezTo>
                    <a:pt x="1622669" y="3786978"/>
                    <a:pt x="1622013" y="3786376"/>
                    <a:pt x="1621330" y="3785793"/>
                  </a:cubicBezTo>
                  <a:close/>
                  <a:moveTo>
                    <a:pt x="1544391" y="4377141"/>
                  </a:moveTo>
                  <a:cubicBezTo>
                    <a:pt x="1531305" y="4380604"/>
                    <a:pt x="1515828" y="4384723"/>
                    <a:pt x="1508354" y="4397294"/>
                  </a:cubicBezTo>
                  <a:cubicBezTo>
                    <a:pt x="1502822" y="4406603"/>
                    <a:pt x="1502172" y="4415878"/>
                    <a:pt x="1505654" y="4425965"/>
                  </a:cubicBezTo>
                  <a:cubicBezTo>
                    <a:pt x="1507744" y="4432012"/>
                    <a:pt x="1511602" y="4437410"/>
                    <a:pt x="1515218" y="4442621"/>
                  </a:cubicBezTo>
                  <a:cubicBezTo>
                    <a:pt x="1525164" y="4449800"/>
                    <a:pt x="1532979" y="4452526"/>
                    <a:pt x="1544840" y="4455412"/>
                  </a:cubicBezTo>
                  <a:cubicBezTo>
                    <a:pt x="1557109" y="4450798"/>
                    <a:pt x="1570531" y="4445132"/>
                    <a:pt x="1577001" y="4432869"/>
                  </a:cubicBezTo>
                  <a:cubicBezTo>
                    <a:pt x="1584816" y="4418055"/>
                    <a:pt x="1581782" y="4402384"/>
                    <a:pt x="1577516" y="4386966"/>
                  </a:cubicBezTo>
                  <a:cubicBezTo>
                    <a:pt x="1565146" y="4378775"/>
                    <a:pt x="1559065" y="4376579"/>
                    <a:pt x="1544391" y="4377141"/>
                  </a:cubicBezTo>
                  <a:close/>
                  <a:moveTo>
                    <a:pt x="1585185" y="4888035"/>
                  </a:moveTo>
                  <a:cubicBezTo>
                    <a:pt x="1584582" y="4887674"/>
                    <a:pt x="1583966" y="4887332"/>
                    <a:pt x="1583336" y="4887018"/>
                  </a:cubicBezTo>
                  <a:cubicBezTo>
                    <a:pt x="1582707" y="4886703"/>
                    <a:pt x="1582071" y="4886408"/>
                    <a:pt x="1581421" y="4886133"/>
                  </a:cubicBezTo>
                  <a:cubicBezTo>
                    <a:pt x="1580771" y="4885866"/>
                    <a:pt x="1580108" y="4885624"/>
                    <a:pt x="1579438" y="4885404"/>
                  </a:cubicBezTo>
                  <a:cubicBezTo>
                    <a:pt x="1578775" y="4885183"/>
                    <a:pt x="1578099" y="4884988"/>
                    <a:pt x="1577416" y="4884821"/>
                  </a:cubicBezTo>
                  <a:cubicBezTo>
                    <a:pt x="1576733" y="4884654"/>
                    <a:pt x="1576043" y="4884506"/>
                    <a:pt x="1575346" y="4884386"/>
                  </a:cubicBezTo>
                  <a:cubicBezTo>
                    <a:pt x="1574657" y="4884265"/>
                    <a:pt x="1573960" y="4884171"/>
                    <a:pt x="1573257" y="4884111"/>
                  </a:cubicBezTo>
                  <a:cubicBezTo>
                    <a:pt x="1572554" y="4884044"/>
                    <a:pt x="1571850" y="4884004"/>
                    <a:pt x="1571147" y="4883991"/>
                  </a:cubicBezTo>
                  <a:cubicBezTo>
                    <a:pt x="1570444" y="4883977"/>
                    <a:pt x="1569741" y="4883991"/>
                    <a:pt x="1569037" y="4884024"/>
                  </a:cubicBezTo>
                  <a:cubicBezTo>
                    <a:pt x="1568334" y="4884064"/>
                    <a:pt x="1567638" y="4884131"/>
                    <a:pt x="1566941" y="4884218"/>
                  </a:cubicBezTo>
                  <a:cubicBezTo>
                    <a:pt x="1566238" y="4884312"/>
                    <a:pt x="1565548" y="4884433"/>
                    <a:pt x="1564858" y="4884573"/>
                  </a:cubicBezTo>
                  <a:cubicBezTo>
                    <a:pt x="1564168" y="4884714"/>
                    <a:pt x="1563485" y="4884881"/>
                    <a:pt x="1562809" y="4885076"/>
                  </a:cubicBezTo>
                  <a:cubicBezTo>
                    <a:pt x="1562132" y="4885270"/>
                    <a:pt x="1561463" y="4885484"/>
                    <a:pt x="1560806" y="4885732"/>
                  </a:cubicBezTo>
                  <a:cubicBezTo>
                    <a:pt x="1560143" y="4885980"/>
                    <a:pt x="1559494" y="4886247"/>
                    <a:pt x="1558851" y="4886535"/>
                  </a:cubicBezTo>
                  <a:cubicBezTo>
                    <a:pt x="1558215" y="4886823"/>
                    <a:pt x="1557585" y="4887138"/>
                    <a:pt x="1556969" y="4887480"/>
                  </a:cubicBezTo>
                  <a:cubicBezTo>
                    <a:pt x="1556353" y="4887821"/>
                    <a:pt x="1555750" y="4888183"/>
                    <a:pt x="1555154" y="4888565"/>
                  </a:cubicBezTo>
                  <a:cubicBezTo>
                    <a:pt x="1554565" y="4888947"/>
                    <a:pt x="1553989" y="4889355"/>
                    <a:pt x="1553433" y="4889784"/>
                  </a:cubicBezTo>
                  <a:cubicBezTo>
                    <a:pt x="1552877" y="4890212"/>
                    <a:pt x="1552335" y="4890661"/>
                    <a:pt x="1551805" y="4891123"/>
                  </a:cubicBezTo>
                  <a:cubicBezTo>
                    <a:pt x="1551276" y="4891592"/>
                    <a:pt x="1550767" y="4892081"/>
                    <a:pt x="1550279" y="4892583"/>
                  </a:cubicBezTo>
                  <a:cubicBezTo>
                    <a:pt x="1549790" y="4893085"/>
                    <a:pt x="1549314" y="4893608"/>
                    <a:pt x="1548865" y="4894150"/>
                  </a:cubicBezTo>
                  <a:cubicBezTo>
                    <a:pt x="1548417" y="4894693"/>
                    <a:pt x="1547988" y="4895249"/>
                    <a:pt x="1547579" y="4895824"/>
                  </a:cubicBezTo>
                  <a:cubicBezTo>
                    <a:pt x="1547171" y="4896394"/>
                    <a:pt x="1546782" y="4896983"/>
                    <a:pt x="1546414" y="4897586"/>
                  </a:cubicBezTo>
                  <a:cubicBezTo>
                    <a:pt x="1546046" y="4898182"/>
                    <a:pt x="1545704" y="4898798"/>
                    <a:pt x="1545389" y="4899428"/>
                  </a:cubicBezTo>
                  <a:cubicBezTo>
                    <a:pt x="1545068" y="4900050"/>
                    <a:pt x="1544773" y="4900693"/>
                    <a:pt x="1544499" y="4901343"/>
                  </a:cubicBezTo>
                  <a:cubicBezTo>
                    <a:pt x="1544224" y="4901993"/>
                    <a:pt x="1543976" y="4902649"/>
                    <a:pt x="1543755" y="4903319"/>
                  </a:cubicBezTo>
                  <a:cubicBezTo>
                    <a:pt x="1543534" y="4903982"/>
                    <a:pt x="1543334" y="4904658"/>
                    <a:pt x="1543166" y="4905341"/>
                  </a:cubicBezTo>
                  <a:cubicBezTo>
                    <a:pt x="1542992" y="4906024"/>
                    <a:pt x="1542845" y="4906714"/>
                    <a:pt x="1542724" y="4907404"/>
                  </a:cubicBezTo>
                  <a:cubicBezTo>
                    <a:pt x="1542603" y="4908094"/>
                    <a:pt x="1542509" y="4908790"/>
                    <a:pt x="1542436" y="4909494"/>
                  </a:cubicBezTo>
                  <a:cubicBezTo>
                    <a:pt x="1542369" y="4910197"/>
                    <a:pt x="1542329" y="4910900"/>
                    <a:pt x="1542309" y="4911603"/>
                  </a:cubicBezTo>
                  <a:cubicBezTo>
                    <a:pt x="1542289" y="4912306"/>
                    <a:pt x="1542302" y="4913010"/>
                    <a:pt x="1542335" y="4913713"/>
                  </a:cubicBezTo>
                  <a:cubicBezTo>
                    <a:pt x="1542369" y="4914416"/>
                    <a:pt x="1542436" y="4915113"/>
                    <a:pt x="1542523" y="4915816"/>
                  </a:cubicBezTo>
                  <a:cubicBezTo>
                    <a:pt x="1542610" y="4916512"/>
                    <a:pt x="1542724" y="4917209"/>
                    <a:pt x="1542865" y="4917899"/>
                  </a:cubicBezTo>
                  <a:cubicBezTo>
                    <a:pt x="1543005" y="4918588"/>
                    <a:pt x="1543166" y="4919271"/>
                    <a:pt x="1543360" y="4919948"/>
                  </a:cubicBezTo>
                  <a:cubicBezTo>
                    <a:pt x="1543554" y="4920624"/>
                    <a:pt x="1543769" y="4921294"/>
                    <a:pt x="1544010" y="4921957"/>
                  </a:cubicBezTo>
                  <a:cubicBezTo>
                    <a:pt x="1544251" y="4922620"/>
                    <a:pt x="1544519" y="4923270"/>
                    <a:pt x="1544807" y="4923913"/>
                  </a:cubicBezTo>
                  <a:cubicBezTo>
                    <a:pt x="1545095" y="4924549"/>
                    <a:pt x="1545403" y="4925179"/>
                    <a:pt x="1545744" y="4925802"/>
                  </a:cubicBezTo>
                  <a:cubicBezTo>
                    <a:pt x="1546079" y="4926418"/>
                    <a:pt x="1546441" y="4927020"/>
                    <a:pt x="1546823" y="4927616"/>
                  </a:cubicBezTo>
                  <a:cubicBezTo>
                    <a:pt x="1547205" y="4928206"/>
                    <a:pt x="1547606" y="4928782"/>
                    <a:pt x="1548028" y="4929344"/>
                  </a:cubicBezTo>
                  <a:cubicBezTo>
                    <a:pt x="1548450" y="4929907"/>
                    <a:pt x="1548899" y="4930449"/>
                    <a:pt x="1549368" y="4930979"/>
                  </a:cubicBezTo>
                  <a:cubicBezTo>
                    <a:pt x="1549830" y="4931508"/>
                    <a:pt x="1550319" y="4932016"/>
                    <a:pt x="1550821" y="4932505"/>
                  </a:cubicBezTo>
                  <a:cubicBezTo>
                    <a:pt x="1551323" y="4932994"/>
                    <a:pt x="1551839" y="4933470"/>
                    <a:pt x="1552381" y="4933925"/>
                  </a:cubicBezTo>
                  <a:cubicBezTo>
                    <a:pt x="1552924" y="4934374"/>
                    <a:pt x="1553480" y="4934809"/>
                    <a:pt x="1554049" y="4935224"/>
                  </a:cubicBezTo>
                  <a:cubicBezTo>
                    <a:pt x="1554618" y="4935633"/>
                    <a:pt x="1555201" y="4936022"/>
                    <a:pt x="1555804" y="4936390"/>
                  </a:cubicBezTo>
                  <a:cubicBezTo>
                    <a:pt x="1556400" y="4936758"/>
                    <a:pt x="1557016" y="4937100"/>
                    <a:pt x="1557639" y="4937428"/>
                  </a:cubicBezTo>
                  <a:cubicBezTo>
                    <a:pt x="1558268" y="4937749"/>
                    <a:pt x="1558904" y="4938044"/>
                    <a:pt x="1559554" y="4938319"/>
                  </a:cubicBezTo>
                  <a:cubicBezTo>
                    <a:pt x="1560204" y="4938593"/>
                    <a:pt x="1560860" y="4938848"/>
                    <a:pt x="1561523" y="4939069"/>
                  </a:cubicBezTo>
                  <a:cubicBezTo>
                    <a:pt x="1562186" y="4939297"/>
                    <a:pt x="1562862" y="4939497"/>
                    <a:pt x="1563546" y="4939671"/>
                  </a:cubicBezTo>
                  <a:cubicBezTo>
                    <a:pt x="1564229" y="4939846"/>
                    <a:pt x="1564919" y="4939993"/>
                    <a:pt x="1565609" y="4940120"/>
                  </a:cubicBezTo>
                  <a:cubicBezTo>
                    <a:pt x="1566298" y="4940247"/>
                    <a:pt x="1566995" y="4940341"/>
                    <a:pt x="1567698" y="4940415"/>
                  </a:cubicBezTo>
                  <a:cubicBezTo>
                    <a:pt x="1568495" y="4940495"/>
                    <a:pt x="1569285" y="4940542"/>
                    <a:pt x="1570082" y="4940562"/>
                  </a:cubicBezTo>
                  <a:cubicBezTo>
                    <a:pt x="1570879" y="4940576"/>
                    <a:pt x="1571676" y="4940556"/>
                    <a:pt x="1572473" y="4940502"/>
                  </a:cubicBezTo>
                  <a:cubicBezTo>
                    <a:pt x="1573270" y="4940449"/>
                    <a:pt x="1574060" y="4940361"/>
                    <a:pt x="1574844" y="4940241"/>
                  </a:cubicBezTo>
                  <a:cubicBezTo>
                    <a:pt x="1575627" y="4940120"/>
                    <a:pt x="1576411" y="4939966"/>
                    <a:pt x="1577188" y="4939786"/>
                  </a:cubicBezTo>
                  <a:cubicBezTo>
                    <a:pt x="1577965" y="4939598"/>
                    <a:pt x="1578728" y="4939377"/>
                    <a:pt x="1579485" y="4939129"/>
                  </a:cubicBezTo>
                  <a:cubicBezTo>
                    <a:pt x="1580242" y="4938881"/>
                    <a:pt x="1580985" y="4938600"/>
                    <a:pt x="1581715" y="4938285"/>
                  </a:cubicBezTo>
                  <a:cubicBezTo>
                    <a:pt x="1582452" y="4937971"/>
                    <a:pt x="1583169" y="4937629"/>
                    <a:pt x="1583872" y="4937254"/>
                  </a:cubicBezTo>
                  <a:cubicBezTo>
                    <a:pt x="1584575" y="4936879"/>
                    <a:pt x="1585265" y="4936477"/>
                    <a:pt x="1585935" y="4936042"/>
                  </a:cubicBezTo>
                  <a:cubicBezTo>
                    <a:pt x="1586605" y="4935606"/>
                    <a:pt x="1587254" y="4935151"/>
                    <a:pt x="1587884" y="4934662"/>
                  </a:cubicBezTo>
                  <a:cubicBezTo>
                    <a:pt x="1588513" y="4934173"/>
                    <a:pt x="1589123" y="4933664"/>
                    <a:pt x="1589712" y="4933128"/>
                  </a:cubicBezTo>
                  <a:cubicBezTo>
                    <a:pt x="1590295" y="4932586"/>
                    <a:pt x="1590857" y="4932023"/>
                    <a:pt x="1591400" y="4931441"/>
                  </a:cubicBezTo>
                  <a:cubicBezTo>
                    <a:pt x="1591942" y="4930851"/>
                    <a:pt x="1592451" y="4930242"/>
                    <a:pt x="1592940" y="4929612"/>
                  </a:cubicBezTo>
                  <a:cubicBezTo>
                    <a:pt x="1593429" y="4928983"/>
                    <a:pt x="1593891" y="4928333"/>
                    <a:pt x="1594326" y="4927670"/>
                  </a:cubicBezTo>
                  <a:cubicBezTo>
                    <a:pt x="1594762" y="4927000"/>
                    <a:pt x="1595163" y="4926317"/>
                    <a:pt x="1595539" y="4925614"/>
                  </a:cubicBezTo>
                  <a:cubicBezTo>
                    <a:pt x="1595913" y="4924911"/>
                    <a:pt x="1596262" y="4924187"/>
                    <a:pt x="1596576" y="4923457"/>
                  </a:cubicBezTo>
                  <a:cubicBezTo>
                    <a:pt x="1596891" y="4922728"/>
                    <a:pt x="1597179" y="4921984"/>
                    <a:pt x="1597427" y="4921227"/>
                  </a:cubicBezTo>
                  <a:cubicBezTo>
                    <a:pt x="1597682" y="4920470"/>
                    <a:pt x="1597903" y="4919707"/>
                    <a:pt x="1598090" y="4918930"/>
                  </a:cubicBezTo>
                  <a:cubicBezTo>
                    <a:pt x="1598278" y="4918160"/>
                    <a:pt x="1598432" y="4917376"/>
                    <a:pt x="1598552" y="4916593"/>
                  </a:cubicBezTo>
                  <a:cubicBezTo>
                    <a:pt x="1598673" y="4915803"/>
                    <a:pt x="1598760" y="4915012"/>
                    <a:pt x="1598814" y="4914215"/>
                  </a:cubicBezTo>
                  <a:cubicBezTo>
                    <a:pt x="1598874" y="4913418"/>
                    <a:pt x="1598894" y="4912628"/>
                    <a:pt x="1598880" y="4911831"/>
                  </a:cubicBezTo>
                  <a:cubicBezTo>
                    <a:pt x="1598867" y="4911034"/>
                    <a:pt x="1598820" y="4910237"/>
                    <a:pt x="1598740" y="4909447"/>
                  </a:cubicBezTo>
                  <a:cubicBezTo>
                    <a:pt x="1598660" y="4908650"/>
                    <a:pt x="1598546" y="4907866"/>
                    <a:pt x="1598405" y="4907083"/>
                  </a:cubicBezTo>
                  <a:cubicBezTo>
                    <a:pt x="1598258" y="4906299"/>
                    <a:pt x="1598077" y="4905529"/>
                    <a:pt x="1597862" y="4904759"/>
                  </a:cubicBezTo>
                  <a:cubicBezTo>
                    <a:pt x="1597655" y="4903988"/>
                    <a:pt x="1597407" y="4903232"/>
                    <a:pt x="1597132" y="4902482"/>
                  </a:cubicBezTo>
                  <a:cubicBezTo>
                    <a:pt x="1596858" y="4901738"/>
                    <a:pt x="1596550" y="4901002"/>
                    <a:pt x="1596215" y="4900278"/>
                  </a:cubicBezTo>
                  <a:cubicBezTo>
                    <a:pt x="1595873" y="4899555"/>
                    <a:pt x="1595505" y="4898852"/>
                    <a:pt x="1595110" y="4898162"/>
                  </a:cubicBezTo>
                  <a:cubicBezTo>
                    <a:pt x="1594715" y="4897472"/>
                    <a:pt x="1594286" y="4896796"/>
                    <a:pt x="1593831" y="4896146"/>
                  </a:cubicBezTo>
                  <a:cubicBezTo>
                    <a:pt x="1593382" y="4895490"/>
                    <a:pt x="1592900" y="4894853"/>
                    <a:pt x="1592391" y="4894237"/>
                  </a:cubicBezTo>
                  <a:cubicBezTo>
                    <a:pt x="1591882" y="4893628"/>
                    <a:pt x="1591346" y="4893038"/>
                    <a:pt x="1590790" y="4892469"/>
                  </a:cubicBezTo>
                  <a:cubicBezTo>
                    <a:pt x="1590234" y="4891900"/>
                    <a:pt x="1589652" y="4891351"/>
                    <a:pt x="1589049" y="4890835"/>
                  </a:cubicBezTo>
                  <a:cubicBezTo>
                    <a:pt x="1588446" y="4890313"/>
                    <a:pt x="1587824" y="4889817"/>
                    <a:pt x="1587174" y="4889355"/>
                  </a:cubicBezTo>
                  <a:cubicBezTo>
                    <a:pt x="1586531" y="4888886"/>
                    <a:pt x="1585868" y="4888444"/>
                    <a:pt x="1585185" y="4888035"/>
                  </a:cubicBezTo>
                  <a:close/>
                  <a:moveTo>
                    <a:pt x="106361" y="2271615"/>
                  </a:moveTo>
                  <a:cubicBezTo>
                    <a:pt x="101995" y="2299187"/>
                    <a:pt x="102818" y="2328079"/>
                    <a:pt x="102993" y="2355973"/>
                  </a:cubicBezTo>
                  <a:lnTo>
                    <a:pt x="146076" y="2358391"/>
                  </a:lnTo>
                  <a:lnTo>
                    <a:pt x="148326" y="2274749"/>
                  </a:lnTo>
                  <a:lnTo>
                    <a:pt x="106361" y="2271615"/>
                  </a:lnTo>
                  <a:close/>
                  <a:moveTo>
                    <a:pt x="297481" y="2280368"/>
                  </a:moveTo>
                  <a:cubicBezTo>
                    <a:pt x="298097" y="2310117"/>
                    <a:pt x="298238" y="2339960"/>
                    <a:pt x="299470" y="2369689"/>
                  </a:cubicBezTo>
                  <a:cubicBezTo>
                    <a:pt x="356364" y="2372040"/>
                    <a:pt x="413284" y="2373547"/>
                    <a:pt x="470217" y="2374217"/>
                  </a:cubicBezTo>
                  <a:cubicBezTo>
                    <a:pt x="468174" y="2344006"/>
                    <a:pt x="464986" y="2313365"/>
                    <a:pt x="465114" y="2283087"/>
                  </a:cubicBezTo>
                  <a:cubicBezTo>
                    <a:pt x="409218" y="2283268"/>
                    <a:pt x="353343" y="2282357"/>
                    <a:pt x="297481" y="2280368"/>
                  </a:cubicBezTo>
                  <a:close/>
                  <a:moveTo>
                    <a:pt x="1547325" y="4047067"/>
                  </a:moveTo>
                  <a:cubicBezTo>
                    <a:pt x="1546689" y="4047395"/>
                    <a:pt x="1546079" y="4047757"/>
                    <a:pt x="1545483" y="4048151"/>
                  </a:cubicBezTo>
                  <a:cubicBezTo>
                    <a:pt x="1544887" y="4048540"/>
                    <a:pt x="1544304" y="4048955"/>
                    <a:pt x="1543748" y="4049404"/>
                  </a:cubicBezTo>
                  <a:cubicBezTo>
                    <a:pt x="1543193" y="4049853"/>
                    <a:pt x="1542664" y="4050322"/>
                    <a:pt x="1542155" y="4050824"/>
                  </a:cubicBezTo>
                  <a:cubicBezTo>
                    <a:pt x="1541639" y="4051326"/>
                    <a:pt x="1541157" y="4051848"/>
                    <a:pt x="1540695" y="4052391"/>
                  </a:cubicBezTo>
                  <a:cubicBezTo>
                    <a:pt x="1540239" y="4052933"/>
                    <a:pt x="1539811" y="4053503"/>
                    <a:pt x="1539402" y="4054092"/>
                  </a:cubicBezTo>
                  <a:cubicBezTo>
                    <a:pt x="1538994" y="4054681"/>
                    <a:pt x="1538618" y="4055284"/>
                    <a:pt x="1538277" y="4055907"/>
                  </a:cubicBezTo>
                  <a:cubicBezTo>
                    <a:pt x="1537935" y="4056530"/>
                    <a:pt x="1537621" y="4057173"/>
                    <a:pt x="1537333" y="4057829"/>
                  </a:cubicBezTo>
                  <a:cubicBezTo>
                    <a:pt x="1537051" y="4058479"/>
                    <a:pt x="1536803" y="4059149"/>
                    <a:pt x="1536583" y="4059832"/>
                  </a:cubicBezTo>
                  <a:cubicBezTo>
                    <a:pt x="1536362" y="4060508"/>
                    <a:pt x="1536181" y="4061198"/>
                    <a:pt x="1536027" y="4061894"/>
                  </a:cubicBezTo>
                  <a:cubicBezTo>
                    <a:pt x="1535873" y="4062591"/>
                    <a:pt x="1535759" y="4063294"/>
                    <a:pt x="1535672" y="4064004"/>
                  </a:cubicBezTo>
                  <a:cubicBezTo>
                    <a:pt x="1535591" y="4064707"/>
                    <a:pt x="1535544" y="4065417"/>
                    <a:pt x="1535524" y="4066134"/>
                  </a:cubicBezTo>
                  <a:cubicBezTo>
                    <a:pt x="1535511" y="4066850"/>
                    <a:pt x="1535531" y="4067560"/>
                    <a:pt x="1535591" y="4068270"/>
                  </a:cubicBezTo>
                  <a:cubicBezTo>
                    <a:pt x="1535645" y="4068987"/>
                    <a:pt x="1535732" y="4069690"/>
                    <a:pt x="1535859" y="4070393"/>
                  </a:cubicBezTo>
                  <a:cubicBezTo>
                    <a:pt x="1535980" y="4071096"/>
                    <a:pt x="1536134" y="4071786"/>
                    <a:pt x="1536328" y="4072476"/>
                  </a:cubicBezTo>
                  <a:cubicBezTo>
                    <a:pt x="1536522" y="4073166"/>
                    <a:pt x="1536743" y="4073842"/>
                    <a:pt x="1537005" y="4074505"/>
                  </a:cubicBezTo>
                  <a:cubicBezTo>
                    <a:pt x="1537259" y="4075168"/>
                    <a:pt x="1537547" y="4075825"/>
                    <a:pt x="1537868" y="4076461"/>
                  </a:cubicBezTo>
                  <a:cubicBezTo>
                    <a:pt x="1538190" y="4077097"/>
                    <a:pt x="1538538" y="4077720"/>
                    <a:pt x="1538920" y="4078323"/>
                  </a:cubicBezTo>
                  <a:cubicBezTo>
                    <a:pt x="1539301" y="4078926"/>
                    <a:pt x="1539710" y="4079508"/>
                    <a:pt x="1540146" y="4080071"/>
                  </a:cubicBezTo>
                  <a:cubicBezTo>
                    <a:pt x="1540587" y="4080640"/>
                    <a:pt x="1541050" y="4081182"/>
                    <a:pt x="1541539" y="4081698"/>
                  </a:cubicBezTo>
                  <a:cubicBezTo>
                    <a:pt x="1542028" y="4082214"/>
                    <a:pt x="1542543" y="4082710"/>
                    <a:pt x="1543085" y="4083178"/>
                  </a:cubicBezTo>
                  <a:cubicBezTo>
                    <a:pt x="1543621" y="4083647"/>
                    <a:pt x="1544177" y="4084089"/>
                    <a:pt x="1544760" y="4084497"/>
                  </a:cubicBezTo>
                  <a:cubicBezTo>
                    <a:pt x="1545343" y="4084913"/>
                    <a:pt x="1545945" y="4085301"/>
                    <a:pt x="1546562" y="4085656"/>
                  </a:cubicBezTo>
                  <a:cubicBezTo>
                    <a:pt x="1547184" y="4086011"/>
                    <a:pt x="1547814" y="4086339"/>
                    <a:pt x="1548464" y="4086627"/>
                  </a:cubicBezTo>
                  <a:cubicBezTo>
                    <a:pt x="1549113" y="4086922"/>
                    <a:pt x="1549776" y="4087183"/>
                    <a:pt x="1550453" y="4087418"/>
                  </a:cubicBezTo>
                  <a:cubicBezTo>
                    <a:pt x="1551129" y="4087645"/>
                    <a:pt x="1551819" y="4087840"/>
                    <a:pt x="1552509" y="4088007"/>
                  </a:cubicBezTo>
                  <a:cubicBezTo>
                    <a:pt x="1553205" y="4088168"/>
                    <a:pt x="1553908" y="4088295"/>
                    <a:pt x="1554611" y="4088389"/>
                  </a:cubicBezTo>
                  <a:cubicBezTo>
                    <a:pt x="1555322" y="4088489"/>
                    <a:pt x="1556032" y="4088549"/>
                    <a:pt x="1556741" y="4088576"/>
                  </a:cubicBezTo>
                  <a:cubicBezTo>
                    <a:pt x="1557458" y="4088596"/>
                    <a:pt x="1558168" y="4088590"/>
                    <a:pt x="1558878" y="4088549"/>
                  </a:cubicBezTo>
                  <a:cubicBezTo>
                    <a:pt x="1559594" y="4088503"/>
                    <a:pt x="1560304" y="4088429"/>
                    <a:pt x="1561007" y="4088315"/>
                  </a:cubicBezTo>
                  <a:cubicBezTo>
                    <a:pt x="1561711" y="4088201"/>
                    <a:pt x="1562407" y="4088054"/>
                    <a:pt x="1563097" y="4087873"/>
                  </a:cubicBezTo>
                  <a:cubicBezTo>
                    <a:pt x="1563787" y="4087692"/>
                    <a:pt x="1564470" y="4087484"/>
                    <a:pt x="1565140" y="4087237"/>
                  </a:cubicBezTo>
                  <a:cubicBezTo>
                    <a:pt x="1565809" y="4086989"/>
                    <a:pt x="1566466" y="4086708"/>
                    <a:pt x="1567109" y="4086399"/>
                  </a:cubicBezTo>
                  <a:cubicBezTo>
                    <a:pt x="1567986" y="4085978"/>
                    <a:pt x="1568830" y="4085495"/>
                    <a:pt x="1569640" y="4084966"/>
                  </a:cubicBezTo>
                  <a:cubicBezTo>
                    <a:pt x="1570450" y="4084430"/>
                    <a:pt x="1571228" y="4083841"/>
                    <a:pt x="1571964" y="4083205"/>
                  </a:cubicBezTo>
                  <a:cubicBezTo>
                    <a:pt x="1572694" y="4082569"/>
                    <a:pt x="1573384" y="4081892"/>
                    <a:pt x="1574034" y="4081162"/>
                  </a:cubicBezTo>
                  <a:cubicBezTo>
                    <a:pt x="1574677" y="4080432"/>
                    <a:pt x="1575273" y="4079669"/>
                    <a:pt x="1575815" y="4078859"/>
                  </a:cubicBezTo>
                  <a:cubicBezTo>
                    <a:pt x="1576358" y="4078048"/>
                    <a:pt x="1576840" y="4077211"/>
                    <a:pt x="1577275" y="4076340"/>
                  </a:cubicBezTo>
                  <a:cubicBezTo>
                    <a:pt x="1577704" y="4075470"/>
                    <a:pt x="1578079" y="4074572"/>
                    <a:pt x="1578394" y="4073654"/>
                  </a:cubicBezTo>
                  <a:cubicBezTo>
                    <a:pt x="1578708" y="4072737"/>
                    <a:pt x="1578956" y="4071799"/>
                    <a:pt x="1579144" y="4070842"/>
                  </a:cubicBezTo>
                  <a:cubicBezTo>
                    <a:pt x="1579331" y="4069884"/>
                    <a:pt x="1579458" y="4068926"/>
                    <a:pt x="1579519" y="4067955"/>
                  </a:cubicBezTo>
                  <a:cubicBezTo>
                    <a:pt x="1579579" y="4066984"/>
                    <a:pt x="1579579" y="4066013"/>
                    <a:pt x="1579512" y="4065042"/>
                  </a:cubicBezTo>
                  <a:cubicBezTo>
                    <a:pt x="1579438" y="4064071"/>
                    <a:pt x="1579311" y="4063113"/>
                    <a:pt x="1579117" y="4062162"/>
                  </a:cubicBezTo>
                  <a:cubicBezTo>
                    <a:pt x="1578923" y="4061205"/>
                    <a:pt x="1578661" y="4060273"/>
                    <a:pt x="1578347" y="4059356"/>
                  </a:cubicBezTo>
                  <a:cubicBezTo>
                    <a:pt x="1578032" y="4058438"/>
                    <a:pt x="1577650" y="4057541"/>
                    <a:pt x="1577215" y="4056671"/>
                  </a:cubicBezTo>
                  <a:cubicBezTo>
                    <a:pt x="1576779" y="4055806"/>
                    <a:pt x="1576284" y="4054969"/>
                    <a:pt x="1575735" y="4054166"/>
                  </a:cubicBezTo>
                  <a:cubicBezTo>
                    <a:pt x="1575186" y="4053362"/>
                    <a:pt x="1574590" y="4052598"/>
                    <a:pt x="1573940" y="4051875"/>
                  </a:cubicBezTo>
                  <a:cubicBezTo>
                    <a:pt x="1573290" y="4051152"/>
                    <a:pt x="1572601" y="4050475"/>
                    <a:pt x="1571857" y="4049839"/>
                  </a:cubicBezTo>
                  <a:cubicBezTo>
                    <a:pt x="1571120" y="4049210"/>
                    <a:pt x="1570343" y="4048627"/>
                    <a:pt x="1569526" y="4048098"/>
                  </a:cubicBezTo>
                  <a:cubicBezTo>
                    <a:pt x="1568709" y="4047569"/>
                    <a:pt x="1567865" y="4047100"/>
                    <a:pt x="1566988" y="4046678"/>
                  </a:cubicBezTo>
                  <a:cubicBezTo>
                    <a:pt x="1566111" y="4046263"/>
                    <a:pt x="1565207" y="4045908"/>
                    <a:pt x="1564283" y="4045606"/>
                  </a:cubicBezTo>
                  <a:cubicBezTo>
                    <a:pt x="1563351" y="4045312"/>
                    <a:pt x="1562414" y="4045077"/>
                    <a:pt x="1561456" y="4044903"/>
                  </a:cubicBezTo>
                  <a:cubicBezTo>
                    <a:pt x="1560499" y="4044729"/>
                    <a:pt x="1559534" y="4044622"/>
                    <a:pt x="1558563" y="4044575"/>
                  </a:cubicBezTo>
                  <a:cubicBezTo>
                    <a:pt x="1557592" y="4044528"/>
                    <a:pt x="1556628" y="4044549"/>
                    <a:pt x="1555656" y="4044636"/>
                  </a:cubicBezTo>
                  <a:cubicBezTo>
                    <a:pt x="1554685" y="4044716"/>
                    <a:pt x="1553728" y="4044863"/>
                    <a:pt x="1552777" y="4045071"/>
                  </a:cubicBezTo>
                  <a:cubicBezTo>
                    <a:pt x="1551832" y="4045285"/>
                    <a:pt x="1550901" y="4045560"/>
                    <a:pt x="1549984" y="4045888"/>
                  </a:cubicBezTo>
                  <a:cubicBezTo>
                    <a:pt x="1549073" y="4046223"/>
                    <a:pt x="1548189" y="4046618"/>
                    <a:pt x="1547325" y="4047067"/>
                  </a:cubicBezTo>
                  <a:close/>
                  <a:moveTo>
                    <a:pt x="1291248" y="5197510"/>
                  </a:moveTo>
                  <a:cubicBezTo>
                    <a:pt x="1290679" y="5197697"/>
                    <a:pt x="1290130" y="5197918"/>
                    <a:pt x="1289594" y="5198179"/>
                  </a:cubicBezTo>
                  <a:cubicBezTo>
                    <a:pt x="1289058" y="5198440"/>
                    <a:pt x="1288543" y="5198735"/>
                    <a:pt x="1288047" y="5199063"/>
                  </a:cubicBezTo>
                  <a:cubicBezTo>
                    <a:pt x="1287551" y="5199392"/>
                    <a:pt x="1287076" y="5199753"/>
                    <a:pt x="1286627" y="5200148"/>
                  </a:cubicBezTo>
                  <a:cubicBezTo>
                    <a:pt x="1286178" y="5200544"/>
                    <a:pt x="1285763" y="5200965"/>
                    <a:pt x="1285375" y="5201414"/>
                  </a:cubicBezTo>
                  <a:cubicBezTo>
                    <a:pt x="1284979" y="5201863"/>
                    <a:pt x="1284618" y="5202331"/>
                    <a:pt x="1284290" y="5202834"/>
                  </a:cubicBezTo>
                  <a:cubicBezTo>
                    <a:pt x="1283962" y="5203329"/>
                    <a:pt x="1283674" y="5203845"/>
                    <a:pt x="1283413" y="5204388"/>
                  </a:cubicBezTo>
                  <a:cubicBezTo>
                    <a:pt x="1283151" y="5204923"/>
                    <a:pt x="1282930" y="5205472"/>
                    <a:pt x="1282750" y="5206042"/>
                  </a:cubicBezTo>
                  <a:cubicBezTo>
                    <a:pt x="1282569" y="5206611"/>
                    <a:pt x="1282421" y="5207187"/>
                    <a:pt x="1282314" y="5207770"/>
                  </a:cubicBezTo>
                  <a:cubicBezTo>
                    <a:pt x="1282207" y="5208352"/>
                    <a:pt x="1282140" y="5208949"/>
                    <a:pt x="1282113" y="5209545"/>
                  </a:cubicBezTo>
                  <a:cubicBezTo>
                    <a:pt x="1282087" y="5210141"/>
                    <a:pt x="1282100" y="5210730"/>
                    <a:pt x="1282153" y="5211326"/>
                  </a:cubicBezTo>
                  <a:cubicBezTo>
                    <a:pt x="1282200" y="5211922"/>
                    <a:pt x="1282294" y="5212505"/>
                    <a:pt x="1282428" y="5213087"/>
                  </a:cubicBezTo>
                  <a:cubicBezTo>
                    <a:pt x="1282555" y="5213670"/>
                    <a:pt x="1282729" y="5214239"/>
                    <a:pt x="1282937" y="5214795"/>
                  </a:cubicBezTo>
                  <a:cubicBezTo>
                    <a:pt x="1283145" y="5215351"/>
                    <a:pt x="1283386" y="5215894"/>
                    <a:pt x="1283667" y="5216423"/>
                  </a:cubicBezTo>
                  <a:cubicBezTo>
                    <a:pt x="1283948" y="5216952"/>
                    <a:pt x="1284263" y="5217454"/>
                    <a:pt x="1284611" y="5217936"/>
                  </a:cubicBezTo>
                  <a:cubicBezTo>
                    <a:pt x="1284959" y="5218425"/>
                    <a:pt x="1285341" y="5218880"/>
                    <a:pt x="1285750" y="5219309"/>
                  </a:cubicBezTo>
                  <a:cubicBezTo>
                    <a:pt x="1286158" y="5219745"/>
                    <a:pt x="1286600" y="5220146"/>
                    <a:pt x="1287063" y="5220521"/>
                  </a:cubicBezTo>
                  <a:cubicBezTo>
                    <a:pt x="1287524" y="5220897"/>
                    <a:pt x="1288013" y="5221238"/>
                    <a:pt x="1288523" y="5221546"/>
                  </a:cubicBezTo>
                  <a:cubicBezTo>
                    <a:pt x="1289032" y="5221854"/>
                    <a:pt x="1289561" y="5222129"/>
                    <a:pt x="1290103" y="5222363"/>
                  </a:cubicBezTo>
                  <a:cubicBezTo>
                    <a:pt x="1290652" y="5222597"/>
                    <a:pt x="1291215" y="5222799"/>
                    <a:pt x="1291784" y="5222959"/>
                  </a:cubicBezTo>
                  <a:cubicBezTo>
                    <a:pt x="1292360" y="5223127"/>
                    <a:pt x="1292943" y="5223247"/>
                    <a:pt x="1293532" y="5223334"/>
                  </a:cubicBezTo>
                  <a:cubicBezTo>
                    <a:pt x="1294122" y="5223415"/>
                    <a:pt x="1294711" y="5223455"/>
                    <a:pt x="1295307" y="5223462"/>
                  </a:cubicBezTo>
                  <a:cubicBezTo>
                    <a:pt x="1295903" y="5223468"/>
                    <a:pt x="1296492" y="5223435"/>
                    <a:pt x="1297088" y="5223361"/>
                  </a:cubicBezTo>
                  <a:cubicBezTo>
                    <a:pt x="1297677" y="5223287"/>
                    <a:pt x="1298260" y="5223173"/>
                    <a:pt x="1298836" y="5223019"/>
                  </a:cubicBezTo>
                  <a:cubicBezTo>
                    <a:pt x="1299412" y="5222866"/>
                    <a:pt x="1299975" y="5222671"/>
                    <a:pt x="1300524" y="5222443"/>
                  </a:cubicBezTo>
                  <a:cubicBezTo>
                    <a:pt x="1300919" y="5222276"/>
                    <a:pt x="1301301" y="5222095"/>
                    <a:pt x="1301676" y="5221901"/>
                  </a:cubicBezTo>
                  <a:cubicBezTo>
                    <a:pt x="1302051" y="5221700"/>
                    <a:pt x="1302413" y="5221479"/>
                    <a:pt x="1302767" y="5221245"/>
                  </a:cubicBezTo>
                  <a:cubicBezTo>
                    <a:pt x="1303123" y="5221010"/>
                    <a:pt x="1303471" y="5220756"/>
                    <a:pt x="1303799" y="5220488"/>
                  </a:cubicBezTo>
                  <a:cubicBezTo>
                    <a:pt x="1304127" y="5220220"/>
                    <a:pt x="1304449" y="5219939"/>
                    <a:pt x="1304750" y="5219637"/>
                  </a:cubicBezTo>
                  <a:cubicBezTo>
                    <a:pt x="1305051" y="5219343"/>
                    <a:pt x="1305339" y="5219035"/>
                    <a:pt x="1305614" y="5218706"/>
                  </a:cubicBezTo>
                  <a:cubicBezTo>
                    <a:pt x="1305888" y="5218378"/>
                    <a:pt x="1306143" y="5218043"/>
                    <a:pt x="1306384" y="5217689"/>
                  </a:cubicBezTo>
                  <a:cubicBezTo>
                    <a:pt x="1306625" y="5217340"/>
                    <a:pt x="1306846" y="5216978"/>
                    <a:pt x="1307054" y="5216604"/>
                  </a:cubicBezTo>
                  <a:cubicBezTo>
                    <a:pt x="1307261" y="5216235"/>
                    <a:pt x="1307449" y="5215854"/>
                    <a:pt x="1307616" y="5215458"/>
                  </a:cubicBezTo>
                  <a:cubicBezTo>
                    <a:pt x="1307784" y="5215070"/>
                    <a:pt x="1307938" y="5214675"/>
                    <a:pt x="1308065" y="5214273"/>
                  </a:cubicBezTo>
                  <a:cubicBezTo>
                    <a:pt x="1308199" y="5213864"/>
                    <a:pt x="1308313" y="5213456"/>
                    <a:pt x="1308407" y="5213040"/>
                  </a:cubicBezTo>
                  <a:cubicBezTo>
                    <a:pt x="1308494" y="5212625"/>
                    <a:pt x="1308567" y="5212203"/>
                    <a:pt x="1308621" y="5211781"/>
                  </a:cubicBezTo>
                  <a:cubicBezTo>
                    <a:pt x="1308668" y="5211360"/>
                    <a:pt x="1308702" y="5210938"/>
                    <a:pt x="1308715" y="5210515"/>
                  </a:cubicBezTo>
                  <a:cubicBezTo>
                    <a:pt x="1308728" y="5210087"/>
                    <a:pt x="1308722" y="5209658"/>
                    <a:pt x="1308688" y="5209236"/>
                  </a:cubicBezTo>
                  <a:cubicBezTo>
                    <a:pt x="1308655" y="5208815"/>
                    <a:pt x="1308608" y="5208393"/>
                    <a:pt x="1308541" y="5207971"/>
                  </a:cubicBezTo>
                  <a:cubicBezTo>
                    <a:pt x="1308467" y="5207549"/>
                    <a:pt x="1308380" y="5207134"/>
                    <a:pt x="1308273" y="5206725"/>
                  </a:cubicBezTo>
                  <a:cubicBezTo>
                    <a:pt x="1308159" y="5206317"/>
                    <a:pt x="1308032" y="5205908"/>
                    <a:pt x="1307884" y="5205513"/>
                  </a:cubicBezTo>
                  <a:cubicBezTo>
                    <a:pt x="1307737" y="5205118"/>
                    <a:pt x="1307570" y="5204722"/>
                    <a:pt x="1307382" y="5204341"/>
                  </a:cubicBezTo>
                  <a:cubicBezTo>
                    <a:pt x="1307201" y="5203959"/>
                    <a:pt x="1306994" y="5203584"/>
                    <a:pt x="1306773" y="5203222"/>
                  </a:cubicBezTo>
                  <a:cubicBezTo>
                    <a:pt x="1306551" y="5202861"/>
                    <a:pt x="1306310" y="5202506"/>
                    <a:pt x="1306056" y="5202164"/>
                  </a:cubicBezTo>
                  <a:cubicBezTo>
                    <a:pt x="1305801" y="5201823"/>
                    <a:pt x="1305534" y="5201501"/>
                    <a:pt x="1305245" y="5201187"/>
                  </a:cubicBezTo>
                  <a:cubicBezTo>
                    <a:pt x="1304958" y="5200872"/>
                    <a:pt x="1304656" y="5200570"/>
                    <a:pt x="1304342" y="5200282"/>
                  </a:cubicBezTo>
                  <a:cubicBezTo>
                    <a:pt x="1304027" y="5199994"/>
                    <a:pt x="1303699" y="5199726"/>
                    <a:pt x="1303357" y="5199479"/>
                  </a:cubicBezTo>
                  <a:cubicBezTo>
                    <a:pt x="1303016" y="5199224"/>
                    <a:pt x="1302667" y="5198983"/>
                    <a:pt x="1302299" y="5198762"/>
                  </a:cubicBezTo>
                  <a:cubicBezTo>
                    <a:pt x="1301937" y="5198541"/>
                    <a:pt x="1301562" y="5198340"/>
                    <a:pt x="1301180" y="5198159"/>
                  </a:cubicBezTo>
                  <a:cubicBezTo>
                    <a:pt x="1300798" y="5197972"/>
                    <a:pt x="1300404" y="5197804"/>
                    <a:pt x="1300002" y="5197664"/>
                  </a:cubicBezTo>
                  <a:cubicBezTo>
                    <a:pt x="1299606" y="5197516"/>
                    <a:pt x="1299198" y="5197389"/>
                    <a:pt x="1298789" y="5197282"/>
                  </a:cubicBezTo>
                  <a:cubicBezTo>
                    <a:pt x="1298381" y="5197168"/>
                    <a:pt x="1297966" y="5197081"/>
                    <a:pt x="1297544" y="5197014"/>
                  </a:cubicBezTo>
                  <a:cubicBezTo>
                    <a:pt x="1297122" y="5196947"/>
                    <a:pt x="1296700" y="5196900"/>
                    <a:pt x="1296278" y="5196873"/>
                  </a:cubicBezTo>
                  <a:cubicBezTo>
                    <a:pt x="1295856" y="5196840"/>
                    <a:pt x="1295427" y="5196833"/>
                    <a:pt x="1294999" y="5196847"/>
                  </a:cubicBezTo>
                  <a:cubicBezTo>
                    <a:pt x="1294577" y="5196860"/>
                    <a:pt x="1294155" y="5196893"/>
                    <a:pt x="1293733" y="5196947"/>
                  </a:cubicBezTo>
                  <a:cubicBezTo>
                    <a:pt x="1293311" y="5197001"/>
                    <a:pt x="1292889" y="5197074"/>
                    <a:pt x="1292474" y="5197168"/>
                  </a:cubicBezTo>
                  <a:cubicBezTo>
                    <a:pt x="1292059" y="5197262"/>
                    <a:pt x="1291650" y="5197376"/>
                    <a:pt x="1291248" y="5197510"/>
                  </a:cubicBezTo>
                  <a:close/>
                </a:path>
              </a:pathLst>
            </a:custGeom>
            <a:gradFill>
              <a:gsLst>
                <a:gs pos="0">
                  <a:srgbClr val="000201"/>
                </a:gs>
                <a:gs pos="50000">
                  <a:srgbClr val="0C0100"/>
                </a:gs>
                <a:gs pos="100000">
                  <a:srgbClr val="180000"/>
                </a:gs>
              </a:gsLst>
              <a:lin ang="3070945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278751-2116-9CC4-1E37-A9E28E0AF14D}"/>
                </a:ext>
              </a:extLst>
            </p:cNvPr>
            <p:cNvSpPr/>
            <p:nvPr/>
          </p:nvSpPr>
          <p:spPr>
            <a:xfrm>
              <a:off x="602330" y="20666"/>
              <a:ext cx="522886" cy="257587"/>
            </a:xfrm>
            <a:custGeom>
              <a:avLst/>
              <a:gdLst>
                <a:gd name="connsiteX0" fmla="*/ 1712 w 522886"/>
                <a:gd name="connsiteY0" fmla="*/ 253227 h 257587"/>
                <a:gd name="connsiteX1" fmla="*/ 11 w 522886"/>
                <a:gd name="connsiteY1" fmla="*/ 136005 h 257587"/>
                <a:gd name="connsiteX2" fmla="*/ 30846 w 522886"/>
                <a:gd name="connsiteY2" fmla="*/ 26540 h 257587"/>
                <a:gd name="connsiteX3" fmla="*/ 82475 w 522886"/>
                <a:gd name="connsiteY3" fmla="*/ 3977 h 257587"/>
                <a:gd name="connsiteX4" fmla="*/ 238387 w 522886"/>
                <a:gd name="connsiteY4" fmla="*/ 2169 h 257587"/>
                <a:gd name="connsiteX5" fmla="*/ 496225 w 522886"/>
                <a:gd name="connsiteY5" fmla="*/ 3293 h 257587"/>
                <a:gd name="connsiteX6" fmla="*/ 515527 w 522886"/>
                <a:gd name="connsiteY6" fmla="*/ 22412 h 257587"/>
                <a:gd name="connsiteX7" fmla="*/ 522887 w 522886"/>
                <a:gd name="connsiteY7" fmla="*/ 36114 h 257587"/>
                <a:gd name="connsiteX8" fmla="*/ 510343 w 522886"/>
                <a:gd name="connsiteY8" fmla="*/ 46086 h 257587"/>
                <a:gd name="connsiteX9" fmla="*/ 513658 w 522886"/>
                <a:gd name="connsiteY9" fmla="*/ 137418 h 257587"/>
                <a:gd name="connsiteX10" fmla="*/ 514147 w 522886"/>
                <a:gd name="connsiteY10" fmla="*/ 257587 h 257587"/>
                <a:gd name="connsiteX11" fmla="*/ 499279 w 522886"/>
                <a:gd name="connsiteY11" fmla="*/ 253897 h 257587"/>
                <a:gd name="connsiteX12" fmla="*/ 469711 w 522886"/>
                <a:gd name="connsiteY12" fmla="*/ 63815 h 257587"/>
                <a:gd name="connsiteX13" fmla="*/ 441468 w 522886"/>
                <a:gd name="connsiteY13" fmla="*/ 61547 h 257587"/>
                <a:gd name="connsiteX14" fmla="*/ 436044 w 522886"/>
                <a:gd name="connsiteY14" fmla="*/ 250917 h 257587"/>
                <a:gd name="connsiteX15" fmla="*/ 371281 w 522886"/>
                <a:gd name="connsiteY15" fmla="*/ 252832 h 257587"/>
                <a:gd name="connsiteX16" fmla="*/ 360324 w 522886"/>
                <a:gd name="connsiteY16" fmla="*/ 99143 h 257587"/>
                <a:gd name="connsiteX17" fmla="*/ 345584 w 522886"/>
                <a:gd name="connsiteY17" fmla="*/ 66213 h 257587"/>
                <a:gd name="connsiteX18" fmla="*/ 340614 w 522886"/>
                <a:gd name="connsiteY18" fmla="*/ 68290 h 257587"/>
                <a:gd name="connsiteX19" fmla="*/ 319330 w 522886"/>
                <a:gd name="connsiteY19" fmla="*/ 247802 h 257587"/>
                <a:gd name="connsiteX20" fmla="*/ 317288 w 522886"/>
                <a:gd name="connsiteY20" fmla="*/ 253522 h 257587"/>
                <a:gd name="connsiteX21" fmla="*/ 242901 w 522886"/>
                <a:gd name="connsiteY21" fmla="*/ 255042 h 257587"/>
                <a:gd name="connsiteX22" fmla="*/ 235347 w 522886"/>
                <a:gd name="connsiteY22" fmla="*/ 93350 h 257587"/>
                <a:gd name="connsiteX23" fmla="*/ 224665 w 522886"/>
                <a:gd name="connsiteY23" fmla="*/ 102311 h 257587"/>
                <a:gd name="connsiteX24" fmla="*/ 195371 w 522886"/>
                <a:gd name="connsiteY24" fmla="*/ 253375 h 257587"/>
                <a:gd name="connsiteX25" fmla="*/ 180958 w 522886"/>
                <a:gd name="connsiteY25" fmla="*/ 256429 h 257587"/>
                <a:gd name="connsiteX26" fmla="*/ 148597 w 522886"/>
                <a:gd name="connsiteY26" fmla="*/ 256703 h 257587"/>
                <a:gd name="connsiteX27" fmla="*/ 133421 w 522886"/>
                <a:gd name="connsiteY27" fmla="*/ 251077 h 257587"/>
                <a:gd name="connsiteX28" fmla="*/ 112050 w 522886"/>
                <a:gd name="connsiteY28" fmla="*/ 78906 h 257587"/>
                <a:gd name="connsiteX29" fmla="*/ 108862 w 522886"/>
                <a:gd name="connsiteY29" fmla="*/ 80726 h 257587"/>
                <a:gd name="connsiteX30" fmla="*/ 107650 w 522886"/>
                <a:gd name="connsiteY30" fmla="*/ 254011 h 257587"/>
                <a:gd name="connsiteX31" fmla="*/ 1712 w 522886"/>
                <a:gd name="connsiteY31" fmla="*/ 253227 h 257587"/>
                <a:gd name="connsiteX32" fmla="*/ 67352 w 522886"/>
                <a:gd name="connsiteY32" fmla="*/ 84282 h 257587"/>
                <a:gd name="connsiteX33" fmla="*/ 64861 w 522886"/>
                <a:gd name="connsiteY33" fmla="*/ 246939 h 257587"/>
                <a:gd name="connsiteX34" fmla="*/ 67995 w 522886"/>
                <a:gd name="connsiteY34" fmla="*/ 250823 h 257587"/>
                <a:gd name="connsiteX35" fmla="*/ 75570 w 522886"/>
                <a:gd name="connsiteY35" fmla="*/ 132737 h 257587"/>
                <a:gd name="connsiteX36" fmla="*/ 92527 w 522886"/>
                <a:gd name="connsiteY36" fmla="*/ 75739 h 257587"/>
                <a:gd name="connsiteX37" fmla="*/ 87150 w 522886"/>
                <a:gd name="connsiteY37" fmla="*/ 70771 h 257587"/>
                <a:gd name="connsiteX38" fmla="*/ 73728 w 522886"/>
                <a:gd name="connsiteY38" fmla="*/ 74351 h 257587"/>
                <a:gd name="connsiteX39" fmla="*/ 67352 w 522886"/>
                <a:gd name="connsiteY39" fmla="*/ 84282 h 257587"/>
                <a:gd name="connsiteX40" fmla="*/ 89849 w 522886"/>
                <a:gd name="connsiteY40" fmla="*/ 29304 h 257587"/>
                <a:gd name="connsiteX41" fmla="*/ 42740 w 522886"/>
                <a:gd name="connsiteY41" fmla="*/ 55048 h 257587"/>
                <a:gd name="connsiteX42" fmla="*/ 49973 w 522886"/>
                <a:gd name="connsiteY42" fmla="*/ 62222 h 257587"/>
                <a:gd name="connsiteX43" fmla="*/ 137446 w 522886"/>
                <a:gd name="connsiteY43" fmla="*/ 61927 h 257587"/>
                <a:gd name="connsiteX44" fmla="*/ 176612 w 522886"/>
                <a:gd name="connsiteY44" fmla="*/ 54872 h 257587"/>
                <a:gd name="connsiteX45" fmla="*/ 169405 w 522886"/>
                <a:gd name="connsiteY45" fmla="*/ 42413 h 257587"/>
                <a:gd name="connsiteX46" fmla="*/ 89849 w 522886"/>
                <a:gd name="connsiteY46" fmla="*/ 29304 h 2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2886" h="257587">
                  <a:moveTo>
                    <a:pt x="1712" y="253227"/>
                  </a:moveTo>
                  <a:cubicBezTo>
                    <a:pt x="474" y="214162"/>
                    <a:pt x="-89" y="175090"/>
                    <a:pt x="11" y="136005"/>
                  </a:cubicBezTo>
                  <a:cubicBezTo>
                    <a:pt x="340" y="99230"/>
                    <a:pt x="1873" y="53248"/>
                    <a:pt x="30846" y="26540"/>
                  </a:cubicBezTo>
                  <a:cubicBezTo>
                    <a:pt x="45178" y="13327"/>
                    <a:pt x="63515" y="6964"/>
                    <a:pt x="82475" y="3977"/>
                  </a:cubicBezTo>
                  <a:cubicBezTo>
                    <a:pt x="131445" y="-3738"/>
                    <a:pt x="188486" y="2143"/>
                    <a:pt x="238387" y="2169"/>
                  </a:cubicBezTo>
                  <a:cubicBezTo>
                    <a:pt x="324039" y="2212"/>
                    <a:pt x="410714" y="-1038"/>
                    <a:pt x="496225" y="3293"/>
                  </a:cubicBezTo>
                  <a:cubicBezTo>
                    <a:pt x="501844" y="9108"/>
                    <a:pt x="508843" y="18214"/>
                    <a:pt x="515527" y="22412"/>
                  </a:cubicBezTo>
                  <a:lnTo>
                    <a:pt x="522887" y="36114"/>
                  </a:lnTo>
                  <a:cubicBezTo>
                    <a:pt x="518962" y="43632"/>
                    <a:pt x="517703" y="42697"/>
                    <a:pt x="510343" y="46086"/>
                  </a:cubicBezTo>
                  <a:cubicBezTo>
                    <a:pt x="502755" y="66849"/>
                    <a:pt x="512908" y="113455"/>
                    <a:pt x="513658" y="137418"/>
                  </a:cubicBezTo>
                  <a:cubicBezTo>
                    <a:pt x="513504" y="177474"/>
                    <a:pt x="513672" y="217531"/>
                    <a:pt x="514147" y="257587"/>
                  </a:cubicBezTo>
                  <a:lnTo>
                    <a:pt x="499279" y="253897"/>
                  </a:lnTo>
                  <a:cubicBezTo>
                    <a:pt x="496975" y="220103"/>
                    <a:pt x="496513" y="82561"/>
                    <a:pt x="469711" y="63815"/>
                  </a:cubicBezTo>
                  <a:cubicBezTo>
                    <a:pt x="461051" y="57760"/>
                    <a:pt x="451032" y="59368"/>
                    <a:pt x="441468" y="61547"/>
                  </a:cubicBezTo>
                  <a:cubicBezTo>
                    <a:pt x="429232" y="92104"/>
                    <a:pt x="426801" y="219600"/>
                    <a:pt x="436044" y="250917"/>
                  </a:cubicBezTo>
                  <a:cubicBezTo>
                    <a:pt x="414921" y="254239"/>
                    <a:pt x="392666" y="252906"/>
                    <a:pt x="371281" y="252832"/>
                  </a:cubicBezTo>
                  <a:cubicBezTo>
                    <a:pt x="372774" y="202040"/>
                    <a:pt x="370431" y="149045"/>
                    <a:pt x="360324" y="99143"/>
                  </a:cubicBezTo>
                  <a:cubicBezTo>
                    <a:pt x="357987" y="87597"/>
                    <a:pt x="356005" y="73215"/>
                    <a:pt x="345584" y="66213"/>
                  </a:cubicBezTo>
                  <a:lnTo>
                    <a:pt x="340614" y="68290"/>
                  </a:lnTo>
                  <a:cubicBezTo>
                    <a:pt x="320208" y="124492"/>
                    <a:pt x="338056" y="191251"/>
                    <a:pt x="319330" y="247802"/>
                  </a:cubicBezTo>
                  <a:cubicBezTo>
                    <a:pt x="318694" y="249725"/>
                    <a:pt x="317971" y="251613"/>
                    <a:pt x="317288" y="253522"/>
                  </a:cubicBezTo>
                  <a:cubicBezTo>
                    <a:pt x="292394" y="253288"/>
                    <a:pt x="267721" y="252966"/>
                    <a:pt x="242901" y="255042"/>
                  </a:cubicBezTo>
                  <a:cubicBezTo>
                    <a:pt x="243156" y="230544"/>
                    <a:pt x="247549" y="106383"/>
                    <a:pt x="235347" y="93350"/>
                  </a:cubicBezTo>
                  <a:cubicBezTo>
                    <a:pt x="229038" y="95674"/>
                    <a:pt x="227444" y="95667"/>
                    <a:pt x="224665" y="102311"/>
                  </a:cubicBezTo>
                  <a:cubicBezTo>
                    <a:pt x="211745" y="133212"/>
                    <a:pt x="226908" y="239377"/>
                    <a:pt x="195371" y="253375"/>
                  </a:cubicBezTo>
                  <a:cubicBezTo>
                    <a:pt x="191392" y="255143"/>
                    <a:pt x="185064" y="255739"/>
                    <a:pt x="180958" y="256429"/>
                  </a:cubicBezTo>
                  <a:cubicBezTo>
                    <a:pt x="170423" y="255665"/>
                    <a:pt x="159192" y="256536"/>
                    <a:pt x="148597" y="256703"/>
                  </a:cubicBezTo>
                  <a:cubicBezTo>
                    <a:pt x="142382" y="255384"/>
                    <a:pt x="138960" y="253924"/>
                    <a:pt x="133421" y="251077"/>
                  </a:cubicBezTo>
                  <a:cubicBezTo>
                    <a:pt x="108145" y="202341"/>
                    <a:pt x="122926" y="132060"/>
                    <a:pt x="112050" y="78906"/>
                  </a:cubicBezTo>
                  <a:lnTo>
                    <a:pt x="108862" y="80726"/>
                  </a:lnTo>
                  <a:cubicBezTo>
                    <a:pt x="105326" y="138228"/>
                    <a:pt x="107536" y="196401"/>
                    <a:pt x="107650" y="254011"/>
                  </a:cubicBezTo>
                  <a:cubicBezTo>
                    <a:pt x="79890" y="254439"/>
                    <a:pt x="24912" y="261016"/>
                    <a:pt x="1712" y="253227"/>
                  </a:cubicBezTo>
                  <a:close/>
                  <a:moveTo>
                    <a:pt x="67352" y="84282"/>
                  </a:moveTo>
                  <a:cubicBezTo>
                    <a:pt x="58378" y="133433"/>
                    <a:pt x="63019" y="196716"/>
                    <a:pt x="64861" y="246939"/>
                  </a:cubicBezTo>
                  <a:lnTo>
                    <a:pt x="67995" y="250823"/>
                  </a:lnTo>
                  <a:cubicBezTo>
                    <a:pt x="79401" y="237080"/>
                    <a:pt x="74056" y="155159"/>
                    <a:pt x="75570" y="132737"/>
                  </a:cubicBezTo>
                  <a:cubicBezTo>
                    <a:pt x="83627" y="113770"/>
                    <a:pt x="92795" y="96766"/>
                    <a:pt x="92527" y="75739"/>
                  </a:cubicBezTo>
                  <a:lnTo>
                    <a:pt x="87150" y="70771"/>
                  </a:lnTo>
                  <a:cubicBezTo>
                    <a:pt x="81189" y="70763"/>
                    <a:pt x="79133" y="71279"/>
                    <a:pt x="73728" y="74351"/>
                  </a:cubicBezTo>
                  <a:cubicBezTo>
                    <a:pt x="67640" y="77811"/>
                    <a:pt x="68980" y="78127"/>
                    <a:pt x="67352" y="84282"/>
                  </a:cubicBezTo>
                  <a:close/>
                  <a:moveTo>
                    <a:pt x="89849" y="29304"/>
                  </a:moveTo>
                  <a:cubicBezTo>
                    <a:pt x="73347" y="34700"/>
                    <a:pt x="51574" y="38552"/>
                    <a:pt x="42740" y="55048"/>
                  </a:cubicBezTo>
                  <a:cubicBezTo>
                    <a:pt x="45988" y="61564"/>
                    <a:pt x="43724" y="60161"/>
                    <a:pt x="49973" y="62222"/>
                  </a:cubicBezTo>
                  <a:cubicBezTo>
                    <a:pt x="73454" y="69961"/>
                    <a:pt x="112164" y="61434"/>
                    <a:pt x="137446" y="61927"/>
                  </a:cubicBezTo>
                  <a:cubicBezTo>
                    <a:pt x="153292" y="63147"/>
                    <a:pt x="163673" y="65663"/>
                    <a:pt x="176612" y="54872"/>
                  </a:cubicBezTo>
                  <a:cubicBezTo>
                    <a:pt x="175460" y="48191"/>
                    <a:pt x="175225" y="46712"/>
                    <a:pt x="169405" y="42413"/>
                  </a:cubicBezTo>
                  <a:cubicBezTo>
                    <a:pt x="146896" y="25779"/>
                    <a:pt x="116323" y="26088"/>
                    <a:pt x="89849" y="2930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5B86FFA-E077-7548-D266-2C9BF8B0294E}"/>
                </a:ext>
              </a:extLst>
            </p:cNvPr>
            <p:cNvSpPr/>
            <p:nvPr/>
          </p:nvSpPr>
          <p:spPr>
            <a:xfrm>
              <a:off x="1098555" y="23960"/>
              <a:ext cx="195650" cy="257073"/>
            </a:xfrm>
            <a:custGeom>
              <a:avLst/>
              <a:gdLst>
                <a:gd name="connsiteX0" fmla="*/ 0 w 195650"/>
                <a:gd name="connsiteY0" fmla="*/ 0 h 257073"/>
                <a:gd name="connsiteX1" fmla="*/ 169374 w 195650"/>
                <a:gd name="connsiteY1" fmla="*/ 34527 h 257073"/>
                <a:gd name="connsiteX2" fmla="*/ 194308 w 195650"/>
                <a:gd name="connsiteY2" fmla="*/ 252800 h 257073"/>
                <a:gd name="connsiteX3" fmla="*/ 152992 w 195650"/>
                <a:gd name="connsiteY3" fmla="*/ 257073 h 257073"/>
                <a:gd name="connsiteX4" fmla="*/ 138326 w 195650"/>
                <a:gd name="connsiteY4" fmla="*/ 50943 h 257073"/>
                <a:gd name="connsiteX5" fmla="*/ 22228 w 195650"/>
                <a:gd name="connsiteY5" fmla="*/ 20117 h 257073"/>
                <a:gd name="connsiteX6" fmla="*/ 19302 w 195650"/>
                <a:gd name="connsiteY6" fmla="*/ 19119 h 257073"/>
                <a:gd name="connsiteX7" fmla="*/ 0 w 195650"/>
                <a:gd name="connsiteY7" fmla="*/ 0 h 25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650" h="257073">
                  <a:moveTo>
                    <a:pt x="0" y="0"/>
                  </a:moveTo>
                  <a:cubicBezTo>
                    <a:pt x="51368" y="1601"/>
                    <a:pt x="131099" y="-6016"/>
                    <a:pt x="169374" y="34527"/>
                  </a:cubicBezTo>
                  <a:cubicBezTo>
                    <a:pt x="204515" y="71752"/>
                    <a:pt x="194228" y="200736"/>
                    <a:pt x="194308" y="252800"/>
                  </a:cubicBezTo>
                  <a:cubicBezTo>
                    <a:pt x="180598" y="254367"/>
                    <a:pt x="166769" y="256464"/>
                    <a:pt x="152992" y="257073"/>
                  </a:cubicBezTo>
                  <a:cubicBezTo>
                    <a:pt x="151231" y="204172"/>
                    <a:pt x="162905" y="94189"/>
                    <a:pt x="138326" y="50943"/>
                  </a:cubicBezTo>
                  <a:cubicBezTo>
                    <a:pt x="113532" y="7324"/>
                    <a:pt x="61093" y="32533"/>
                    <a:pt x="22228" y="20117"/>
                  </a:cubicBezTo>
                  <a:cubicBezTo>
                    <a:pt x="21244" y="19803"/>
                    <a:pt x="20279" y="19451"/>
                    <a:pt x="19302" y="19119"/>
                  </a:cubicBezTo>
                  <a:cubicBezTo>
                    <a:pt x="12618" y="14920"/>
                    <a:pt x="5619" y="5815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B20200"/>
                </a:gs>
                <a:gs pos="50000">
                  <a:srgbClr val="C90301"/>
                </a:gs>
                <a:gs pos="100000">
                  <a:srgbClr val="E00403"/>
                </a:gs>
              </a:gsLst>
              <a:lin ang="10841632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0CBE7D3-22BA-3B88-5BB4-D6DD00549E2B}"/>
                </a:ext>
              </a:extLst>
            </p:cNvPr>
            <p:cNvSpPr/>
            <p:nvPr/>
          </p:nvSpPr>
          <p:spPr>
            <a:xfrm>
              <a:off x="1112673" y="43078"/>
              <a:ext cx="140136" cy="237961"/>
            </a:xfrm>
            <a:custGeom>
              <a:avLst/>
              <a:gdLst>
                <a:gd name="connsiteX0" fmla="*/ 5184 w 140136"/>
                <a:gd name="connsiteY0" fmla="*/ 0 h 237961"/>
                <a:gd name="connsiteX1" fmla="*/ 8110 w 140136"/>
                <a:gd name="connsiteY1" fmla="*/ 998 h 237961"/>
                <a:gd name="connsiteX2" fmla="*/ 124208 w 140136"/>
                <a:gd name="connsiteY2" fmla="*/ 31824 h 237961"/>
                <a:gd name="connsiteX3" fmla="*/ 138874 w 140136"/>
                <a:gd name="connsiteY3" fmla="*/ 237955 h 237961"/>
                <a:gd name="connsiteX4" fmla="*/ 127630 w 140136"/>
                <a:gd name="connsiteY4" fmla="*/ 237961 h 237961"/>
                <a:gd name="connsiteX5" fmla="*/ 70094 w 140136"/>
                <a:gd name="connsiteY5" fmla="*/ 237091 h 237961"/>
                <a:gd name="connsiteX6" fmla="*/ 44537 w 140136"/>
                <a:gd name="connsiteY6" fmla="*/ 33080 h 237961"/>
                <a:gd name="connsiteX7" fmla="*/ 7749 w 140136"/>
                <a:gd name="connsiteY7" fmla="*/ 1812 h 237961"/>
                <a:gd name="connsiteX8" fmla="*/ 55996 w 140136"/>
                <a:gd name="connsiteY8" fmla="*/ 234954 h 237961"/>
                <a:gd name="connsiteX9" fmla="*/ 3804 w 140136"/>
                <a:gd name="connsiteY9" fmla="*/ 235175 h 237961"/>
                <a:gd name="connsiteX10" fmla="*/ 3315 w 140136"/>
                <a:gd name="connsiteY10" fmla="*/ 115006 h 237961"/>
                <a:gd name="connsiteX11" fmla="*/ 8833 w 140136"/>
                <a:gd name="connsiteY11" fmla="*/ 154768 h 237961"/>
                <a:gd name="connsiteX12" fmla="*/ 10267 w 140136"/>
                <a:gd name="connsiteY12" fmla="*/ 103246 h 237961"/>
                <a:gd name="connsiteX13" fmla="*/ 14553 w 140136"/>
                <a:gd name="connsiteY13" fmla="*/ 153073 h 237961"/>
                <a:gd name="connsiteX14" fmla="*/ 9456 w 140136"/>
                <a:gd name="connsiteY14" fmla="*/ 25706 h 237961"/>
                <a:gd name="connsiteX15" fmla="*/ 0 w 140136"/>
                <a:gd name="connsiteY15" fmla="*/ 23674 h 237961"/>
                <a:gd name="connsiteX16" fmla="*/ 12544 w 140136"/>
                <a:gd name="connsiteY16" fmla="*/ 13702 h 237961"/>
                <a:gd name="connsiteX17" fmla="*/ 5184 w 140136"/>
                <a:gd name="connsiteY17" fmla="*/ 0 h 23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136" h="237961">
                  <a:moveTo>
                    <a:pt x="5184" y="0"/>
                  </a:moveTo>
                  <a:cubicBezTo>
                    <a:pt x="6161" y="332"/>
                    <a:pt x="7126" y="684"/>
                    <a:pt x="8110" y="998"/>
                  </a:cubicBezTo>
                  <a:cubicBezTo>
                    <a:pt x="46974" y="13414"/>
                    <a:pt x="99414" y="-11795"/>
                    <a:pt x="124208" y="31824"/>
                  </a:cubicBezTo>
                  <a:cubicBezTo>
                    <a:pt x="148786" y="75070"/>
                    <a:pt x="137113" y="185053"/>
                    <a:pt x="138874" y="237955"/>
                  </a:cubicBezTo>
                  <a:lnTo>
                    <a:pt x="127630" y="237961"/>
                  </a:lnTo>
                  <a:cubicBezTo>
                    <a:pt x="108676" y="236602"/>
                    <a:pt x="89114" y="237251"/>
                    <a:pt x="70094" y="237091"/>
                  </a:cubicBezTo>
                  <a:cubicBezTo>
                    <a:pt x="60222" y="169341"/>
                    <a:pt x="66444" y="98504"/>
                    <a:pt x="44537" y="33080"/>
                  </a:cubicBezTo>
                  <a:cubicBezTo>
                    <a:pt x="32060" y="22958"/>
                    <a:pt x="19985" y="12229"/>
                    <a:pt x="7749" y="1812"/>
                  </a:cubicBezTo>
                  <a:cubicBezTo>
                    <a:pt x="56505" y="69391"/>
                    <a:pt x="51542" y="155076"/>
                    <a:pt x="55996" y="234954"/>
                  </a:cubicBezTo>
                  <a:cubicBezTo>
                    <a:pt x="38563" y="234572"/>
                    <a:pt x="21237" y="234773"/>
                    <a:pt x="3804" y="235175"/>
                  </a:cubicBezTo>
                  <a:cubicBezTo>
                    <a:pt x="3329" y="195119"/>
                    <a:pt x="3161" y="155062"/>
                    <a:pt x="3315" y="115006"/>
                  </a:cubicBezTo>
                  <a:cubicBezTo>
                    <a:pt x="5646" y="128220"/>
                    <a:pt x="7300" y="141434"/>
                    <a:pt x="8833" y="154768"/>
                  </a:cubicBezTo>
                  <a:cubicBezTo>
                    <a:pt x="8472" y="137536"/>
                    <a:pt x="9389" y="120444"/>
                    <a:pt x="10267" y="103246"/>
                  </a:cubicBezTo>
                  <a:cubicBezTo>
                    <a:pt x="15645" y="115763"/>
                    <a:pt x="12537" y="138714"/>
                    <a:pt x="14553" y="153073"/>
                  </a:cubicBezTo>
                  <a:cubicBezTo>
                    <a:pt x="17955" y="120290"/>
                    <a:pt x="23420" y="55343"/>
                    <a:pt x="9456" y="25706"/>
                  </a:cubicBezTo>
                  <a:lnTo>
                    <a:pt x="0" y="23674"/>
                  </a:lnTo>
                  <a:cubicBezTo>
                    <a:pt x="7360" y="20285"/>
                    <a:pt x="8619" y="21220"/>
                    <a:pt x="12544" y="13702"/>
                  </a:cubicBezTo>
                  <a:lnTo>
                    <a:pt x="5184" y="0"/>
                  </a:ln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0C9BFF9-70D2-EE06-87CD-50A2B2D5248A}"/>
                </a:ext>
              </a:extLst>
            </p:cNvPr>
            <p:cNvSpPr/>
            <p:nvPr/>
          </p:nvSpPr>
          <p:spPr>
            <a:xfrm>
              <a:off x="645070" y="48236"/>
              <a:ext cx="133871" cy="37914"/>
            </a:xfrm>
            <a:custGeom>
              <a:avLst/>
              <a:gdLst>
                <a:gd name="connsiteX0" fmla="*/ 94706 w 133871"/>
                <a:gd name="connsiteY0" fmla="*/ 34357 h 37914"/>
                <a:gd name="connsiteX1" fmla="*/ 7233 w 133871"/>
                <a:gd name="connsiteY1" fmla="*/ 34653 h 37914"/>
                <a:gd name="connsiteX2" fmla="*/ 0 w 133871"/>
                <a:gd name="connsiteY2" fmla="*/ 27479 h 37914"/>
                <a:gd name="connsiteX3" fmla="*/ 47109 w 133871"/>
                <a:gd name="connsiteY3" fmla="*/ 1735 h 37914"/>
                <a:gd name="connsiteX4" fmla="*/ 126665 w 133871"/>
                <a:gd name="connsiteY4" fmla="*/ 14844 h 37914"/>
                <a:gd name="connsiteX5" fmla="*/ 133872 w 133871"/>
                <a:gd name="connsiteY5" fmla="*/ 27303 h 37914"/>
                <a:gd name="connsiteX6" fmla="*/ 94706 w 133871"/>
                <a:gd name="connsiteY6" fmla="*/ 34357 h 3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871" h="37914">
                  <a:moveTo>
                    <a:pt x="94706" y="34357"/>
                  </a:moveTo>
                  <a:cubicBezTo>
                    <a:pt x="69424" y="33864"/>
                    <a:pt x="30714" y="42391"/>
                    <a:pt x="7233" y="34653"/>
                  </a:cubicBezTo>
                  <a:cubicBezTo>
                    <a:pt x="985" y="32592"/>
                    <a:pt x="3248" y="33995"/>
                    <a:pt x="0" y="27479"/>
                  </a:cubicBezTo>
                  <a:cubicBezTo>
                    <a:pt x="8834" y="10983"/>
                    <a:pt x="30607" y="7131"/>
                    <a:pt x="47109" y="1735"/>
                  </a:cubicBezTo>
                  <a:cubicBezTo>
                    <a:pt x="73583" y="-1481"/>
                    <a:pt x="104156" y="-1790"/>
                    <a:pt x="126665" y="14844"/>
                  </a:cubicBezTo>
                  <a:cubicBezTo>
                    <a:pt x="132485" y="19143"/>
                    <a:pt x="132720" y="20622"/>
                    <a:pt x="133872" y="27303"/>
                  </a:cubicBezTo>
                  <a:cubicBezTo>
                    <a:pt x="120933" y="38094"/>
                    <a:pt x="110552" y="35578"/>
                    <a:pt x="94706" y="34357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57133B-93BB-162B-30FE-A8DB5E0F9391}"/>
                </a:ext>
              </a:extLst>
            </p:cNvPr>
            <p:cNvSpPr/>
            <p:nvPr/>
          </p:nvSpPr>
          <p:spPr>
            <a:xfrm>
              <a:off x="1077318" y="44891"/>
              <a:ext cx="162984" cy="248159"/>
            </a:xfrm>
            <a:custGeom>
              <a:avLst/>
              <a:gdLst>
                <a:gd name="connsiteX0" fmla="*/ 0 w 162984"/>
                <a:gd name="connsiteY0" fmla="*/ 233430 h 248159"/>
                <a:gd name="connsiteX1" fmla="*/ 24291 w 162984"/>
                <a:gd name="connsiteY1" fmla="*/ 229673 h 248159"/>
                <a:gd name="connsiteX2" fmla="*/ 39159 w 162984"/>
                <a:gd name="connsiteY2" fmla="*/ 233363 h 248159"/>
                <a:gd name="connsiteX3" fmla="*/ 91350 w 162984"/>
                <a:gd name="connsiteY3" fmla="*/ 233142 h 248159"/>
                <a:gd name="connsiteX4" fmla="*/ 43103 w 162984"/>
                <a:gd name="connsiteY4" fmla="*/ 0 h 248159"/>
                <a:gd name="connsiteX5" fmla="*/ 79891 w 162984"/>
                <a:gd name="connsiteY5" fmla="*/ 31268 h 248159"/>
                <a:gd name="connsiteX6" fmla="*/ 105448 w 162984"/>
                <a:gd name="connsiteY6" fmla="*/ 235278 h 248159"/>
                <a:gd name="connsiteX7" fmla="*/ 162985 w 162984"/>
                <a:gd name="connsiteY7" fmla="*/ 236149 h 248159"/>
                <a:gd name="connsiteX8" fmla="*/ 114871 w 162984"/>
                <a:gd name="connsiteY8" fmla="*/ 245652 h 248159"/>
                <a:gd name="connsiteX9" fmla="*/ 3744 w 162984"/>
                <a:gd name="connsiteY9" fmla="*/ 246148 h 248159"/>
                <a:gd name="connsiteX10" fmla="*/ 0 w 162984"/>
                <a:gd name="connsiteY10" fmla="*/ 233430 h 24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984" h="248159">
                  <a:moveTo>
                    <a:pt x="0" y="233430"/>
                  </a:moveTo>
                  <a:cubicBezTo>
                    <a:pt x="7722" y="231883"/>
                    <a:pt x="16462" y="229063"/>
                    <a:pt x="24291" y="229673"/>
                  </a:cubicBezTo>
                  <a:lnTo>
                    <a:pt x="39159" y="233363"/>
                  </a:lnTo>
                  <a:cubicBezTo>
                    <a:pt x="56592" y="232961"/>
                    <a:pt x="73918" y="232760"/>
                    <a:pt x="91350" y="233142"/>
                  </a:cubicBezTo>
                  <a:cubicBezTo>
                    <a:pt x="86897" y="153264"/>
                    <a:pt x="91860" y="67579"/>
                    <a:pt x="43103" y="0"/>
                  </a:cubicBezTo>
                  <a:cubicBezTo>
                    <a:pt x="55340" y="10417"/>
                    <a:pt x="67415" y="21145"/>
                    <a:pt x="79891" y="31268"/>
                  </a:cubicBezTo>
                  <a:cubicBezTo>
                    <a:pt x="101799" y="96692"/>
                    <a:pt x="95577" y="167529"/>
                    <a:pt x="105448" y="235278"/>
                  </a:cubicBezTo>
                  <a:cubicBezTo>
                    <a:pt x="124468" y="235439"/>
                    <a:pt x="144031" y="234789"/>
                    <a:pt x="162985" y="236149"/>
                  </a:cubicBezTo>
                  <a:cubicBezTo>
                    <a:pt x="146972" y="238453"/>
                    <a:pt x="128172" y="235982"/>
                    <a:pt x="114871" y="245652"/>
                  </a:cubicBezTo>
                  <a:cubicBezTo>
                    <a:pt x="79048" y="249584"/>
                    <a:pt x="39721" y="248211"/>
                    <a:pt x="3744" y="246148"/>
                  </a:cubicBezTo>
                  <a:lnTo>
                    <a:pt x="0" y="233430"/>
                  </a:ln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C066206-D279-1DB1-3507-41178BD6CE88}"/>
                </a:ext>
              </a:extLst>
            </p:cNvPr>
            <p:cNvSpPr/>
            <p:nvPr/>
          </p:nvSpPr>
          <p:spPr>
            <a:xfrm>
              <a:off x="1109872" y="66752"/>
              <a:ext cx="21318" cy="131094"/>
            </a:xfrm>
            <a:custGeom>
              <a:avLst/>
              <a:gdLst>
                <a:gd name="connsiteX0" fmla="*/ 2801 w 21318"/>
                <a:gd name="connsiteY0" fmla="*/ 0 h 131094"/>
                <a:gd name="connsiteX1" fmla="*/ 12257 w 21318"/>
                <a:gd name="connsiteY1" fmla="*/ 2033 h 131094"/>
                <a:gd name="connsiteX2" fmla="*/ 17354 w 21318"/>
                <a:gd name="connsiteY2" fmla="*/ 129400 h 131094"/>
                <a:gd name="connsiteX3" fmla="*/ 13068 w 21318"/>
                <a:gd name="connsiteY3" fmla="*/ 79572 h 131094"/>
                <a:gd name="connsiteX4" fmla="*/ 11634 w 21318"/>
                <a:gd name="connsiteY4" fmla="*/ 131094 h 131094"/>
                <a:gd name="connsiteX5" fmla="*/ 6116 w 21318"/>
                <a:gd name="connsiteY5" fmla="*/ 91333 h 131094"/>
                <a:gd name="connsiteX6" fmla="*/ 2801 w 21318"/>
                <a:gd name="connsiteY6" fmla="*/ 0 h 13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18" h="131094">
                  <a:moveTo>
                    <a:pt x="2801" y="0"/>
                  </a:moveTo>
                  <a:lnTo>
                    <a:pt x="12257" y="2033"/>
                  </a:lnTo>
                  <a:cubicBezTo>
                    <a:pt x="26221" y="31669"/>
                    <a:pt x="20756" y="96617"/>
                    <a:pt x="17354" y="129400"/>
                  </a:cubicBezTo>
                  <a:cubicBezTo>
                    <a:pt x="15338" y="115041"/>
                    <a:pt x="18445" y="92089"/>
                    <a:pt x="13068" y="79572"/>
                  </a:cubicBezTo>
                  <a:cubicBezTo>
                    <a:pt x="12190" y="96771"/>
                    <a:pt x="11273" y="113862"/>
                    <a:pt x="11634" y="131094"/>
                  </a:cubicBezTo>
                  <a:cubicBezTo>
                    <a:pt x="10100" y="117760"/>
                    <a:pt x="8447" y="104546"/>
                    <a:pt x="6116" y="91333"/>
                  </a:cubicBezTo>
                  <a:cubicBezTo>
                    <a:pt x="5366" y="67370"/>
                    <a:pt x="-4787" y="20764"/>
                    <a:pt x="2801" y="0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5D4256-A2AB-D67F-49EA-2E93E37FCDC3}"/>
                </a:ext>
              </a:extLst>
            </p:cNvPr>
            <p:cNvSpPr/>
            <p:nvPr/>
          </p:nvSpPr>
          <p:spPr>
            <a:xfrm>
              <a:off x="1032763" y="80254"/>
              <a:ext cx="68845" cy="198066"/>
            </a:xfrm>
            <a:custGeom>
              <a:avLst/>
              <a:gdLst>
                <a:gd name="connsiteX0" fmla="*/ 5610 w 68845"/>
                <a:gd name="connsiteY0" fmla="*/ 191329 h 198066"/>
                <a:gd name="connsiteX1" fmla="*/ 11035 w 68845"/>
                <a:gd name="connsiteY1" fmla="*/ 1959 h 198066"/>
                <a:gd name="connsiteX2" fmla="*/ 39277 w 68845"/>
                <a:gd name="connsiteY2" fmla="*/ 4227 h 198066"/>
                <a:gd name="connsiteX3" fmla="*/ 68845 w 68845"/>
                <a:gd name="connsiteY3" fmla="*/ 194309 h 198066"/>
                <a:gd name="connsiteX4" fmla="*/ 44555 w 68845"/>
                <a:gd name="connsiteY4" fmla="*/ 198066 h 198066"/>
                <a:gd name="connsiteX5" fmla="*/ 14638 w 68845"/>
                <a:gd name="connsiteY5" fmla="*/ 195642 h 198066"/>
                <a:gd name="connsiteX6" fmla="*/ 5610 w 68845"/>
                <a:gd name="connsiteY6" fmla="*/ 191329 h 198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45" h="198066">
                  <a:moveTo>
                    <a:pt x="5610" y="191329"/>
                  </a:moveTo>
                  <a:cubicBezTo>
                    <a:pt x="-3632" y="160012"/>
                    <a:pt x="-1201" y="32517"/>
                    <a:pt x="11035" y="1959"/>
                  </a:cubicBezTo>
                  <a:cubicBezTo>
                    <a:pt x="20598" y="-220"/>
                    <a:pt x="30618" y="-1828"/>
                    <a:pt x="39277" y="4227"/>
                  </a:cubicBezTo>
                  <a:cubicBezTo>
                    <a:pt x="66080" y="22973"/>
                    <a:pt x="66541" y="160515"/>
                    <a:pt x="68845" y="194309"/>
                  </a:cubicBezTo>
                  <a:cubicBezTo>
                    <a:pt x="61016" y="193700"/>
                    <a:pt x="52276" y="196519"/>
                    <a:pt x="44555" y="198066"/>
                  </a:cubicBezTo>
                  <a:cubicBezTo>
                    <a:pt x="35259" y="196104"/>
                    <a:pt x="24202" y="196312"/>
                    <a:pt x="14638" y="195642"/>
                  </a:cubicBezTo>
                  <a:lnTo>
                    <a:pt x="5610" y="191329"/>
                  </a:ln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ED87EA3-FD77-66B6-C6D0-5188CE4C3EA4}"/>
                </a:ext>
              </a:extLst>
            </p:cNvPr>
            <p:cNvSpPr/>
            <p:nvPr/>
          </p:nvSpPr>
          <p:spPr>
            <a:xfrm>
              <a:off x="919617" y="86879"/>
              <a:ext cx="127783" cy="193430"/>
            </a:xfrm>
            <a:custGeom>
              <a:avLst/>
              <a:gdLst>
                <a:gd name="connsiteX0" fmla="*/ 0 w 127783"/>
                <a:gd name="connsiteY0" fmla="*/ 187309 h 193430"/>
                <a:gd name="connsiteX1" fmla="*/ 2043 w 127783"/>
                <a:gd name="connsiteY1" fmla="*/ 181590 h 193430"/>
                <a:gd name="connsiteX2" fmla="*/ 23327 w 127783"/>
                <a:gd name="connsiteY2" fmla="*/ 2078 h 193430"/>
                <a:gd name="connsiteX3" fmla="*/ 28296 w 127783"/>
                <a:gd name="connsiteY3" fmla="*/ 0 h 193430"/>
                <a:gd name="connsiteX4" fmla="*/ 43037 w 127783"/>
                <a:gd name="connsiteY4" fmla="*/ 32930 h 193430"/>
                <a:gd name="connsiteX5" fmla="*/ 53993 w 127783"/>
                <a:gd name="connsiteY5" fmla="*/ 186619 h 193430"/>
                <a:gd name="connsiteX6" fmla="*/ 118756 w 127783"/>
                <a:gd name="connsiteY6" fmla="*/ 184704 h 193430"/>
                <a:gd name="connsiteX7" fmla="*/ 127784 w 127783"/>
                <a:gd name="connsiteY7" fmla="*/ 189017 h 193430"/>
                <a:gd name="connsiteX8" fmla="*/ 44798 w 127783"/>
                <a:gd name="connsiteY8" fmla="*/ 190738 h 193430"/>
                <a:gd name="connsiteX9" fmla="*/ 41362 w 127783"/>
                <a:gd name="connsiteY9" fmla="*/ 193430 h 193430"/>
                <a:gd name="connsiteX10" fmla="*/ 0 w 127783"/>
                <a:gd name="connsiteY10" fmla="*/ 187309 h 19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783" h="193430">
                  <a:moveTo>
                    <a:pt x="0" y="187309"/>
                  </a:moveTo>
                  <a:cubicBezTo>
                    <a:pt x="683" y="185400"/>
                    <a:pt x="1407" y="183512"/>
                    <a:pt x="2043" y="181590"/>
                  </a:cubicBezTo>
                  <a:cubicBezTo>
                    <a:pt x="20768" y="125038"/>
                    <a:pt x="2920" y="58280"/>
                    <a:pt x="23327" y="2078"/>
                  </a:cubicBezTo>
                  <a:lnTo>
                    <a:pt x="28296" y="0"/>
                  </a:lnTo>
                  <a:cubicBezTo>
                    <a:pt x="38717" y="7002"/>
                    <a:pt x="40699" y="21384"/>
                    <a:pt x="43037" y="32930"/>
                  </a:cubicBezTo>
                  <a:cubicBezTo>
                    <a:pt x="53143" y="82832"/>
                    <a:pt x="55487" y="135827"/>
                    <a:pt x="53993" y="186619"/>
                  </a:cubicBezTo>
                  <a:cubicBezTo>
                    <a:pt x="75378" y="186693"/>
                    <a:pt x="97633" y="188026"/>
                    <a:pt x="118756" y="184704"/>
                  </a:cubicBezTo>
                  <a:lnTo>
                    <a:pt x="127784" y="189017"/>
                  </a:lnTo>
                  <a:cubicBezTo>
                    <a:pt x="100077" y="189968"/>
                    <a:pt x="72511" y="188555"/>
                    <a:pt x="44798" y="190738"/>
                  </a:cubicBezTo>
                  <a:lnTo>
                    <a:pt x="41362" y="193430"/>
                  </a:lnTo>
                  <a:cubicBezTo>
                    <a:pt x="27781" y="190504"/>
                    <a:pt x="13736" y="189787"/>
                    <a:pt x="0" y="187309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E41CB5-C57C-3EAD-E755-7401DE4136FC}"/>
                </a:ext>
              </a:extLst>
            </p:cNvPr>
            <p:cNvSpPr/>
            <p:nvPr/>
          </p:nvSpPr>
          <p:spPr>
            <a:xfrm>
              <a:off x="669682" y="91437"/>
              <a:ext cx="25180" cy="61965"/>
            </a:xfrm>
            <a:custGeom>
              <a:avLst/>
              <a:gdLst>
                <a:gd name="connsiteX0" fmla="*/ 0 w 25180"/>
                <a:gd name="connsiteY0" fmla="*/ 13511 h 61965"/>
                <a:gd name="connsiteX1" fmla="*/ 6376 w 25180"/>
                <a:gd name="connsiteY1" fmla="*/ 3580 h 61965"/>
                <a:gd name="connsiteX2" fmla="*/ 19797 w 25180"/>
                <a:gd name="connsiteY2" fmla="*/ 0 h 61965"/>
                <a:gd name="connsiteX3" fmla="*/ 25175 w 25180"/>
                <a:gd name="connsiteY3" fmla="*/ 4968 h 61965"/>
                <a:gd name="connsiteX4" fmla="*/ 8218 w 25180"/>
                <a:gd name="connsiteY4" fmla="*/ 61966 h 61965"/>
                <a:gd name="connsiteX5" fmla="*/ 5479 w 25180"/>
                <a:gd name="connsiteY5" fmla="*/ 61939 h 61965"/>
                <a:gd name="connsiteX6" fmla="*/ 0 w 25180"/>
                <a:gd name="connsiteY6" fmla="*/ 13511 h 6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80" h="61965">
                  <a:moveTo>
                    <a:pt x="0" y="13511"/>
                  </a:moveTo>
                  <a:cubicBezTo>
                    <a:pt x="1628" y="7356"/>
                    <a:pt x="288" y="7040"/>
                    <a:pt x="6376" y="3580"/>
                  </a:cubicBezTo>
                  <a:cubicBezTo>
                    <a:pt x="11781" y="508"/>
                    <a:pt x="13837" y="-8"/>
                    <a:pt x="19797" y="0"/>
                  </a:cubicBezTo>
                  <a:lnTo>
                    <a:pt x="25175" y="4968"/>
                  </a:lnTo>
                  <a:cubicBezTo>
                    <a:pt x="25443" y="25995"/>
                    <a:pt x="16275" y="42999"/>
                    <a:pt x="8218" y="61966"/>
                  </a:cubicBezTo>
                  <a:lnTo>
                    <a:pt x="5479" y="61939"/>
                  </a:lnTo>
                  <a:cubicBezTo>
                    <a:pt x="-1547" y="55516"/>
                    <a:pt x="784" y="24736"/>
                    <a:pt x="0" y="13511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EE9169-9CC7-05FF-6596-07CC6753C8E5}"/>
                </a:ext>
              </a:extLst>
            </p:cNvPr>
            <p:cNvSpPr/>
            <p:nvPr/>
          </p:nvSpPr>
          <p:spPr>
            <a:xfrm>
              <a:off x="603834" y="99573"/>
              <a:ext cx="147092" cy="187106"/>
            </a:xfrm>
            <a:custGeom>
              <a:avLst/>
              <a:gdLst>
                <a:gd name="connsiteX0" fmla="*/ 208 w 147092"/>
                <a:gd name="connsiteY0" fmla="*/ 174321 h 187106"/>
                <a:gd name="connsiteX1" fmla="*/ 106145 w 147092"/>
                <a:gd name="connsiteY1" fmla="*/ 175105 h 187106"/>
                <a:gd name="connsiteX2" fmla="*/ 107357 w 147092"/>
                <a:gd name="connsiteY2" fmla="*/ 1820 h 187106"/>
                <a:gd name="connsiteX3" fmla="*/ 110545 w 147092"/>
                <a:gd name="connsiteY3" fmla="*/ 0 h 187106"/>
                <a:gd name="connsiteX4" fmla="*/ 131916 w 147092"/>
                <a:gd name="connsiteY4" fmla="*/ 172171 h 187106"/>
                <a:gd name="connsiteX5" fmla="*/ 147092 w 147092"/>
                <a:gd name="connsiteY5" fmla="*/ 177797 h 187106"/>
                <a:gd name="connsiteX6" fmla="*/ 130583 w 147092"/>
                <a:gd name="connsiteY6" fmla="*/ 186128 h 187106"/>
                <a:gd name="connsiteX7" fmla="*/ 0 w 147092"/>
                <a:gd name="connsiteY7" fmla="*/ 187106 h 187106"/>
                <a:gd name="connsiteX8" fmla="*/ 208 w 147092"/>
                <a:gd name="connsiteY8" fmla="*/ 174321 h 187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92" h="187106">
                  <a:moveTo>
                    <a:pt x="208" y="174321"/>
                  </a:moveTo>
                  <a:cubicBezTo>
                    <a:pt x="23407" y="182110"/>
                    <a:pt x="78385" y="175533"/>
                    <a:pt x="106145" y="175105"/>
                  </a:cubicBezTo>
                  <a:cubicBezTo>
                    <a:pt x="106031" y="117495"/>
                    <a:pt x="103821" y="59322"/>
                    <a:pt x="107357" y="1820"/>
                  </a:cubicBezTo>
                  <a:lnTo>
                    <a:pt x="110545" y="0"/>
                  </a:lnTo>
                  <a:cubicBezTo>
                    <a:pt x="121421" y="53154"/>
                    <a:pt x="106641" y="123435"/>
                    <a:pt x="131916" y="172171"/>
                  </a:cubicBezTo>
                  <a:cubicBezTo>
                    <a:pt x="137455" y="175018"/>
                    <a:pt x="140877" y="176478"/>
                    <a:pt x="147092" y="177797"/>
                  </a:cubicBezTo>
                  <a:cubicBezTo>
                    <a:pt x="140442" y="185760"/>
                    <a:pt x="140971" y="185131"/>
                    <a:pt x="130583" y="186128"/>
                  </a:cubicBezTo>
                  <a:cubicBezTo>
                    <a:pt x="109065" y="184447"/>
                    <a:pt x="14285" y="177944"/>
                    <a:pt x="0" y="187106"/>
                  </a:cubicBezTo>
                  <a:lnTo>
                    <a:pt x="208" y="174321"/>
                  </a:ln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AC972D-C445-CACB-7B38-9B041A5D1072}"/>
                </a:ext>
              </a:extLst>
            </p:cNvPr>
            <p:cNvSpPr/>
            <p:nvPr/>
          </p:nvSpPr>
          <p:spPr>
            <a:xfrm>
              <a:off x="664342" y="104948"/>
              <a:ext cx="13557" cy="166540"/>
            </a:xfrm>
            <a:custGeom>
              <a:avLst/>
              <a:gdLst>
                <a:gd name="connsiteX0" fmla="*/ 13558 w 13557"/>
                <a:gd name="connsiteY0" fmla="*/ 48455 h 166540"/>
                <a:gd name="connsiteX1" fmla="*/ 5983 w 13557"/>
                <a:gd name="connsiteY1" fmla="*/ 166541 h 166540"/>
                <a:gd name="connsiteX2" fmla="*/ 2849 w 13557"/>
                <a:gd name="connsiteY2" fmla="*/ 162656 h 166540"/>
                <a:gd name="connsiteX3" fmla="*/ 5340 w 13557"/>
                <a:gd name="connsiteY3" fmla="*/ 0 h 166540"/>
                <a:gd name="connsiteX4" fmla="*/ 10818 w 13557"/>
                <a:gd name="connsiteY4" fmla="*/ 48428 h 166540"/>
                <a:gd name="connsiteX5" fmla="*/ 13558 w 13557"/>
                <a:gd name="connsiteY5" fmla="*/ 48455 h 16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57" h="166540">
                  <a:moveTo>
                    <a:pt x="13558" y="48455"/>
                  </a:moveTo>
                  <a:cubicBezTo>
                    <a:pt x="12044" y="70877"/>
                    <a:pt x="17388" y="152798"/>
                    <a:pt x="5983" y="166541"/>
                  </a:cubicBezTo>
                  <a:lnTo>
                    <a:pt x="2849" y="162656"/>
                  </a:lnTo>
                  <a:cubicBezTo>
                    <a:pt x="1007" y="112434"/>
                    <a:pt x="-3634" y="49151"/>
                    <a:pt x="5340" y="0"/>
                  </a:cubicBezTo>
                  <a:cubicBezTo>
                    <a:pt x="6124" y="11225"/>
                    <a:pt x="3793" y="42005"/>
                    <a:pt x="10818" y="48428"/>
                  </a:cubicBezTo>
                  <a:lnTo>
                    <a:pt x="13558" y="48455"/>
                  </a:lnTo>
                  <a:close/>
                </a:path>
              </a:pathLst>
            </a:custGeom>
            <a:solidFill>
              <a:srgbClr val="EFC2B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29726C-D613-66B8-8C26-F51EDD5F084B}"/>
                </a:ext>
              </a:extLst>
            </p:cNvPr>
            <p:cNvSpPr/>
            <p:nvPr/>
          </p:nvSpPr>
          <p:spPr>
            <a:xfrm>
              <a:off x="782518" y="114017"/>
              <a:ext cx="69216" cy="177022"/>
            </a:xfrm>
            <a:custGeom>
              <a:avLst/>
              <a:gdLst>
                <a:gd name="connsiteX0" fmla="*/ 770 w 69216"/>
                <a:gd name="connsiteY0" fmla="*/ 163078 h 177022"/>
                <a:gd name="connsiteX1" fmla="*/ 15183 w 69216"/>
                <a:gd name="connsiteY1" fmla="*/ 160024 h 177022"/>
                <a:gd name="connsiteX2" fmla="*/ 44476 w 69216"/>
                <a:gd name="connsiteY2" fmla="*/ 8961 h 177022"/>
                <a:gd name="connsiteX3" fmla="*/ 55159 w 69216"/>
                <a:gd name="connsiteY3" fmla="*/ 0 h 177022"/>
                <a:gd name="connsiteX4" fmla="*/ 62713 w 69216"/>
                <a:gd name="connsiteY4" fmla="*/ 161692 h 177022"/>
                <a:gd name="connsiteX5" fmla="*/ 69216 w 69216"/>
                <a:gd name="connsiteY5" fmla="*/ 173627 h 177022"/>
                <a:gd name="connsiteX6" fmla="*/ 0 w 69216"/>
                <a:gd name="connsiteY6" fmla="*/ 176627 h 177022"/>
                <a:gd name="connsiteX7" fmla="*/ 16107 w 69216"/>
                <a:gd name="connsiteY7" fmla="*/ 174645 h 177022"/>
                <a:gd name="connsiteX8" fmla="*/ 31363 w 69216"/>
                <a:gd name="connsiteY8" fmla="*/ 167124 h 177022"/>
                <a:gd name="connsiteX9" fmla="*/ 770 w 69216"/>
                <a:gd name="connsiteY9" fmla="*/ 163078 h 177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216" h="177022">
                  <a:moveTo>
                    <a:pt x="770" y="163078"/>
                  </a:moveTo>
                  <a:cubicBezTo>
                    <a:pt x="4876" y="162389"/>
                    <a:pt x="11204" y="161793"/>
                    <a:pt x="15183" y="160024"/>
                  </a:cubicBezTo>
                  <a:cubicBezTo>
                    <a:pt x="46720" y="146027"/>
                    <a:pt x="31557" y="39862"/>
                    <a:pt x="44476" y="8961"/>
                  </a:cubicBezTo>
                  <a:cubicBezTo>
                    <a:pt x="47256" y="2317"/>
                    <a:pt x="48850" y="2324"/>
                    <a:pt x="55159" y="0"/>
                  </a:cubicBezTo>
                  <a:cubicBezTo>
                    <a:pt x="67361" y="13033"/>
                    <a:pt x="62968" y="137193"/>
                    <a:pt x="62713" y="161692"/>
                  </a:cubicBezTo>
                  <a:lnTo>
                    <a:pt x="69216" y="173627"/>
                  </a:lnTo>
                  <a:cubicBezTo>
                    <a:pt x="45876" y="176218"/>
                    <a:pt x="23487" y="177806"/>
                    <a:pt x="0" y="176627"/>
                  </a:cubicBezTo>
                  <a:cubicBezTo>
                    <a:pt x="5338" y="176111"/>
                    <a:pt x="10843" y="175709"/>
                    <a:pt x="16107" y="174645"/>
                  </a:cubicBezTo>
                  <a:cubicBezTo>
                    <a:pt x="22322" y="173392"/>
                    <a:pt x="27780" y="172582"/>
                    <a:pt x="31363" y="167124"/>
                  </a:cubicBezTo>
                  <a:cubicBezTo>
                    <a:pt x="20862" y="163360"/>
                    <a:pt x="11854" y="163192"/>
                    <a:pt x="770" y="163078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441AFF1-97E8-B04A-07E0-A74A3279B202}"/>
                </a:ext>
              </a:extLst>
            </p:cNvPr>
            <p:cNvSpPr/>
            <p:nvPr/>
          </p:nvSpPr>
          <p:spPr>
            <a:xfrm>
              <a:off x="845231" y="274017"/>
              <a:ext cx="151907" cy="18736"/>
            </a:xfrm>
            <a:custGeom>
              <a:avLst/>
              <a:gdLst>
                <a:gd name="connsiteX0" fmla="*/ 0 w 151907"/>
                <a:gd name="connsiteY0" fmla="*/ 1692 h 18736"/>
                <a:gd name="connsiteX1" fmla="*/ 74386 w 151907"/>
                <a:gd name="connsiteY1" fmla="*/ 172 h 18736"/>
                <a:gd name="connsiteX2" fmla="*/ 115749 w 151907"/>
                <a:gd name="connsiteY2" fmla="*/ 6293 h 18736"/>
                <a:gd name="connsiteX3" fmla="*/ 119184 w 151907"/>
                <a:gd name="connsiteY3" fmla="*/ 3601 h 18736"/>
                <a:gd name="connsiteX4" fmla="*/ 151907 w 151907"/>
                <a:gd name="connsiteY4" fmla="*/ 15696 h 18736"/>
                <a:gd name="connsiteX5" fmla="*/ 30265 w 151907"/>
                <a:gd name="connsiteY5" fmla="*/ 18736 h 18736"/>
                <a:gd name="connsiteX6" fmla="*/ 6503 w 151907"/>
                <a:gd name="connsiteY6" fmla="*/ 13626 h 18736"/>
                <a:gd name="connsiteX7" fmla="*/ 0 w 151907"/>
                <a:gd name="connsiteY7" fmla="*/ 1692 h 1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907" h="18736">
                  <a:moveTo>
                    <a:pt x="0" y="1692"/>
                  </a:moveTo>
                  <a:cubicBezTo>
                    <a:pt x="24820" y="-384"/>
                    <a:pt x="49493" y="-63"/>
                    <a:pt x="74386" y="172"/>
                  </a:cubicBezTo>
                  <a:cubicBezTo>
                    <a:pt x="88123" y="2650"/>
                    <a:pt x="102167" y="3366"/>
                    <a:pt x="115749" y="6293"/>
                  </a:cubicBezTo>
                  <a:lnTo>
                    <a:pt x="119184" y="3601"/>
                  </a:lnTo>
                  <a:cubicBezTo>
                    <a:pt x="132010" y="13868"/>
                    <a:pt x="143590" y="8001"/>
                    <a:pt x="151907" y="15696"/>
                  </a:cubicBezTo>
                  <a:cubicBezTo>
                    <a:pt x="111563" y="16245"/>
                    <a:pt x="70442" y="15314"/>
                    <a:pt x="30265" y="18736"/>
                  </a:cubicBezTo>
                  <a:lnTo>
                    <a:pt x="6503" y="13626"/>
                  </a:lnTo>
                  <a:lnTo>
                    <a:pt x="0" y="1692"/>
                  </a:ln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576DB8E-4022-321B-2167-372F15E15BD8}"/>
                </a:ext>
              </a:extLst>
            </p:cNvPr>
            <p:cNvSpPr/>
            <p:nvPr/>
          </p:nvSpPr>
          <p:spPr>
            <a:xfrm>
              <a:off x="734418" y="276786"/>
              <a:ext cx="79462" cy="13991"/>
            </a:xfrm>
            <a:custGeom>
              <a:avLst/>
              <a:gdLst>
                <a:gd name="connsiteX0" fmla="*/ 16509 w 79462"/>
                <a:gd name="connsiteY0" fmla="*/ 584 h 13991"/>
                <a:gd name="connsiteX1" fmla="*/ 48870 w 79462"/>
                <a:gd name="connsiteY1" fmla="*/ 309 h 13991"/>
                <a:gd name="connsiteX2" fmla="*/ 79463 w 79462"/>
                <a:gd name="connsiteY2" fmla="*/ 4354 h 13991"/>
                <a:gd name="connsiteX3" fmla="*/ 64207 w 79462"/>
                <a:gd name="connsiteY3" fmla="*/ 11875 h 13991"/>
                <a:gd name="connsiteX4" fmla="*/ 48100 w 79462"/>
                <a:gd name="connsiteY4" fmla="*/ 13858 h 13991"/>
                <a:gd name="connsiteX5" fmla="*/ 0 w 79462"/>
                <a:gd name="connsiteY5" fmla="*/ 8915 h 13991"/>
                <a:gd name="connsiteX6" fmla="*/ 16509 w 79462"/>
                <a:gd name="connsiteY6" fmla="*/ 584 h 13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462" h="13991">
                  <a:moveTo>
                    <a:pt x="16509" y="584"/>
                  </a:moveTo>
                  <a:cubicBezTo>
                    <a:pt x="27104" y="416"/>
                    <a:pt x="38335" y="-454"/>
                    <a:pt x="48870" y="309"/>
                  </a:cubicBezTo>
                  <a:cubicBezTo>
                    <a:pt x="59954" y="423"/>
                    <a:pt x="68962" y="590"/>
                    <a:pt x="79463" y="4354"/>
                  </a:cubicBezTo>
                  <a:cubicBezTo>
                    <a:pt x="75880" y="9812"/>
                    <a:pt x="70422" y="10623"/>
                    <a:pt x="64207" y="11875"/>
                  </a:cubicBezTo>
                  <a:cubicBezTo>
                    <a:pt x="58943" y="12940"/>
                    <a:pt x="53438" y="13342"/>
                    <a:pt x="48100" y="13858"/>
                  </a:cubicBezTo>
                  <a:cubicBezTo>
                    <a:pt x="32006" y="14568"/>
                    <a:pt x="15692" y="12391"/>
                    <a:pt x="0" y="8915"/>
                  </a:cubicBezTo>
                  <a:cubicBezTo>
                    <a:pt x="10387" y="7917"/>
                    <a:pt x="9858" y="8547"/>
                    <a:pt x="16509" y="584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0549606-9F34-E05A-9699-67005443E4C6}"/>
                </a:ext>
              </a:extLst>
            </p:cNvPr>
            <p:cNvSpPr/>
            <p:nvPr/>
          </p:nvSpPr>
          <p:spPr>
            <a:xfrm>
              <a:off x="964415" y="275896"/>
              <a:ext cx="116646" cy="15142"/>
            </a:xfrm>
            <a:custGeom>
              <a:avLst/>
              <a:gdLst>
                <a:gd name="connsiteX0" fmla="*/ 0 w 116646"/>
                <a:gd name="connsiteY0" fmla="*/ 1721 h 15142"/>
                <a:gd name="connsiteX1" fmla="*/ 82986 w 116646"/>
                <a:gd name="connsiteY1" fmla="*/ 0 h 15142"/>
                <a:gd name="connsiteX2" fmla="*/ 112903 w 116646"/>
                <a:gd name="connsiteY2" fmla="*/ 2424 h 15142"/>
                <a:gd name="connsiteX3" fmla="*/ 116646 w 116646"/>
                <a:gd name="connsiteY3" fmla="*/ 15143 h 15142"/>
                <a:gd name="connsiteX4" fmla="*/ 32723 w 116646"/>
                <a:gd name="connsiteY4" fmla="*/ 13816 h 15142"/>
                <a:gd name="connsiteX5" fmla="*/ 0 w 116646"/>
                <a:gd name="connsiteY5" fmla="*/ 1721 h 1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46" h="15142">
                  <a:moveTo>
                    <a:pt x="0" y="1721"/>
                  </a:moveTo>
                  <a:cubicBezTo>
                    <a:pt x="27713" y="-462"/>
                    <a:pt x="55279" y="951"/>
                    <a:pt x="82986" y="0"/>
                  </a:cubicBezTo>
                  <a:cubicBezTo>
                    <a:pt x="92550" y="670"/>
                    <a:pt x="103607" y="462"/>
                    <a:pt x="112903" y="2424"/>
                  </a:cubicBezTo>
                  <a:lnTo>
                    <a:pt x="116646" y="15143"/>
                  </a:lnTo>
                  <a:cubicBezTo>
                    <a:pt x="88960" y="13328"/>
                    <a:pt x="60503" y="14232"/>
                    <a:pt x="32723" y="13816"/>
                  </a:cubicBezTo>
                  <a:cubicBezTo>
                    <a:pt x="24405" y="6121"/>
                    <a:pt x="12826" y="11988"/>
                    <a:pt x="0" y="1721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4FC783-3488-4311-C812-A24B1BE19AB7}"/>
                </a:ext>
              </a:extLst>
            </p:cNvPr>
            <p:cNvSpPr/>
            <p:nvPr/>
          </p:nvSpPr>
          <p:spPr>
            <a:xfrm>
              <a:off x="603655" y="281892"/>
              <a:ext cx="691217" cy="95595"/>
            </a:xfrm>
            <a:custGeom>
              <a:avLst/>
              <a:gdLst>
                <a:gd name="connsiteX0" fmla="*/ 179 w 691217"/>
                <a:gd name="connsiteY0" fmla="*/ 4787 h 95595"/>
                <a:gd name="connsiteX1" fmla="*/ 130763 w 691217"/>
                <a:gd name="connsiteY1" fmla="*/ 3809 h 95595"/>
                <a:gd name="connsiteX2" fmla="*/ 178863 w 691217"/>
                <a:gd name="connsiteY2" fmla="*/ 8752 h 95595"/>
                <a:gd name="connsiteX3" fmla="*/ 248079 w 691217"/>
                <a:gd name="connsiteY3" fmla="*/ 5751 h 95595"/>
                <a:gd name="connsiteX4" fmla="*/ 271841 w 691217"/>
                <a:gd name="connsiteY4" fmla="*/ 10861 h 95595"/>
                <a:gd name="connsiteX5" fmla="*/ 393483 w 691217"/>
                <a:gd name="connsiteY5" fmla="*/ 7821 h 95595"/>
                <a:gd name="connsiteX6" fmla="*/ 477406 w 691217"/>
                <a:gd name="connsiteY6" fmla="*/ 9147 h 95595"/>
                <a:gd name="connsiteX7" fmla="*/ 588534 w 691217"/>
                <a:gd name="connsiteY7" fmla="*/ 8651 h 95595"/>
                <a:gd name="connsiteX8" fmla="*/ 684720 w 691217"/>
                <a:gd name="connsiteY8" fmla="*/ 14726 h 95595"/>
                <a:gd name="connsiteX9" fmla="*/ 691217 w 691217"/>
                <a:gd name="connsiteY9" fmla="*/ 35347 h 95595"/>
                <a:gd name="connsiteX10" fmla="*/ 514067 w 691217"/>
                <a:gd name="connsiteY10" fmla="*/ 35273 h 95595"/>
                <a:gd name="connsiteX11" fmla="*/ 441402 w 691217"/>
                <a:gd name="connsiteY11" fmla="*/ 38615 h 95595"/>
                <a:gd name="connsiteX12" fmla="*/ 434444 w 691217"/>
                <a:gd name="connsiteY12" fmla="*/ 40966 h 95595"/>
                <a:gd name="connsiteX13" fmla="*/ 438536 w 691217"/>
                <a:gd name="connsiteY13" fmla="*/ 46210 h 95595"/>
                <a:gd name="connsiteX14" fmla="*/ 447644 w 691217"/>
                <a:gd name="connsiteY14" fmla="*/ 84813 h 95595"/>
                <a:gd name="connsiteX15" fmla="*/ 383772 w 691217"/>
                <a:gd name="connsiteY15" fmla="*/ 86159 h 95595"/>
                <a:gd name="connsiteX16" fmla="*/ 22013 w 691217"/>
                <a:gd name="connsiteY16" fmla="*/ 95595 h 95595"/>
                <a:gd name="connsiteX17" fmla="*/ 28951 w 691217"/>
                <a:gd name="connsiteY17" fmla="*/ 77071 h 95595"/>
                <a:gd name="connsiteX18" fmla="*/ 25723 w 691217"/>
                <a:gd name="connsiteY18" fmla="*/ 40751 h 95595"/>
                <a:gd name="connsiteX19" fmla="*/ 96299 w 691217"/>
                <a:gd name="connsiteY19" fmla="*/ 38360 h 95595"/>
                <a:gd name="connsiteX20" fmla="*/ 416334 w 691217"/>
                <a:gd name="connsiteY20" fmla="*/ 30752 h 95595"/>
                <a:gd name="connsiteX21" fmla="*/ 411110 w 691217"/>
                <a:gd name="connsiteY21" fmla="*/ 22166 h 95595"/>
                <a:gd name="connsiteX22" fmla="*/ 155697 w 691217"/>
                <a:gd name="connsiteY22" fmla="*/ 18041 h 95595"/>
                <a:gd name="connsiteX23" fmla="*/ 25348 w 691217"/>
                <a:gd name="connsiteY23" fmla="*/ 15697 h 95595"/>
                <a:gd name="connsiteX24" fmla="*/ 5919 w 691217"/>
                <a:gd name="connsiteY24" fmla="*/ 17391 h 95595"/>
                <a:gd name="connsiteX25" fmla="*/ 1439 w 691217"/>
                <a:gd name="connsiteY25" fmla="*/ 31677 h 95595"/>
                <a:gd name="connsiteX26" fmla="*/ 179 w 691217"/>
                <a:gd name="connsiteY26" fmla="*/ 4787 h 95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91217" h="95595">
                  <a:moveTo>
                    <a:pt x="179" y="4787"/>
                  </a:moveTo>
                  <a:cubicBezTo>
                    <a:pt x="14465" y="-4375"/>
                    <a:pt x="109244" y="2128"/>
                    <a:pt x="130763" y="3809"/>
                  </a:cubicBezTo>
                  <a:cubicBezTo>
                    <a:pt x="146454" y="7285"/>
                    <a:pt x="162769" y="9462"/>
                    <a:pt x="178863" y="8752"/>
                  </a:cubicBezTo>
                  <a:cubicBezTo>
                    <a:pt x="202350" y="9931"/>
                    <a:pt x="224739" y="8343"/>
                    <a:pt x="248079" y="5751"/>
                  </a:cubicBezTo>
                  <a:lnTo>
                    <a:pt x="271841" y="10861"/>
                  </a:lnTo>
                  <a:cubicBezTo>
                    <a:pt x="312018" y="7439"/>
                    <a:pt x="353139" y="8370"/>
                    <a:pt x="393483" y="7821"/>
                  </a:cubicBezTo>
                  <a:cubicBezTo>
                    <a:pt x="421263" y="8236"/>
                    <a:pt x="449720" y="7332"/>
                    <a:pt x="477406" y="9147"/>
                  </a:cubicBezTo>
                  <a:cubicBezTo>
                    <a:pt x="513384" y="11210"/>
                    <a:pt x="552711" y="12583"/>
                    <a:pt x="588534" y="8651"/>
                  </a:cubicBezTo>
                  <a:cubicBezTo>
                    <a:pt x="614680" y="8939"/>
                    <a:pt x="662928" y="1224"/>
                    <a:pt x="684720" y="14726"/>
                  </a:cubicBezTo>
                  <a:cubicBezTo>
                    <a:pt x="689302" y="21698"/>
                    <a:pt x="689918" y="27276"/>
                    <a:pt x="691217" y="35347"/>
                  </a:cubicBezTo>
                  <a:cubicBezTo>
                    <a:pt x="633996" y="30351"/>
                    <a:pt x="571061" y="27343"/>
                    <a:pt x="514067" y="35273"/>
                  </a:cubicBezTo>
                  <a:cubicBezTo>
                    <a:pt x="489937" y="35983"/>
                    <a:pt x="465419" y="40390"/>
                    <a:pt x="441402" y="38615"/>
                  </a:cubicBezTo>
                  <a:lnTo>
                    <a:pt x="434444" y="40966"/>
                  </a:lnTo>
                  <a:cubicBezTo>
                    <a:pt x="435810" y="42714"/>
                    <a:pt x="437390" y="44308"/>
                    <a:pt x="438536" y="46210"/>
                  </a:cubicBezTo>
                  <a:cubicBezTo>
                    <a:pt x="444543" y="56229"/>
                    <a:pt x="446445" y="73240"/>
                    <a:pt x="447644" y="84813"/>
                  </a:cubicBezTo>
                  <a:cubicBezTo>
                    <a:pt x="426621" y="84726"/>
                    <a:pt x="404614" y="83453"/>
                    <a:pt x="383772" y="86159"/>
                  </a:cubicBezTo>
                  <a:cubicBezTo>
                    <a:pt x="276013" y="87713"/>
                    <a:pt x="126651" y="82335"/>
                    <a:pt x="22013" y="95595"/>
                  </a:cubicBezTo>
                  <a:cubicBezTo>
                    <a:pt x="25147" y="89534"/>
                    <a:pt x="27330" y="83688"/>
                    <a:pt x="28951" y="77071"/>
                  </a:cubicBezTo>
                  <a:cubicBezTo>
                    <a:pt x="32239" y="63663"/>
                    <a:pt x="32702" y="52626"/>
                    <a:pt x="25723" y="40751"/>
                  </a:cubicBezTo>
                  <a:cubicBezTo>
                    <a:pt x="48634" y="36572"/>
                    <a:pt x="73059" y="38193"/>
                    <a:pt x="96299" y="38360"/>
                  </a:cubicBezTo>
                  <a:cubicBezTo>
                    <a:pt x="131707" y="41361"/>
                    <a:pt x="403918" y="38314"/>
                    <a:pt x="416334" y="30752"/>
                  </a:cubicBezTo>
                  <a:lnTo>
                    <a:pt x="411110" y="22166"/>
                  </a:lnTo>
                  <a:cubicBezTo>
                    <a:pt x="390362" y="15429"/>
                    <a:pt x="190322" y="17954"/>
                    <a:pt x="155697" y="18041"/>
                  </a:cubicBezTo>
                  <a:cubicBezTo>
                    <a:pt x="112895" y="14244"/>
                    <a:pt x="68405" y="16688"/>
                    <a:pt x="25348" y="15697"/>
                  </a:cubicBezTo>
                  <a:cubicBezTo>
                    <a:pt x="16581" y="14585"/>
                    <a:pt x="13902" y="12656"/>
                    <a:pt x="5919" y="17391"/>
                  </a:cubicBezTo>
                  <a:cubicBezTo>
                    <a:pt x="4754" y="21604"/>
                    <a:pt x="3776" y="28053"/>
                    <a:pt x="1439" y="31677"/>
                  </a:cubicBezTo>
                  <a:cubicBezTo>
                    <a:pt x="-571" y="22716"/>
                    <a:pt x="79" y="13929"/>
                    <a:pt x="179" y="4787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5B7FC22-5213-6A7E-C8D5-99E74130564C}"/>
                </a:ext>
              </a:extLst>
            </p:cNvPr>
            <p:cNvSpPr/>
            <p:nvPr/>
          </p:nvSpPr>
          <p:spPr>
            <a:xfrm>
              <a:off x="591607" y="296242"/>
              <a:ext cx="43306" cy="81633"/>
            </a:xfrm>
            <a:custGeom>
              <a:avLst/>
              <a:gdLst>
                <a:gd name="connsiteX0" fmla="*/ 13487 w 43306"/>
                <a:gd name="connsiteY0" fmla="*/ 17326 h 81633"/>
                <a:gd name="connsiteX1" fmla="*/ 17967 w 43306"/>
                <a:gd name="connsiteY1" fmla="*/ 3041 h 81633"/>
                <a:gd name="connsiteX2" fmla="*/ 37396 w 43306"/>
                <a:gd name="connsiteY2" fmla="*/ 1346 h 81633"/>
                <a:gd name="connsiteX3" fmla="*/ 22146 w 43306"/>
                <a:gd name="connsiteY3" fmla="*/ 12310 h 81633"/>
                <a:gd name="connsiteX4" fmla="*/ 31235 w 43306"/>
                <a:gd name="connsiteY4" fmla="*/ 24612 h 81633"/>
                <a:gd name="connsiteX5" fmla="*/ 37771 w 43306"/>
                <a:gd name="connsiteY5" fmla="*/ 26401 h 81633"/>
                <a:gd name="connsiteX6" fmla="*/ 40999 w 43306"/>
                <a:gd name="connsiteY6" fmla="*/ 62720 h 81633"/>
                <a:gd name="connsiteX7" fmla="*/ 34061 w 43306"/>
                <a:gd name="connsiteY7" fmla="*/ 81245 h 81633"/>
                <a:gd name="connsiteX8" fmla="*/ 16132 w 43306"/>
                <a:gd name="connsiteY8" fmla="*/ 80923 h 81633"/>
                <a:gd name="connsiteX9" fmla="*/ 1693 w 43306"/>
                <a:gd name="connsiteY9" fmla="*/ 68352 h 81633"/>
                <a:gd name="connsiteX10" fmla="*/ 13487 w 43306"/>
                <a:gd name="connsiteY10" fmla="*/ 17326 h 81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306" h="81633">
                  <a:moveTo>
                    <a:pt x="13487" y="17326"/>
                  </a:moveTo>
                  <a:cubicBezTo>
                    <a:pt x="15824" y="13703"/>
                    <a:pt x="16802" y="7253"/>
                    <a:pt x="17967" y="3041"/>
                  </a:cubicBezTo>
                  <a:cubicBezTo>
                    <a:pt x="25950" y="-1694"/>
                    <a:pt x="28629" y="234"/>
                    <a:pt x="37396" y="1346"/>
                  </a:cubicBezTo>
                  <a:cubicBezTo>
                    <a:pt x="27812" y="4407"/>
                    <a:pt x="27384" y="3878"/>
                    <a:pt x="22146" y="12310"/>
                  </a:cubicBezTo>
                  <a:cubicBezTo>
                    <a:pt x="23821" y="18478"/>
                    <a:pt x="24651" y="21773"/>
                    <a:pt x="31235" y="24612"/>
                  </a:cubicBezTo>
                  <a:cubicBezTo>
                    <a:pt x="33304" y="25510"/>
                    <a:pt x="35588" y="25805"/>
                    <a:pt x="37771" y="26401"/>
                  </a:cubicBezTo>
                  <a:cubicBezTo>
                    <a:pt x="44750" y="38275"/>
                    <a:pt x="44288" y="49312"/>
                    <a:pt x="40999" y="62720"/>
                  </a:cubicBezTo>
                  <a:cubicBezTo>
                    <a:pt x="39379" y="69337"/>
                    <a:pt x="37195" y="75184"/>
                    <a:pt x="34061" y="81245"/>
                  </a:cubicBezTo>
                  <a:cubicBezTo>
                    <a:pt x="28683" y="81365"/>
                    <a:pt x="21283" y="82222"/>
                    <a:pt x="16132" y="80923"/>
                  </a:cubicBezTo>
                  <a:cubicBezTo>
                    <a:pt x="9294" y="79195"/>
                    <a:pt x="4432" y="74842"/>
                    <a:pt x="1693" y="68352"/>
                  </a:cubicBezTo>
                  <a:cubicBezTo>
                    <a:pt x="-4455" y="53806"/>
                    <a:pt x="7687" y="30278"/>
                    <a:pt x="13487" y="17326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3BD745-C767-39D5-9B94-F1A99E4FA997}"/>
                </a:ext>
              </a:extLst>
            </p:cNvPr>
            <p:cNvSpPr/>
            <p:nvPr/>
          </p:nvSpPr>
          <p:spPr>
            <a:xfrm>
              <a:off x="613753" y="297589"/>
              <a:ext cx="149148" cy="25054"/>
            </a:xfrm>
            <a:custGeom>
              <a:avLst/>
              <a:gdLst>
                <a:gd name="connsiteX0" fmla="*/ 15250 w 149148"/>
                <a:gd name="connsiteY0" fmla="*/ 0 h 25054"/>
                <a:gd name="connsiteX1" fmla="*/ 145598 w 149148"/>
                <a:gd name="connsiteY1" fmla="*/ 2344 h 25054"/>
                <a:gd name="connsiteX2" fmla="*/ 149148 w 149148"/>
                <a:gd name="connsiteY2" fmla="*/ 14613 h 25054"/>
                <a:gd name="connsiteX3" fmla="*/ 86201 w 149148"/>
                <a:gd name="connsiteY3" fmla="*/ 22664 h 25054"/>
                <a:gd name="connsiteX4" fmla="*/ 15625 w 149148"/>
                <a:gd name="connsiteY4" fmla="*/ 25054 h 25054"/>
                <a:gd name="connsiteX5" fmla="*/ 9088 w 149148"/>
                <a:gd name="connsiteY5" fmla="*/ 23266 h 25054"/>
                <a:gd name="connsiteX6" fmla="*/ 0 w 149148"/>
                <a:gd name="connsiteY6" fmla="*/ 10963 h 25054"/>
                <a:gd name="connsiteX7" fmla="*/ 15250 w 149148"/>
                <a:gd name="connsiteY7" fmla="*/ 0 h 25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148" h="25054">
                  <a:moveTo>
                    <a:pt x="15250" y="0"/>
                  </a:moveTo>
                  <a:cubicBezTo>
                    <a:pt x="58306" y="991"/>
                    <a:pt x="102796" y="-1453"/>
                    <a:pt x="145598" y="2344"/>
                  </a:cubicBezTo>
                  <a:lnTo>
                    <a:pt x="149148" y="14613"/>
                  </a:lnTo>
                  <a:cubicBezTo>
                    <a:pt x="134528" y="26675"/>
                    <a:pt x="105006" y="20005"/>
                    <a:pt x="86201" y="22664"/>
                  </a:cubicBezTo>
                  <a:cubicBezTo>
                    <a:pt x="62961" y="22496"/>
                    <a:pt x="38536" y="20875"/>
                    <a:pt x="15625" y="25054"/>
                  </a:cubicBezTo>
                  <a:cubicBezTo>
                    <a:pt x="13441" y="24458"/>
                    <a:pt x="11158" y="24164"/>
                    <a:pt x="9088" y="23266"/>
                  </a:cubicBezTo>
                  <a:cubicBezTo>
                    <a:pt x="2505" y="20427"/>
                    <a:pt x="1674" y="17132"/>
                    <a:pt x="0" y="10963"/>
                  </a:cubicBezTo>
                  <a:cubicBezTo>
                    <a:pt x="5237" y="2532"/>
                    <a:pt x="5666" y="3061"/>
                    <a:pt x="15250" y="0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D6965C8-B406-E6DF-1D51-9330B75FF2AF}"/>
                </a:ext>
              </a:extLst>
            </p:cNvPr>
            <p:cNvSpPr/>
            <p:nvPr/>
          </p:nvSpPr>
          <p:spPr>
            <a:xfrm>
              <a:off x="699954" y="299398"/>
              <a:ext cx="320035" cy="21994"/>
            </a:xfrm>
            <a:custGeom>
              <a:avLst/>
              <a:gdLst>
                <a:gd name="connsiteX0" fmla="*/ 59398 w 320035"/>
                <a:gd name="connsiteY0" fmla="*/ 534 h 21994"/>
                <a:gd name="connsiteX1" fmla="*/ 314812 w 320035"/>
                <a:gd name="connsiteY1" fmla="*/ 4660 h 21994"/>
                <a:gd name="connsiteX2" fmla="*/ 320036 w 320035"/>
                <a:gd name="connsiteY2" fmla="*/ 13246 h 21994"/>
                <a:gd name="connsiteX3" fmla="*/ 0 w 320035"/>
                <a:gd name="connsiteY3" fmla="*/ 20854 h 21994"/>
                <a:gd name="connsiteX4" fmla="*/ 62948 w 320035"/>
                <a:gd name="connsiteY4" fmla="*/ 12804 h 21994"/>
                <a:gd name="connsiteX5" fmla="*/ 59398 w 320035"/>
                <a:gd name="connsiteY5" fmla="*/ 534 h 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035" h="21994">
                  <a:moveTo>
                    <a:pt x="59398" y="534"/>
                  </a:moveTo>
                  <a:cubicBezTo>
                    <a:pt x="94023" y="447"/>
                    <a:pt x="294064" y="-2077"/>
                    <a:pt x="314812" y="4660"/>
                  </a:cubicBezTo>
                  <a:lnTo>
                    <a:pt x="320036" y="13246"/>
                  </a:lnTo>
                  <a:cubicBezTo>
                    <a:pt x="307619" y="20807"/>
                    <a:pt x="35408" y="23854"/>
                    <a:pt x="0" y="20854"/>
                  </a:cubicBezTo>
                  <a:cubicBezTo>
                    <a:pt x="18806" y="18195"/>
                    <a:pt x="48327" y="24866"/>
                    <a:pt x="62948" y="12804"/>
                  </a:cubicBezTo>
                  <a:lnTo>
                    <a:pt x="59398" y="534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36BE26A-CD19-930C-6348-B15B10FEC7D2}"/>
                </a:ext>
              </a:extLst>
            </p:cNvPr>
            <p:cNvSpPr/>
            <p:nvPr/>
          </p:nvSpPr>
          <p:spPr>
            <a:xfrm>
              <a:off x="1083258" y="312287"/>
              <a:ext cx="218049" cy="71434"/>
            </a:xfrm>
            <a:custGeom>
              <a:avLst/>
              <a:gdLst>
                <a:gd name="connsiteX0" fmla="*/ 34464 w 218049"/>
                <a:gd name="connsiteY0" fmla="*/ 4877 h 71434"/>
                <a:gd name="connsiteX1" fmla="*/ 211614 w 218049"/>
                <a:gd name="connsiteY1" fmla="*/ 4951 h 71434"/>
                <a:gd name="connsiteX2" fmla="*/ 218050 w 218049"/>
                <a:gd name="connsiteY2" fmla="*/ 15466 h 71434"/>
                <a:gd name="connsiteX3" fmla="*/ 214996 w 218049"/>
                <a:gd name="connsiteY3" fmla="*/ 71435 h 71434"/>
                <a:gd name="connsiteX4" fmla="*/ 0 w 218049"/>
                <a:gd name="connsiteY4" fmla="*/ 60545 h 71434"/>
                <a:gd name="connsiteX5" fmla="*/ 14446 w 218049"/>
                <a:gd name="connsiteY5" fmla="*/ 52167 h 71434"/>
                <a:gd name="connsiteX6" fmla="*/ 27251 w 218049"/>
                <a:gd name="connsiteY6" fmla="*/ 48477 h 71434"/>
                <a:gd name="connsiteX7" fmla="*/ 39983 w 218049"/>
                <a:gd name="connsiteY7" fmla="*/ 32658 h 71434"/>
                <a:gd name="connsiteX8" fmla="*/ 34618 w 218049"/>
                <a:gd name="connsiteY8" fmla="*/ 10182 h 71434"/>
                <a:gd name="connsiteX9" fmla="*/ 34464 w 218049"/>
                <a:gd name="connsiteY9" fmla="*/ 4877 h 7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049" h="71434">
                  <a:moveTo>
                    <a:pt x="34464" y="4877"/>
                  </a:moveTo>
                  <a:cubicBezTo>
                    <a:pt x="91458" y="-3052"/>
                    <a:pt x="154392" y="-45"/>
                    <a:pt x="211614" y="4951"/>
                  </a:cubicBezTo>
                  <a:cubicBezTo>
                    <a:pt x="213643" y="10356"/>
                    <a:pt x="213449" y="11622"/>
                    <a:pt x="218050" y="15466"/>
                  </a:cubicBezTo>
                  <a:cubicBezTo>
                    <a:pt x="208352" y="33207"/>
                    <a:pt x="212484" y="52281"/>
                    <a:pt x="214996" y="71435"/>
                  </a:cubicBezTo>
                  <a:cubicBezTo>
                    <a:pt x="145398" y="59052"/>
                    <a:pt x="70677" y="71542"/>
                    <a:pt x="0" y="60545"/>
                  </a:cubicBezTo>
                  <a:lnTo>
                    <a:pt x="14446" y="52167"/>
                  </a:lnTo>
                  <a:cubicBezTo>
                    <a:pt x="18243" y="51236"/>
                    <a:pt x="23655" y="50298"/>
                    <a:pt x="27251" y="48477"/>
                  </a:cubicBezTo>
                  <a:cubicBezTo>
                    <a:pt x="34786" y="44673"/>
                    <a:pt x="37009" y="40185"/>
                    <a:pt x="39983" y="32658"/>
                  </a:cubicBezTo>
                  <a:cubicBezTo>
                    <a:pt x="39621" y="23442"/>
                    <a:pt x="38932" y="18627"/>
                    <a:pt x="34618" y="10182"/>
                  </a:cubicBezTo>
                  <a:lnTo>
                    <a:pt x="34464" y="4877"/>
                  </a:ln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1041CF5-7EC7-10FB-DCD6-0CCC92F45512}"/>
                </a:ext>
              </a:extLst>
            </p:cNvPr>
            <p:cNvSpPr/>
            <p:nvPr/>
          </p:nvSpPr>
          <p:spPr>
            <a:xfrm>
              <a:off x="987427" y="317165"/>
              <a:ext cx="130449" cy="55667"/>
            </a:xfrm>
            <a:custGeom>
              <a:avLst/>
              <a:gdLst>
                <a:gd name="connsiteX0" fmla="*/ 57630 w 130449"/>
                <a:gd name="connsiteY0" fmla="*/ 3342 h 55667"/>
                <a:gd name="connsiteX1" fmla="*/ 130295 w 130449"/>
                <a:gd name="connsiteY1" fmla="*/ 0 h 55667"/>
                <a:gd name="connsiteX2" fmla="*/ 130449 w 130449"/>
                <a:gd name="connsiteY2" fmla="*/ 5304 h 55667"/>
                <a:gd name="connsiteX3" fmla="*/ 103546 w 130449"/>
                <a:gd name="connsiteY3" fmla="*/ 16013 h 55667"/>
                <a:gd name="connsiteX4" fmla="*/ 110277 w 130449"/>
                <a:gd name="connsiteY4" fmla="*/ 47289 h 55667"/>
                <a:gd name="connsiteX5" fmla="*/ 95831 w 130449"/>
                <a:gd name="connsiteY5" fmla="*/ 55668 h 55667"/>
                <a:gd name="connsiteX6" fmla="*/ 0 w 130449"/>
                <a:gd name="connsiteY6" fmla="*/ 50886 h 55667"/>
                <a:gd name="connsiteX7" fmla="*/ 63872 w 130449"/>
                <a:gd name="connsiteY7" fmla="*/ 49540 h 55667"/>
                <a:gd name="connsiteX8" fmla="*/ 54764 w 130449"/>
                <a:gd name="connsiteY8" fmla="*/ 10937 h 55667"/>
                <a:gd name="connsiteX9" fmla="*/ 50671 w 130449"/>
                <a:gd name="connsiteY9" fmla="*/ 5693 h 55667"/>
                <a:gd name="connsiteX10" fmla="*/ 57630 w 130449"/>
                <a:gd name="connsiteY10" fmla="*/ 3342 h 55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0449" h="55667">
                  <a:moveTo>
                    <a:pt x="57630" y="3342"/>
                  </a:moveTo>
                  <a:cubicBezTo>
                    <a:pt x="81646" y="5117"/>
                    <a:pt x="106165" y="710"/>
                    <a:pt x="130295" y="0"/>
                  </a:cubicBezTo>
                  <a:lnTo>
                    <a:pt x="130449" y="5304"/>
                  </a:lnTo>
                  <a:cubicBezTo>
                    <a:pt x="118622" y="7809"/>
                    <a:pt x="112601" y="7742"/>
                    <a:pt x="103546" y="16013"/>
                  </a:cubicBezTo>
                  <a:cubicBezTo>
                    <a:pt x="101323" y="26796"/>
                    <a:pt x="106714" y="37237"/>
                    <a:pt x="110277" y="47289"/>
                  </a:cubicBezTo>
                  <a:lnTo>
                    <a:pt x="95831" y="55668"/>
                  </a:lnTo>
                  <a:cubicBezTo>
                    <a:pt x="64079" y="52828"/>
                    <a:pt x="31886" y="53444"/>
                    <a:pt x="0" y="50886"/>
                  </a:cubicBezTo>
                  <a:cubicBezTo>
                    <a:pt x="20842" y="48180"/>
                    <a:pt x="42849" y="49453"/>
                    <a:pt x="63872" y="49540"/>
                  </a:cubicBezTo>
                  <a:cubicBezTo>
                    <a:pt x="62673" y="37967"/>
                    <a:pt x="60771" y="20956"/>
                    <a:pt x="54764" y="10937"/>
                  </a:cubicBezTo>
                  <a:cubicBezTo>
                    <a:pt x="53618" y="9035"/>
                    <a:pt x="52037" y="7441"/>
                    <a:pt x="50671" y="5693"/>
                  </a:cubicBezTo>
                  <a:lnTo>
                    <a:pt x="57630" y="3342"/>
                  </a:ln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20CE20-C61B-1B9B-EC58-28BD6D66A9FC}"/>
                </a:ext>
              </a:extLst>
            </p:cNvPr>
            <p:cNvSpPr/>
            <p:nvPr/>
          </p:nvSpPr>
          <p:spPr>
            <a:xfrm>
              <a:off x="1090452" y="322469"/>
              <a:ext cx="32788" cy="41985"/>
            </a:xfrm>
            <a:custGeom>
              <a:avLst/>
              <a:gdLst>
                <a:gd name="connsiteX0" fmla="*/ 7252 w 32788"/>
                <a:gd name="connsiteY0" fmla="*/ 41985 h 41985"/>
                <a:gd name="connsiteX1" fmla="*/ 521 w 32788"/>
                <a:gd name="connsiteY1" fmla="*/ 10709 h 41985"/>
                <a:gd name="connsiteX2" fmla="*/ 27424 w 32788"/>
                <a:gd name="connsiteY2" fmla="*/ 0 h 41985"/>
                <a:gd name="connsiteX3" fmla="*/ 32789 w 32788"/>
                <a:gd name="connsiteY3" fmla="*/ 22476 h 41985"/>
                <a:gd name="connsiteX4" fmla="*/ 20057 w 32788"/>
                <a:gd name="connsiteY4" fmla="*/ 38295 h 41985"/>
                <a:gd name="connsiteX5" fmla="*/ 7252 w 32788"/>
                <a:gd name="connsiteY5" fmla="*/ 41985 h 4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88" h="41985">
                  <a:moveTo>
                    <a:pt x="7252" y="41985"/>
                  </a:moveTo>
                  <a:cubicBezTo>
                    <a:pt x="3689" y="31932"/>
                    <a:pt x="-1702" y="21492"/>
                    <a:pt x="521" y="10709"/>
                  </a:cubicBezTo>
                  <a:cubicBezTo>
                    <a:pt x="9576" y="2438"/>
                    <a:pt x="15597" y="2505"/>
                    <a:pt x="27424" y="0"/>
                  </a:cubicBezTo>
                  <a:cubicBezTo>
                    <a:pt x="31737" y="8445"/>
                    <a:pt x="32427" y="13261"/>
                    <a:pt x="32789" y="22476"/>
                  </a:cubicBezTo>
                  <a:cubicBezTo>
                    <a:pt x="29815" y="30004"/>
                    <a:pt x="27592" y="34491"/>
                    <a:pt x="20057" y="38295"/>
                  </a:cubicBezTo>
                  <a:cubicBezTo>
                    <a:pt x="16461" y="40117"/>
                    <a:pt x="11049" y="41054"/>
                    <a:pt x="7252" y="4198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9EB0A75-A724-1C14-FE98-AD12B8DD5F4E}"/>
                </a:ext>
              </a:extLst>
            </p:cNvPr>
            <p:cNvSpPr/>
            <p:nvPr/>
          </p:nvSpPr>
          <p:spPr>
            <a:xfrm>
              <a:off x="1295194" y="327753"/>
              <a:ext cx="18379" cy="55969"/>
            </a:xfrm>
            <a:custGeom>
              <a:avLst/>
              <a:gdLst>
                <a:gd name="connsiteX0" fmla="*/ 3060 w 18379"/>
                <a:gd name="connsiteY0" fmla="*/ 55969 h 55969"/>
                <a:gd name="connsiteX1" fmla="*/ 6114 w 18379"/>
                <a:gd name="connsiteY1" fmla="*/ 0 h 55969"/>
                <a:gd name="connsiteX2" fmla="*/ 17801 w 18379"/>
                <a:gd name="connsiteY2" fmla="*/ 42052 h 55969"/>
                <a:gd name="connsiteX3" fmla="*/ 11539 w 18379"/>
                <a:gd name="connsiteY3" fmla="*/ 53900 h 55969"/>
                <a:gd name="connsiteX4" fmla="*/ 3060 w 18379"/>
                <a:gd name="connsiteY4" fmla="*/ 55969 h 55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79" h="55969">
                  <a:moveTo>
                    <a:pt x="3060" y="55969"/>
                  </a:moveTo>
                  <a:cubicBezTo>
                    <a:pt x="549" y="36815"/>
                    <a:pt x="-3583" y="17741"/>
                    <a:pt x="6114" y="0"/>
                  </a:cubicBezTo>
                  <a:cubicBezTo>
                    <a:pt x="14532" y="11714"/>
                    <a:pt x="20272" y="27452"/>
                    <a:pt x="17801" y="42052"/>
                  </a:cubicBezTo>
                  <a:cubicBezTo>
                    <a:pt x="16608" y="49131"/>
                    <a:pt x="15838" y="48944"/>
                    <a:pt x="11539" y="53900"/>
                  </a:cubicBezTo>
                  <a:lnTo>
                    <a:pt x="3060" y="55969"/>
                  </a:ln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BC95704-76D8-67D3-90B4-CFD96C035CEF}"/>
                </a:ext>
              </a:extLst>
            </p:cNvPr>
            <p:cNvSpPr/>
            <p:nvPr/>
          </p:nvSpPr>
          <p:spPr>
            <a:xfrm>
              <a:off x="791325" y="388776"/>
              <a:ext cx="302515" cy="22846"/>
            </a:xfrm>
            <a:custGeom>
              <a:avLst/>
              <a:gdLst>
                <a:gd name="connsiteX0" fmla="*/ 0 w 302515"/>
                <a:gd name="connsiteY0" fmla="*/ 17777 h 22846"/>
                <a:gd name="connsiteX1" fmla="*/ 181409 w 302515"/>
                <a:gd name="connsiteY1" fmla="*/ 14455 h 22846"/>
                <a:gd name="connsiteX2" fmla="*/ 241563 w 302515"/>
                <a:gd name="connsiteY2" fmla="*/ 3 h 22846"/>
                <a:gd name="connsiteX3" fmla="*/ 273751 w 302515"/>
                <a:gd name="connsiteY3" fmla="*/ 8964 h 22846"/>
                <a:gd name="connsiteX4" fmla="*/ 302515 w 302515"/>
                <a:gd name="connsiteY4" fmla="*/ 22043 h 22846"/>
                <a:gd name="connsiteX5" fmla="*/ 0 w 302515"/>
                <a:gd name="connsiteY5" fmla="*/ 17777 h 2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2515" h="22846">
                  <a:moveTo>
                    <a:pt x="0" y="17777"/>
                  </a:moveTo>
                  <a:cubicBezTo>
                    <a:pt x="27278" y="6660"/>
                    <a:pt x="145351" y="15654"/>
                    <a:pt x="181409" y="14455"/>
                  </a:cubicBezTo>
                  <a:cubicBezTo>
                    <a:pt x="202539" y="13759"/>
                    <a:pt x="219643" y="230"/>
                    <a:pt x="241563" y="3"/>
                  </a:cubicBezTo>
                  <a:cubicBezTo>
                    <a:pt x="253371" y="-125"/>
                    <a:pt x="263068" y="4463"/>
                    <a:pt x="273751" y="8964"/>
                  </a:cubicBezTo>
                  <a:cubicBezTo>
                    <a:pt x="283502" y="12962"/>
                    <a:pt x="293092" y="17322"/>
                    <a:pt x="302515" y="22043"/>
                  </a:cubicBezTo>
                  <a:cubicBezTo>
                    <a:pt x="203804" y="25124"/>
                    <a:pt x="99414" y="18387"/>
                    <a:pt x="0" y="17777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2A9C4D8-99B0-E848-FA9A-3DC2356F1B60}"/>
                </a:ext>
              </a:extLst>
            </p:cNvPr>
            <p:cNvSpPr/>
            <p:nvPr/>
          </p:nvSpPr>
          <p:spPr>
            <a:xfrm>
              <a:off x="632653" y="406298"/>
              <a:ext cx="117362" cy="37162"/>
            </a:xfrm>
            <a:custGeom>
              <a:avLst/>
              <a:gdLst>
                <a:gd name="connsiteX0" fmla="*/ 86984 w 117362"/>
                <a:gd name="connsiteY0" fmla="*/ 28758 h 37162"/>
                <a:gd name="connsiteX1" fmla="*/ 85149 w 117362"/>
                <a:gd name="connsiteY1" fmla="*/ 21934 h 37162"/>
                <a:gd name="connsiteX2" fmla="*/ 71433 w 117362"/>
                <a:gd name="connsiteY2" fmla="*/ 29321 h 37162"/>
                <a:gd name="connsiteX3" fmla="*/ 66651 w 117362"/>
                <a:gd name="connsiteY3" fmla="*/ 13174 h 37162"/>
                <a:gd name="connsiteX4" fmla="*/ 70917 w 117362"/>
                <a:gd name="connsiteY4" fmla="*/ 15437 h 37162"/>
                <a:gd name="connsiteX5" fmla="*/ 61776 w 117362"/>
                <a:gd name="connsiteY5" fmla="*/ 22316 h 37162"/>
                <a:gd name="connsiteX6" fmla="*/ 59934 w 117362"/>
                <a:gd name="connsiteY6" fmla="*/ 26809 h 37162"/>
                <a:gd name="connsiteX7" fmla="*/ 17339 w 117362"/>
                <a:gd name="connsiteY7" fmla="*/ 35040 h 37162"/>
                <a:gd name="connsiteX8" fmla="*/ 2659 w 117362"/>
                <a:gd name="connsiteY8" fmla="*/ 36246 h 37162"/>
                <a:gd name="connsiteX9" fmla="*/ 0 w 117362"/>
                <a:gd name="connsiteY9" fmla="*/ 29321 h 37162"/>
                <a:gd name="connsiteX10" fmla="*/ 4447 w 117362"/>
                <a:gd name="connsiteY10" fmla="*/ 14011 h 37162"/>
                <a:gd name="connsiteX11" fmla="*/ 117363 w 117362"/>
                <a:gd name="connsiteY11" fmla="*/ 1634 h 37162"/>
                <a:gd name="connsiteX12" fmla="*/ 116104 w 117362"/>
                <a:gd name="connsiteY12" fmla="*/ 9765 h 37162"/>
                <a:gd name="connsiteX13" fmla="*/ 96528 w 117362"/>
                <a:gd name="connsiteY13" fmla="*/ 10589 h 37162"/>
                <a:gd name="connsiteX14" fmla="*/ 97023 w 117362"/>
                <a:gd name="connsiteY14" fmla="*/ 13884 h 37162"/>
                <a:gd name="connsiteX15" fmla="*/ 111884 w 117362"/>
                <a:gd name="connsiteY15" fmla="*/ 18217 h 37162"/>
                <a:gd name="connsiteX16" fmla="*/ 110699 w 117362"/>
                <a:gd name="connsiteY16" fmla="*/ 20802 h 37162"/>
                <a:gd name="connsiteX17" fmla="*/ 86984 w 117362"/>
                <a:gd name="connsiteY17" fmla="*/ 28758 h 3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362" h="37162">
                  <a:moveTo>
                    <a:pt x="86984" y="28758"/>
                  </a:moveTo>
                  <a:lnTo>
                    <a:pt x="85149" y="21934"/>
                  </a:lnTo>
                  <a:cubicBezTo>
                    <a:pt x="79624" y="26367"/>
                    <a:pt x="78659" y="28370"/>
                    <a:pt x="71433" y="29321"/>
                  </a:cubicBezTo>
                  <a:cubicBezTo>
                    <a:pt x="69966" y="23889"/>
                    <a:pt x="68366" y="18532"/>
                    <a:pt x="66651" y="13174"/>
                  </a:cubicBezTo>
                  <a:lnTo>
                    <a:pt x="70917" y="15437"/>
                  </a:lnTo>
                  <a:lnTo>
                    <a:pt x="61776" y="22316"/>
                  </a:lnTo>
                  <a:lnTo>
                    <a:pt x="59934" y="26809"/>
                  </a:lnTo>
                  <a:cubicBezTo>
                    <a:pt x="45655" y="28885"/>
                    <a:pt x="31042" y="30379"/>
                    <a:pt x="17339" y="35040"/>
                  </a:cubicBezTo>
                  <a:cubicBezTo>
                    <a:pt x="11519" y="37023"/>
                    <a:pt x="8867" y="38007"/>
                    <a:pt x="2659" y="36246"/>
                  </a:cubicBezTo>
                  <a:lnTo>
                    <a:pt x="0" y="29321"/>
                  </a:lnTo>
                  <a:cubicBezTo>
                    <a:pt x="636" y="23809"/>
                    <a:pt x="891" y="18605"/>
                    <a:pt x="4447" y="14011"/>
                  </a:cubicBezTo>
                  <a:cubicBezTo>
                    <a:pt x="20500" y="-6697"/>
                    <a:pt x="93005" y="1688"/>
                    <a:pt x="117363" y="1634"/>
                  </a:cubicBezTo>
                  <a:lnTo>
                    <a:pt x="116104" y="9765"/>
                  </a:lnTo>
                  <a:cubicBezTo>
                    <a:pt x="106734" y="7890"/>
                    <a:pt x="105120" y="6785"/>
                    <a:pt x="96528" y="10589"/>
                  </a:cubicBezTo>
                  <a:lnTo>
                    <a:pt x="97023" y="13884"/>
                  </a:lnTo>
                  <a:lnTo>
                    <a:pt x="111884" y="18217"/>
                  </a:lnTo>
                  <a:lnTo>
                    <a:pt x="110699" y="20802"/>
                  </a:lnTo>
                  <a:lnTo>
                    <a:pt x="86984" y="28758"/>
                  </a:lnTo>
                  <a:close/>
                </a:path>
              </a:pathLst>
            </a:custGeom>
            <a:solidFill>
              <a:srgbClr val="6E6D6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8F9C43-2DB6-35FB-9374-EAFE821B5D5E}"/>
                </a:ext>
              </a:extLst>
            </p:cNvPr>
            <p:cNvSpPr/>
            <p:nvPr/>
          </p:nvSpPr>
          <p:spPr>
            <a:xfrm>
              <a:off x="748757" y="406553"/>
              <a:ext cx="359656" cy="38573"/>
            </a:xfrm>
            <a:custGeom>
              <a:avLst/>
              <a:gdLst>
                <a:gd name="connsiteX0" fmla="*/ 1259 w 359656"/>
                <a:gd name="connsiteY0" fmla="*/ 1380 h 38573"/>
                <a:gd name="connsiteX1" fmla="*/ 42568 w 359656"/>
                <a:gd name="connsiteY1" fmla="*/ 0 h 38573"/>
                <a:gd name="connsiteX2" fmla="*/ 345083 w 359656"/>
                <a:gd name="connsiteY2" fmla="*/ 4266 h 38573"/>
                <a:gd name="connsiteX3" fmla="*/ 351787 w 359656"/>
                <a:gd name="connsiteY3" fmla="*/ 4862 h 38573"/>
                <a:gd name="connsiteX4" fmla="*/ 359657 w 359656"/>
                <a:gd name="connsiteY4" fmla="*/ 10535 h 38573"/>
                <a:gd name="connsiteX5" fmla="*/ 294070 w 359656"/>
                <a:gd name="connsiteY5" fmla="*/ 15149 h 38573"/>
                <a:gd name="connsiteX6" fmla="*/ 296682 w 359656"/>
                <a:gd name="connsiteY6" fmla="*/ 16328 h 38573"/>
                <a:gd name="connsiteX7" fmla="*/ 297245 w 359656"/>
                <a:gd name="connsiteY7" fmla="*/ 18685 h 38573"/>
                <a:gd name="connsiteX8" fmla="*/ 308516 w 359656"/>
                <a:gd name="connsiteY8" fmla="*/ 25456 h 38573"/>
                <a:gd name="connsiteX9" fmla="*/ 212049 w 359656"/>
                <a:gd name="connsiteY9" fmla="*/ 31136 h 38573"/>
                <a:gd name="connsiteX10" fmla="*/ 86522 w 359656"/>
                <a:gd name="connsiteY10" fmla="*/ 32843 h 38573"/>
                <a:gd name="connsiteX11" fmla="*/ 91016 w 359656"/>
                <a:gd name="connsiteY11" fmla="*/ 35074 h 38573"/>
                <a:gd name="connsiteX12" fmla="*/ 49533 w 359656"/>
                <a:gd name="connsiteY12" fmla="*/ 37933 h 38573"/>
                <a:gd name="connsiteX13" fmla="*/ 44055 w 359656"/>
                <a:gd name="connsiteY13" fmla="*/ 26106 h 38573"/>
                <a:gd name="connsiteX14" fmla="*/ 18391 w 359656"/>
                <a:gd name="connsiteY14" fmla="*/ 21425 h 38573"/>
                <a:gd name="connsiteX15" fmla="*/ 0 w 359656"/>
                <a:gd name="connsiteY15" fmla="*/ 9510 h 38573"/>
                <a:gd name="connsiteX16" fmla="*/ 1259 w 359656"/>
                <a:gd name="connsiteY16" fmla="*/ 1380 h 3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9656" h="38573">
                  <a:moveTo>
                    <a:pt x="1259" y="1380"/>
                  </a:moveTo>
                  <a:lnTo>
                    <a:pt x="42568" y="0"/>
                  </a:lnTo>
                  <a:cubicBezTo>
                    <a:pt x="141982" y="609"/>
                    <a:pt x="246372" y="7347"/>
                    <a:pt x="345083" y="4266"/>
                  </a:cubicBezTo>
                  <a:lnTo>
                    <a:pt x="351787" y="4862"/>
                  </a:lnTo>
                  <a:lnTo>
                    <a:pt x="359657" y="10535"/>
                  </a:lnTo>
                  <a:cubicBezTo>
                    <a:pt x="349470" y="18625"/>
                    <a:pt x="308369" y="15129"/>
                    <a:pt x="294070" y="15149"/>
                  </a:cubicBezTo>
                  <a:lnTo>
                    <a:pt x="296682" y="16328"/>
                  </a:lnTo>
                  <a:lnTo>
                    <a:pt x="297245" y="18685"/>
                  </a:lnTo>
                  <a:lnTo>
                    <a:pt x="308516" y="25456"/>
                  </a:lnTo>
                  <a:cubicBezTo>
                    <a:pt x="276610" y="31825"/>
                    <a:pt x="243787" y="23025"/>
                    <a:pt x="212049" y="31136"/>
                  </a:cubicBezTo>
                  <a:cubicBezTo>
                    <a:pt x="170278" y="32415"/>
                    <a:pt x="128125" y="29327"/>
                    <a:pt x="86522" y="32843"/>
                  </a:cubicBezTo>
                  <a:lnTo>
                    <a:pt x="91016" y="35074"/>
                  </a:lnTo>
                  <a:cubicBezTo>
                    <a:pt x="79108" y="40009"/>
                    <a:pt x="62291" y="38436"/>
                    <a:pt x="49533" y="37933"/>
                  </a:cubicBezTo>
                  <a:lnTo>
                    <a:pt x="44055" y="26106"/>
                  </a:lnTo>
                  <a:cubicBezTo>
                    <a:pt x="33841" y="20192"/>
                    <a:pt x="29508" y="22878"/>
                    <a:pt x="18391" y="21425"/>
                  </a:cubicBezTo>
                  <a:cubicBezTo>
                    <a:pt x="7307" y="19971"/>
                    <a:pt x="6825" y="17888"/>
                    <a:pt x="0" y="9510"/>
                  </a:cubicBezTo>
                  <a:lnTo>
                    <a:pt x="1259" y="1380"/>
                  </a:lnTo>
                  <a:close/>
                </a:path>
              </a:pathLst>
            </a:custGeom>
            <a:solidFill>
              <a:srgbClr val="69888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959D4B3-6536-DF1E-9735-5040CA3B389A}"/>
                </a:ext>
              </a:extLst>
            </p:cNvPr>
            <p:cNvSpPr/>
            <p:nvPr/>
          </p:nvSpPr>
          <p:spPr>
            <a:xfrm>
              <a:off x="960805" y="411174"/>
              <a:ext cx="157017" cy="29234"/>
            </a:xfrm>
            <a:custGeom>
              <a:avLst/>
              <a:gdLst>
                <a:gd name="connsiteX0" fmla="*/ 139738 w 157017"/>
                <a:gd name="connsiteY0" fmla="*/ 241 h 29234"/>
                <a:gd name="connsiteX1" fmla="*/ 151894 w 157017"/>
                <a:gd name="connsiteY1" fmla="*/ 0 h 29234"/>
                <a:gd name="connsiteX2" fmla="*/ 157017 w 157017"/>
                <a:gd name="connsiteY2" fmla="*/ 8559 h 29234"/>
                <a:gd name="connsiteX3" fmla="*/ 155825 w 157017"/>
                <a:gd name="connsiteY3" fmla="*/ 20092 h 29234"/>
                <a:gd name="connsiteX4" fmla="*/ 0 w 157017"/>
                <a:gd name="connsiteY4" fmla="*/ 26514 h 29234"/>
                <a:gd name="connsiteX5" fmla="*/ 96467 w 157017"/>
                <a:gd name="connsiteY5" fmla="*/ 20835 h 29234"/>
                <a:gd name="connsiteX6" fmla="*/ 85196 w 157017"/>
                <a:gd name="connsiteY6" fmla="*/ 14064 h 29234"/>
                <a:gd name="connsiteX7" fmla="*/ 84634 w 157017"/>
                <a:gd name="connsiteY7" fmla="*/ 11707 h 29234"/>
                <a:gd name="connsiteX8" fmla="*/ 82021 w 157017"/>
                <a:gd name="connsiteY8" fmla="*/ 10528 h 29234"/>
                <a:gd name="connsiteX9" fmla="*/ 147608 w 157017"/>
                <a:gd name="connsiteY9" fmla="*/ 5914 h 29234"/>
                <a:gd name="connsiteX10" fmla="*/ 139738 w 157017"/>
                <a:gd name="connsiteY10" fmla="*/ 241 h 2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017" h="29234">
                  <a:moveTo>
                    <a:pt x="139738" y="241"/>
                  </a:moveTo>
                  <a:lnTo>
                    <a:pt x="151894" y="0"/>
                  </a:lnTo>
                  <a:lnTo>
                    <a:pt x="157017" y="8559"/>
                  </a:lnTo>
                  <a:lnTo>
                    <a:pt x="155825" y="20092"/>
                  </a:lnTo>
                  <a:cubicBezTo>
                    <a:pt x="124757" y="35428"/>
                    <a:pt x="37552" y="26930"/>
                    <a:pt x="0" y="26514"/>
                  </a:cubicBezTo>
                  <a:cubicBezTo>
                    <a:pt x="31738" y="18404"/>
                    <a:pt x="64562" y="27204"/>
                    <a:pt x="96467" y="20835"/>
                  </a:cubicBezTo>
                  <a:lnTo>
                    <a:pt x="85196" y="14064"/>
                  </a:lnTo>
                  <a:lnTo>
                    <a:pt x="84634" y="11707"/>
                  </a:lnTo>
                  <a:lnTo>
                    <a:pt x="82021" y="10528"/>
                  </a:lnTo>
                  <a:cubicBezTo>
                    <a:pt x="96320" y="10508"/>
                    <a:pt x="137421" y="14004"/>
                    <a:pt x="147608" y="5914"/>
                  </a:cubicBezTo>
                  <a:lnTo>
                    <a:pt x="139738" y="241"/>
                  </a:lnTo>
                  <a:close/>
                </a:path>
              </a:pathLst>
            </a:custGeom>
            <a:solidFill>
              <a:srgbClr val="6E6D6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D23650B-2EFB-6E7D-8EE5-564BD2D3323B}"/>
                </a:ext>
              </a:extLst>
            </p:cNvPr>
            <p:cNvSpPr/>
            <p:nvPr/>
          </p:nvSpPr>
          <p:spPr>
            <a:xfrm>
              <a:off x="1112699" y="411174"/>
              <a:ext cx="103359" cy="30775"/>
            </a:xfrm>
            <a:custGeom>
              <a:avLst/>
              <a:gdLst>
                <a:gd name="connsiteX0" fmla="*/ 0 w 103359"/>
                <a:gd name="connsiteY0" fmla="*/ 0 h 30775"/>
                <a:gd name="connsiteX1" fmla="*/ 67797 w 103359"/>
                <a:gd name="connsiteY1" fmla="*/ 2659 h 30775"/>
                <a:gd name="connsiteX2" fmla="*/ 14085 w 103359"/>
                <a:gd name="connsiteY2" fmla="*/ 6041 h 30775"/>
                <a:gd name="connsiteX3" fmla="*/ 12464 w 103359"/>
                <a:gd name="connsiteY3" fmla="*/ 20199 h 30775"/>
                <a:gd name="connsiteX4" fmla="*/ 17205 w 103359"/>
                <a:gd name="connsiteY4" fmla="*/ 21371 h 30775"/>
                <a:gd name="connsiteX5" fmla="*/ 28216 w 103359"/>
                <a:gd name="connsiteY5" fmla="*/ 11914 h 30775"/>
                <a:gd name="connsiteX6" fmla="*/ 103299 w 103359"/>
                <a:gd name="connsiteY6" fmla="*/ 11613 h 30775"/>
                <a:gd name="connsiteX7" fmla="*/ 103359 w 103359"/>
                <a:gd name="connsiteY7" fmla="*/ 13790 h 30775"/>
                <a:gd name="connsiteX8" fmla="*/ 79564 w 103359"/>
                <a:gd name="connsiteY8" fmla="*/ 29334 h 30775"/>
                <a:gd name="connsiteX9" fmla="*/ 9517 w 103359"/>
                <a:gd name="connsiteY9" fmla="*/ 21264 h 30775"/>
                <a:gd name="connsiteX10" fmla="*/ 8680 w 103359"/>
                <a:gd name="connsiteY10" fmla="*/ 11265 h 30775"/>
                <a:gd name="connsiteX11" fmla="*/ 9001 w 103359"/>
                <a:gd name="connsiteY11" fmla="*/ 6322 h 30775"/>
                <a:gd name="connsiteX12" fmla="*/ 5124 w 103359"/>
                <a:gd name="connsiteY12" fmla="*/ 8559 h 30775"/>
                <a:gd name="connsiteX13" fmla="*/ 0 w 103359"/>
                <a:gd name="connsiteY13" fmla="*/ 0 h 3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359" h="30775">
                  <a:moveTo>
                    <a:pt x="0" y="0"/>
                  </a:moveTo>
                  <a:cubicBezTo>
                    <a:pt x="22570" y="141"/>
                    <a:pt x="45408" y="-576"/>
                    <a:pt x="67797" y="2659"/>
                  </a:cubicBezTo>
                  <a:cubicBezTo>
                    <a:pt x="51368" y="3248"/>
                    <a:pt x="29234" y="7"/>
                    <a:pt x="14085" y="6041"/>
                  </a:cubicBezTo>
                  <a:cubicBezTo>
                    <a:pt x="9959" y="13327"/>
                    <a:pt x="11118" y="12537"/>
                    <a:pt x="12464" y="20199"/>
                  </a:cubicBezTo>
                  <a:lnTo>
                    <a:pt x="17205" y="21371"/>
                  </a:lnTo>
                  <a:cubicBezTo>
                    <a:pt x="20132" y="18853"/>
                    <a:pt x="24928" y="13408"/>
                    <a:pt x="28216" y="11914"/>
                  </a:cubicBezTo>
                  <a:cubicBezTo>
                    <a:pt x="41604" y="5853"/>
                    <a:pt x="86348" y="12122"/>
                    <a:pt x="103299" y="11613"/>
                  </a:cubicBezTo>
                  <a:lnTo>
                    <a:pt x="103359" y="13790"/>
                  </a:lnTo>
                  <a:cubicBezTo>
                    <a:pt x="94606" y="18237"/>
                    <a:pt x="86201" y="21846"/>
                    <a:pt x="79564" y="29334"/>
                  </a:cubicBezTo>
                  <a:cubicBezTo>
                    <a:pt x="57838" y="33975"/>
                    <a:pt x="30915" y="26360"/>
                    <a:pt x="9517" y="21264"/>
                  </a:cubicBezTo>
                  <a:cubicBezTo>
                    <a:pt x="8151" y="15283"/>
                    <a:pt x="8359" y="17949"/>
                    <a:pt x="8680" y="11265"/>
                  </a:cubicBezTo>
                  <a:cubicBezTo>
                    <a:pt x="8760" y="9617"/>
                    <a:pt x="8894" y="7970"/>
                    <a:pt x="9001" y="6322"/>
                  </a:cubicBezTo>
                  <a:lnTo>
                    <a:pt x="5124" y="8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C6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ED30831-B712-5578-06E7-55C32E5E7F3A}"/>
                </a:ext>
              </a:extLst>
            </p:cNvPr>
            <p:cNvSpPr/>
            <p:nvPr/>
          </p:nvSpPr>
          <p:spPr>
            <a:xfrm>
              <a:off x="719637" y="414344"/>
              <a:ext cx="78652" cy="33336"/>
            </a:xfrm>
            <a:custGeom>
              <a:avLst/>
              <a:gdLst>
                <a:gd name="connsiteX0" fmla="*/ 0 w 78652"/>
                <a:gd name="connsiteY0" fmla="*/ 20713 h 33336"/>
                <a:gd name="connsiteX1" fmla="*/ 23715 w 78652"/>
                <a:gd name="connsiteY1" fmla="*/ 12756 h 33336"/>
                <a:gd name="connsiteX2" fmla="*/ 24900 w 78652"/>
                <a:gd name="connsiteY2" fmla="*/ 10171 h 33336"/>
                <a:gd name="connsiteX3" fmla="*/ 10039 w 78652"/>
                <a:gd name="connsiteY3" fmla="*/ 5838 h 33336"/>
                <a:gd name="connsiteX4" fmla="*/ 9544 w 78652"/>
                <a:gd name="connsiteY4" fmla="*/ 2543 h 33336"/>
                <a:gd name="connsiteX5" fmla="*/ 29120 w 78652"/>
                <a:gd name="connsiteY5" fmla="*/ 1719 h 33336"/>
                <a:gd name="connsiteX6" fmla="*/ 47510 w 78652"/>
                <a:gd name="connsiteY6" fmla="*/ 13634 h 33336"/>
                <a:gd name="connsiteX7" fmla="*/ 73174 w 78652"/>
                <a:gd name="connsiteY7" fmla="*/ 18315 h 33336"/>
                <a:gd name="connsiteX8" fmla="*/ 78653 w 78652"/>
                <a:gd name="connsiteY8" fmla="*/ 30142 h 33336"/>
                <a:gd name="connsiteX9" fmla="*/ 43284 w 78652"/>
                <a:gd name="connsiteY9" fmla="*/ 33337 h 33336"/>
                <a:gd name="connsiteX10" fmla="*/ 24659 w 78652"/>
                <a:gd name="connsiteY10" fmla="*/ 32875 h 33336"/>
                <a:gd name="connsiteX11" fmla="*/ 0 w 78652"/>
                <a:gd name="connsiteY11" fmla="*/ 20713 h 3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652" h="33336">
                  <a:moveTo>
                    <a:pt x="0" y="20713"/>
                  </a:moveTo>
                  <a:lnTo>
                    <a:pt x="23715" y="12756"/>
                  </a:lnTo>
                  <a:lnTo>
                    <a:pt x="24900" y="10171"/>
                  </a:lnTo>
                  <a:lnTo>
                    <a:pt x="10039" y="5838"/>
                  </a:lnTo>
                  <a:lnTo>
                    <a:pt x="9544" y="2543"/>
                  </a:lnTo>
                  <a:cubicBezTo>
                    <a:pt x="18136" y="-1261"/>
                    <a:pt x="19750" y="-156"/>
                    <a:pt x="29120" y="1719"/>
                  </a:cubicBezTo>
                  <a:cubicBezTo>
                    <a:pt x="35944" y="10097"/>
                    <a:pt x="36426" y="12180"/>
                    <a:pt x="47510" y="13634"/>
                  </a:cubicBezTo>
                  <a:cubicBezTo>
                    <a:pt x="58628" y="15087"/>
                    <a:pt x="62961" y="12401"/>
                    <a:pt x="73174" y="18315"/>
                  </a:cubicBezTo>
                  <a:lnTo>
                    <a:pt x="78653" y="30142"/>
                  </a:lnTo>
                  <a:cubicBezTo>
                    <a:pt x="66993" y="30906"/>
                    <a:pt x="54710" y="30986"/>
                    <a:pt x="43284" y="33337"/>
                  </a:cubicBezTo>
                  <a:lnTo>
                    <a:pt x="24659" y="32875"/>
                  </a:lnTo>
                  <a:cubicBezTo>
                    <a:pt x="16027" y="29245"/>
                    <a:pt x="8157" y="25314"/>
                    <a:pt x="0" y="20713"/>
                  </a:cubicBezTo>
                  <a:close/>
                </a:path>
              </a:pathLst>
            </a:custGeom>
            <a:solidFill>
              <a:srgbClr val="545C6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E57DF0F-C70A-80C5-53B9-20BDB19D0C66}"/>
                </a:ext>
              </a:extLst>
            </p:cNvPr>
            <p:cNvSpPr/>
            <p:nvPr/>
          </p:nvSpPr>
          <p:spPr>
            <a:xfrm>
              <a:off x="835279" y="417496"/>
              <a:ext cx="406419" cy="51234"/>
            </a:xfrm>
            <a:custGeom>
              <a:avLst/>
              <a:gdLst>
                <a:gd name="connsiteX0" fmla="*/ 282544 w 406419"/>
                <a:gd name="connsiteY0" fmla="*/ 2237 h 51234"/>
                <a:gd name="connsiteX1" fmla="*/ 286422 w 406419"/>
                <a:gd name="connsiteY1" fmla="*/ 0 h 51234"/>
                <a:gd name="connsiteX2" fmla="*/ 286100 w 406419"/>
                <a:gd name="connsiteY2" fmla="*/ 4943 h 51234"/>
                <a:gd name="connsiteX3" fmla="*/ 286938 w 406419"/>
                <a:gd name="connsiteY3" fmla="*/ 14942 h 51234"/>
                <a:gd name="connsiteX4" fmla="*/ 356984 w 406419"/>
                <a:gd name="connsiteY4" fmla="*/ 23012 h 51234"/>
                <a:gd name="connsiteX5" fmla="*/ 377880 w 406419"/>
                <a:gd name="connsiteY5" fmla="*/ 27707 h 51234"/>
                <a:gd name="connsiteX6" fmla="*/ 404836 w 406419"/>
                <a:gd name="connsiteY6" fmla="*/ 30292 h 51234"/>
                <a:gd name="connsiteX7" fmla="*/ 405292 w 406419"/>
                <a:gd name="connsiteY7" fmla="*/ 51234 h 51234"/>
                <a:gd name="connsiteX8" fmla="*/ 320390 w 406419"/>
                <a:gd name="connsiteY8" fmla="*/ 35730 h 51234"/>
                <a:gd name="connsiteX9" fmla="*/ 235904 w 406419"/>
                <a:gd name="connsiteY9" fmla="*/ 29903 h 51234"/>
                <a:gd name="connsiteX10" fmla="*/ 177062 w 406419"/>
                <a:gd name="connsiteY10" fmla="*/ 27258 h 51234"/>
                <a:gd name="connsiteX11" fmla="*/ 96380 w 406419"/>
                <a:gd name="connsiteY11" fmla="*/ 26715 h 51234"/>
                <a:gd name="connsiteX12" fmla="*/ 4494 w 406419"/>
                <a:gd name="connsiteY12" fmla="*/ 24130 h 51234"/>
                <a:gd name="connsiteX13" fmla="*/ 0 w 406419"/>
                <a:gd name="connsiteY13" fmla="*/ 21900 h 51234"/>
                <a:gd name="connsiteX14" fmla="*/ 125527 w 406419"/>
                <a:gd name="connsiteY14" fmla="*/ 20192 h 51234"/>
                <a:gd name="connsiteX15" fmla="*/ 281352 w 406419"/>
                <a:gd name="connsiteY15" fmla="*/ 13770 h 51234"/>
                <a:gd name="connsiteX16" fmla="*/ 282544 w 406419"/>
                <a:gd name="connsiteY16" fmla="*/ 2237 h 5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6419" h="51234">
                  <a:moveTo>
                    <a:pt x="282544" y="2237"/>
                  </a:moveTo>
                  <a:lnTo>
                    <a:pt x="286422" y="0"/>
                  </a:lnTo>
                  <a:cubicBezTo>
                    <a:pt x="286315" y="1648"/>
                    <a:pt x="286181" y="3295"/>
                    <a:pt x="286100" y="4943"/>
                  </a:cubicBezTo>
                  <a:cubicBezTo>
                    <a:pt x="285779" y="11626"/>
                    <a:pt x="285572" y="8961"/>
                    <a:pt x="286938" y="14942"/>
                  </a:cubicBezTo>
                  <a:cubicBezTo>
                    <a:pt x="308335" y="20038"/>
                    <a:pt x="335259" y="27653"/>
                    <a:pt x="356984" y="23012"/>
                  </a:cubicBezTo>
                  <a:lnTo>
                    <a:pt x="377880" y="27707"/>
                  </a:lnTo>
                  <a:cubicBezTo>
                    <a:pt x="388006" y="31035"/>
                    <a:pt x="394074" y="33198"/>
                    <a:pt x="404836" y="30292"/>
                  </a:cubicBezTo>
                  <a:cubicBezTo>
                    <a:pt x="407227" y="38094"/>
                    <a:pt x="406511" y="43238"/>
                    <a:pt x="405292" y="51234"/>
                  </a:cubicBezTo>
                  <a:cubicBezTo>
                    <a:pt x="376969" y="47510"/>
                    <a:pt x="348506" y="40940"/>
                    <a:pt x="320390" y="35730"/>
                  </a:cubicBezTo>
                  <a:cubicBezTo>
                    <a:pt x="292135" y="32609"/>
                    <a:pt x="264388" y="29622"/>
                    <a:pt x="235904" y="29903"/>
                  </a:cubicBezTo>
                  <a:lnTo>
                    <a:pt x="177062" y="27258"/>
                  </a:lnTo>
                  <a:cubicBezTo>
                    <a:pt x="150173" y="26568"/>
                    <a:pt x="123276" y="26387"/>
                    <a:pt x="96380" y="26715"/>
                  </a:cubicBezTo>
                  <a:cubicBezTo>
                    <a:pt x="66229" y="22456"/>
                    <a:pt x="34893" y="23949"/>
                    <a:pt x="4494" y="24130"/>
                  </a:cubicBezTo>
                  <a:lnTo>
                    <a:pt x="0" y="21900"/>
                  </a:lnTo>
                  <a:cubicBezTo>
                    <a:pt x="41603" y="18384"/>
                    <a:pt x="83756" y="21471"/>
                    <a:pt x="125527" y="20192"/>
                  </a:cubicBezTo>
                  <a:cubicBezTo>
                    <a:pt x="163078" y="20607"/>
                    <a:pt x="250283" y="29106"/>
                    <a:pt x="281352" y="13770"/>
                  </a:cubicBezTo>
                  <a:lnTo>
                    <a:pt x="282544" y="2237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FE72F6D-83D9-A3C0-428E-5FFABC25E77C}"/>
                </a:ext>
              </a:extLst>
            </p:cNvPr>
            <p:cNvSpPr/>
            <p:nvPr/>
          </p:nvSpPr>
          <p:spPr>
            <a:xfrm>
              <a:off x="1123918" y="412307"/>
              <a:ext cx="116246" cy="36843"/>
            </a:xfrm>
            <a:custGeom>
              <a:avLst/>
              <a:gdLst>
                <a:gd name="connsiteX0" fmla="*/ 68345 w 116246"/>
                <a:gd name="connsiteY0" fmla="*/ 28202 h 36843"/>
                <a:gd name="connsiteX1" fmla="*/ 92141 w 116246"/>
                <a:gd name="connsiteY1" fmla="*/ 12657 h 36843"/>
                <a:gd name="connsiteX2" fmla="*/ 92080 w 116246"/>
                <a:gd name="connsiteY2" fmla="*/ 10481 h 36843"/>
                <a:gd name="connsiteX3" fmla="*/ 16997 w 116246"/>
                <a:gd name="connsiteY3" fmla="*/ 10782 h 36843"/>
                <a:gd name="connsiteX4" fmla="*/ 5987 w 116246"/>
                <a:gd name="connsiteY4" fmla="*/ 20238 h 36843"/>
                <a:gd name="connsiteX5" fmla="*/ 1245 w 116246"/>
                <a:gd name="connsiteY5" fmla="*/ 19066 h 36843"/>
                <a:gd name="connsiteX6" fmla="*/ 2866 w 116246"/>
                <a:gd name="connsiteY6" fmla="*/ 4908 h 36843"/>
                <a:gd name="connsiteX7" fmla="*/ 56578 w 116246"/>
                <a:gd name="connsiteY7" fmla="*/ 1526 h 36843"/>
                <a:gd name="connsiteX8" fmla="*/ 112038 w 116246"/>
                <a:gd name="connsiteY8" fmla="*/ 7353 h 36843"/>
                <a:gd name="connsiteX9" fmla="*/ 116197 w 116246"/>
                <a:gd name="connsiteY9" fmla="*/ 35481 h 36843"/>
                <a:gd name="connsiteX10" fmla="*/ 89240 w 116246"/>
                <a:gd name="connsiteY10" fmla="*/ 32896 h 36843"/>
                <a:gd name="connsiteX11" fmla="*/ 68345 w 116246"/>
                <a:gd name="connsiteY11" fmla="*/ 28202 h 36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246" h="36843">
                  <a:moveTo>
                    <a:pt x="68345" y="28202"/>
                  </a:moveTo>
                  <a:cubicBezTo>
                    <a:pt x="74982" y="20714"/>
                    <a:pt x="83387" y="17104"/>
                    <a:pt x="92141" y="12657"/>
                  </a:cubicBezTo>
                  <a:lnTo>
                    <a:pt x="92080" y="10481"/>
                  </a:lnTo>
                  <a:cubicBezTo>
                    <a:pt x="75129" y="10990"/>
                    <a:pt x="30385" y="4721"/>
                    <a:pt x="16997" y="10782"/>
                  </a:cubicBezTo>
                  <a:cubicBezTo>
                    <a:pt x="13709" y="12275"/>
                    <a:pt x="8914" y="17720"/>
                    <a:pt x="5987" y="20238"/>
                  </a:cubicBezTo>
                  <a:lnTo>
                    <a:pt x="1245" y="19066"/>
                  </a:lnTo>
                  <a:cubicBezTo>
                    <a:pt x="-101" y="11405"/>
                    <a:pt x="-1260" y="12195"/>
                    <a:pt x="2866" y="4908"/>
                  </a:cubicBezTo>
                  <a:cubicBezTo>
                    <a:pt x="18015" y="-1126"/>
                    <a:pt x="40150" y="2116"/>
                    <a:pt x="56578" y="1526"/>
                  </a:cubicBezTo>
                  <a:cubicBezTo>
                    <a:pt x="74044" y="790"/>
                    <a:pt x="97512" y="-3711"/>
                    <a:pt x="112038" y="7353"/>
                  </a:cubicBezTo>
                  <a:cubicBezTo>
                    <a:pt x="116900" y="16689"/>
                    <a:pt x="116231" y="25282"/>
                    <a:pt x="116197" y="35481"/>
                  </a:cubicBezTo>
                  <a:cubicBezTo>
                    <a:pt x="105435" y="38388"/>
                    <a:pt x="99367" y="36225"/>
                    <a:pt x="89240" y="32896"/>
                  </a:cubicBezTo>
                  <a:lnTo>
                    <a:pt x="68345" y="28202"/>
                  </a:lnTo>
                  <a:close/>
                </a:path>
              </a:pathLst>
            </a:custGeom>
            <a:solidFill>
              <a:srgbClr val="6E6D6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2FFD39-43A1-4283-1E71-04E1FF1AAE94}"/>
                </a:ext>
              </a:extLst>
            </p:cNvPr>
            <p:cNvSpPr/>
            <p:nvPr/>
          </p:nvSpPr>
          <p:spPr>
            <a:xfrm>
              <a:off x="592690" y="441227"/>
              <a:ext cx="695561" cy="96478"/>
            </a:xfrm>
            <a:custGeom>
              <a:avLst/>
              <a:gdLst>
                <a:gd name="connsiteX0" fmla="*/ 247082 w 695561"/>
                <a:gd name="connsiteY0" fmla="*/ 400 h 96478"/>
                <a:gd name="connsiteX1" fmla="*/ 338969 w 695561"/>
                <a:gd name="connsiteY1" fmla="*/ 2985 h 96478"/>
                <a:gd name="connsiteX2" fmla="*/ 419651 w 695561"/>
                <a:gd name="connsiteY2" fmla="*/ 3527 h 96478"/>
                <a:gd name="connsiteX3" fmla="*/ 478493 w 695561"/>
                <a:gd name="connsiteY3" fmla="*/ 6173 h 96478"/>
                <a:gd name="connsiteX4" fmla="*/ 477756 w 695561"/>
                <a:gd name="connsiteY4" fmla="*/ 17230 h 96478"/>
                <a:gd name="connsiteX5" fmla="*/ 688010 w 695561"/>
                <a:gd name="connsiteY5" fmla="*/ 39800 h 96478"/>
                <a:gd name="connsiteX6" fmla="*/ 694627 w 695561"/>
                <a:gd name="connsiteY6" fmla="*/ 94047 h 96478"/>
                <a:gd name="connsiteX7" fmla="*/ 205512 w 695561"/>
                <a:gd name="connsiteY7" fmla="*/ 90190 h 96478"/>
                <a:gd name="connsiteX8" fmla="*/ 5693 w 695561"/>
                <a:gd name="connsiteY8" fmla="*/ 95494 h 96478"/>
                <a:gd name="connsiteX9" fmla="*/ 844 w 695561"/>
                <a:gd name="connsiteY9" fmla="*/ 89252 h 96478"/>
                <a:gd name="connsiteX10" fmla="*/ 12450 w 695561"/>
                <a:gd name="connsiteY10" fmla="*/ 27992 h 96478"/>
                <a:gd name="connsiteX11" fmla="*/ 151606 w 695561"/>
                <a:gd name="connsiteY11" fmla="*/ 5992 h 96478"/>
                <a:gd name="connsiteX12" fmla="*/ 170231 w 695561"/>
                <a:gd name="connsiteY12" fmla="*/ 6454 h 96478"/>
                <a:gd name="connsiteX13" fmla="*/ 205600 w 695561"/>
                <a:gd name="connsiteY13" fmla="*/ 3259 h 96478"/>
                <a:gd name="connsiteX14" fmla="*/ 247082 w 695561"/>
                <a:gd name="connsiteY14" fmla="*/ 400 h 96478"/>
                <a:gd name="connsiteX15" fmla="*/ 110880 w 695561"/>
                <a:gd name="connsiteY15" fmla="*/ 38701 h 96478"/>
                <a:gd name="connsiteX16" fmla="*/ 49058 w 695561"/>
                <a:gd name="connsiteY16" fmla="*/ 54346 h 96478"/>
                <a:gd name="connsiteX17" fmla="*/ 53464 w 695561"/>
                <a:gd name="connsiteY17" fmla="*/ 58117 h 96478"/>
                <a:gd name="connsiteX18" fmla="*/ 115896 w 695561"/>
                <a:gd name="connsiteY18" fmla="*/ 46751 h 96478"/>
                <a:gd name="connsiteX19" fmla="*/ 116955 w 695561"/>
                <a:gd name="connsiteY19" fmla="*/ 39324 h 96478"/>
                <a:gd name="connsiteX20" fmla="*/ 110880 w 695561"/>
                <a:gd name="connsiteY20" fmla="*/ 38701 h 9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5561" h="96478">
                  <a:moveTo>
                    <a:pt x="247082" y="400"/>
                  </a:moveTo>
                  <a:cubicBezTo>
                    <a:pt x="277481" y="219"/>
                    <a:pt x="308818" y="-1275"/>
                    <a:pt x="338969" y="2985"/>
                  </a:cubicBezTo>
                  <a:cubicBezTo>
                    <a:pt x="365865" y="2657"/>
                    <a:pt x="392761" y="2837"/>
                    <a:pt x="419651" y="3527"/>
                  </a:cubicBezTo>
                  <a:lnTo>
                    <a:pt x="478493" y="6173"/>
                  </a:lnTo>
                  <a:lnTo>
                    <a:pt x="477756" y="17230"/>
                  </a:lnTo>
                  <a:cubicBezTo>
                    <a:pt x="536605" y="24892"/>
                    <a:pt x="631613" y="44581"/>
                    <a:pt x="688010" y="39800"/>
                  </a:cubicBezTo>
                  <a:cubicBezTo>
                    <a:pt x="698960" y="51895"/>
                    <a:pt x="694842" y="78376"/>
                    <a:pt x="694627" y="94047"/>
                  </a:cubicBezTo>
                  <a:cubicBezTo>
                    <a:pt x="537744" y="84269"/>
                    <a:pt x="363381" y="87002"/>
                    <a:pt x="205512" y="90190"/>
                  </a:cubicBezTo>
                  <a:cubicBezTo>
                    <a:pt x="139752" y="91516"/>
                    <a:pt x="71132" y="99158"/>
                    <a:pt x="5693" y="95494"/>
                  </a:cubicBezTo>
                  <a:lnTo>
                    <a:pt x="844" y="89252"/>
                  </a:lnTo>
                  <a:cubicBezTo>
                    <a:pt x="-2839" y="68551"/>
                    <a:pt x="6363" y="47629"/>
                    <a:pt x="12450" y="27992"/>
                  </a:cubicBezTo>
                  <a:cubicBezTo>
                    <a:pt x="59063" y="15957"/>
                    <a:pt x="103788" y="9722"/>
                    <a:pt x="151606" y="5992"/>
                  </a:cubicBezTo>
                  <a:lnTo>
                    <a:pt x="170231" y="6454"/>
                  </a:lnTo>
                  <a:cubicBezTo>
                    <a:pt x="181657" y="4103"/>
                    <a:pt x="193940" y="4023"/>
                    <a:pt x="205600" y="3259"/>
                  </a:cubicBezTo>
                  <a:cubicBezTo>
                    <a:pt x="218358" y="3762"/>
                    <a:pt x="235175" y="5336"/>
                    <a:pt x="247082" y="400"/>
                  </a:cubicBezTo>
                  <a:close/>
                  <a:moveTo>
                    <a:pt x="110880" y="38701"/>
                  </a:moveTo>
                  <a:cubicBezTo>
                    <a:pt x="94110" y="41146"/>
                    <a:pt x="61079" y="42264"/>
                    <a:pt x="49058" y="54346"/>
                  </a:cubicBezTo>
                  <a:lnTo>
                    <a:pt x="53464" y="58117"/>
                  </a:lnTo>
                  <a:cubicBezTo>
                    <a:pt x="71574" y="57561"/>
                    <a:pt x="102683" y="60775"/>
                    <a:pt x="115896" y="46751"/>
                  </a:cubicBezTo>
                  <a:lnTo>
                    <a:pt x="116955" y="39324"/>
                  </a:lnTo>
                  <a:lnTo>
                    <a:pt x="110880" y="38701"/>
                  </a:lnTo>
                  <a:close/>
                </a:path>
              </a:pathLst>
            </a:custGeom>
            <a:solidFill>
              <a:srgbClr val="C7E9EC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1B745A4-066E-EF34-6A0F-C8F8FF966A5F}"/>
                </a:ext>
              </a:extLst>
            </p:cNvPr>
            <p:cNvSpPr/>
            <p:nvPr/>
          </p:nvSpPr>
          <p:spPr>
            <a:xfrm>
              <a:off x="1070447" y="447381"/>
              <a:ext cx="210253" cy="34384"/>
            </a:xfrm>
            <a:custGeom>
              <a:avLst/>
              <a:gdLst>
                <a:gd name="connsiteX0" fmla="*/ 737 w 210253"/>
                <a:gd name="connsiteY0" fmla="*/ 18 h 34384"/>
                <a:gd name="connsiteX1" fmla="*/ 85223 w 210253"/>
                <a:gd name="connsiteY1" fmla="*/ 5845 h 34384"/>
                <a:gd name="connsiteX2" fmla="*/ 170124 w 210253"/>
                <a:gd name="connsiteY2" fmla="*/ 21349 h 34384"/>
                <a:gd name="connsiteX3" fmla="*/ 210254 w 210253"/>
                <a:gd name="connsiteY3" fmla="*/ 33645 h 34384"/>
                <a:gd name="connsiteX4" fmla="*/ 0 w 210253"/>
                <a:gd name="connsiteY4" fmla="*/ 11076 h 34384"/>
                <a:gd name="connsiteX5" fmla="*/ 737 w 210253"/>
                <a:gd name="connsiteY5" fmla="*/ 18 h 3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0253" h="34384">
                  <a:moveTo>
                    <a:pt x="737" y="18"/>
                  </a:moveTo>
                  <a:cubicBezTo>
                    <a:pt x="29220" y="-263"/>
                    <a:pt x="56967" y="2724"/>
                    <a:pt x="85223" y="5845"/>
                  </a:cubicBezTo>
                  <a:cubicBezTo>
                    <a:pt x="113338" y="11055"/>
                    <a:pt x="141801" y="17626"/>
                    <a:pt x="170124" y="21349"/>
                  </a:cubicBezTo>
                  <a:lnTo>
                    <a:pt x="210254" y="33645"/>
                  </a:lnTo>
                  <a:cubicBezTo>
                    <a:pt x="153856" y="38427"/>
                    <a:pt x="58849" y="18737"/>
                    <a:pt x="0" y="11076"/>
                  </a:cubicBezTo>
                  <a:lnTo>
                    <a:pt x="737" y="18"/>
                  </a:lnTo>
                  <a:close/>
                </a:path>
              </a:pathLst>
            </a:custGeom>
            <a:solidFill>
              <a:srgbClr val="75979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13F7990-9308-09BA-EFEE-0206CD2452AE}"/>
                </a:ext>
              </a:extLst>
            </p:cNvPr>
            <p:cNvSpPr/>
            <p:nvPr/>
          </p:nvSpPr>
          <p:spPr>
            <a:xfrm>
              <a:off x="641748" y="479928"/>
              <a:ext cx="67896" cy="19415"/>
            </a:xfrm>
            <a:custGeom>
              <a:avLst/>
              <a:gdLst>
                <a:gd name="connsiteX0" fmla="*/ 4407 w 67896"/>
                <a:gd name="connsiteY0" fmla="*/ 19415 h 19415"/>
                <a:gd name="connsiteX1" fmla="*/ 0 w 67896"/>
                <a:gd name="connsiteY1" fmla="*/ 15645 h 19415"/>
                <a:gd name="connsiteX2" fmla="*/ 61822 w 67896"/>
                <a:gd name="connsiteY2" fmla="*/ 0 h 19415"/>
                <a:gd name="connsiteX3" fmla="*/ 67897 w 67896"/>
                <a:gd name="connsiteY3" fmla="*/ 623 h 19415"/>
                <a:gd name="connsiteX4" fmla="*/ 66839 w 67896"/>
                <a:gd name="connsiteY4" fmla="*/ 8050 h 19415"/>
                <a:gd name="connsiteX5" fmla="*/ 4407 w 67896"/>
                <a:gd name="connsiteY5" fmla="*/ 19415 h 1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896" h="19415">
                  <a:moveTo>
                    <a:pt x="4407" y="19415"/>
                  </a:moveTo>
                  <a:lnTo>
                    <a:pt x="0" y="15645"/>
                  </a:lnTo>
                  <a:cubicBezTo>
                    <a:pt x="12022" y="3563"/>
                    <a:pt x="45052" y="2445"/>
                    <a:pt x="61822" y="0"/>
                  </a:cubicBezTo>
                  <a:lnTo>
                    <a:pt x="67897" y="623"/>
                  </a:lnTo>
                  <a:lnTo>
                    <a:pt x="66839" y="8050"/>
                  </a:lnTo>
                  <a:cubicBezTo>
                    <a:pt x="53625" y="22074"/>
                    <a:pt x="22516" y="18860"/>
                    <a:pt x="4407" y="19415"/>
                  </a:cubicBezTo>
                  <a:close/>
                </a:path>
              </a:pathLst>
            </a:custGeom>
            <a:solidFill>
              <a:srgbClr val="CEDDDC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DACAC66-3622-6747-81CF-F6279531083D}"/>
                </a:ext>
              </a:extLst>
            </p:cNvPr>
            <p:cNvSpPr/>
            <p:nvPr/>
          </p:nvSpPr>
          <p:spPr>
            <a:xfrm>
              <a:off x="655363" y="561854"/>
              <a:ext cx="573788" cy="609852"/>
            </a:xfrm>
            <a:custGeom>
              <a:avLst/>
              <a:gdLst>
                <a:gd name="connsiteX0" fmla="*/ 0 w 573788"/>
                <a:gd name="connsiteY0" fmla="*/ 8440 h 609852"/>
                <a:gd name="connsiteX1" fmla="*/ 266638 w 573788"/>
                <a:gd name="connsiteY1" fmla="*/ 946 h 609852"/>
                <a:gd name="connsiteX2" fmla="*/ 297359 w 573788"/>
                <a:gd name="connsiteY2" fmla="*/ 5266 h 609852"/>
                <a:gd name="connsiteX3" fmla="*/ 479283 w 573788"/>
                <a:gd name="connsiteY3" fmla="*/ 103441 h 609852"/>
                <a:gd name="connsiteX4" fmla="*/ 534656 w 573788"/>
                <a:gd name="connsiteY4" fmla="*/ 473626 h 609852"/>
                <a:gd name="connsiteX5" fmla="*/ 573788 w 573788"/>
                <a:gd name="connsiteY5" fmla="*/ 606861 h 609852"/>
                <a:gd name="connsiteX6" fmla="*/ 211058 w 573788"/>
                <a:gd name="connsiteY6" fmla="*/ 609205 h 609852"/>
                <a:gd name="connsiteX7" fmla="*/ 66316 w 573788"/>
                <a:gd name="connsiteY7" fmla="*/ 608616 h 609852"/>
                <a:gd name="connsiteX8" fmla="*/ 350990 w 573788"/>
                <a:gd name="connsiteY8" fmla="*/ 605756 h 609852"/>
                <a:gd name="connsiteX9" fmla="*/ 339933 w 573788"/>
                <a:gd name="connsiteY9" fmla="*/ 397572 h 609852"/>
                <a:gd name="connsiteX10" fmla="*/ 333256 w 573788"/>
                <a:gd name="connsiteY10" fmla="*/ 71837 h 609852"/>
                <a:gd name="connsiteX11" fmla="*/ 155055 w 573788"/>
                <a:gd name="connsiteY11" fmla="*/ 65709 h 609852"/>
                <a:gd name="connsiteX12" fmla="*/ 69846 w 573788"/>
                <a:gd name="connsiteY12" fmla="*/ 73940 h 609852"/>
                <a:gd name="connsiteX13" fmla="*/ 13066 w 573788"/>
                <a:gd name="connsiteY13" fmla="*/ 74161 h 609852"/>
                <a:gd name="connsiteX14" fmla="*/ 22530 w 573788"/>
                <a:gd name="connsiteY14" fmla="*/ 29061 h 609852"/>
                <a:gd name="connsiteX15" fmla="*/ 17105 w 573788"/>
                <a:gd name="connsiteY15" fmla="*/ 9887 h 609852"/>
                <a:gd name="connsiteX16" fmla="*/ 0 w 573788"/>
                <a:gd name="connsiteY16" fmla="*/ 8440 h 609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73788" h="609852">
                  <a:moveTo>
                    <a:pt x="0" y="8440"/>
                  </a:moveTo>
                  <a:cubicBezTo>
                    <a:pt x="88022" y="-1411"/>
                    <a:pt x="178181" y="-628"/>
                    <a:pt x="266638" y="946"/>
                  </a:cubicBezTo>
                  <a:cubicBezTo>
                    <a:pt x="276336" y="6545"/>
                    <a:pt x="286717" y="2788"/>
                    <a:pt x="297359" y="5266"/>
                  </a:cubicBezTo>
                  <a:cubicBezTo>
                    <a:pt x="359322" y="19705"/>
                    <a:pt x="442361" y="49053"/>
                    <a:pt x="479283" y="103441"/>
                  </a:cubicBezTo>
                  <a:cubicBezTo>
                    <a:pt x="488639" y="227970"/>
                    <a:pt x="504599" y="352211"/>
                    <a:pt x="534656" y="473626"/>
                  </a:cubicBezTo>
                  <a:cubicBezTo>
                    <a:pt x="545814" y="518712"/>
                    <a:pt x="561626" y="562157"/>
                    <a:pt x="573788" y="606861"/>
                  </a:cubicBezTo>
                  <a:lnTo>
                    <a:pt x="211058" y="609205"/>
                  </a:lnTo>
                  <a:cubicBezTo>
                    <a:pt x="163072" y="609192"/>
                    <a:pt x="114202" y="611007"/>
                    <a:pt x="66316" y="608616"/>
                  </a:cubicBezTo>
                  <a:cubicBezTo>
                    <a:pt x="108737" y="597706"/>
                    <a:pt x="293749" y="605455"/>
                    <a:pt x="350990" y="605756"/>
                  </a:cubicBezTo>
                  <a:cubicBezTo>
                    <a:pt x="348372" y="536319"/>
                    <a:pt x="341788" y="467069"/>
                    <a:pt x="339933" y="397572"/>
                  </a:cubicBezTo>
                  <a:cubicBezTo>
                    <a:pt x="337040" y="289170"/>
                    <a:pt x="339284" y="180078"/>
                    <a:pt x="333256" y="71837"/>
                  </a:cubicBezTo>
                  <a:cubicBezTo>
                    <a:pt x="275981" y="63023"/>
                    <a:pt x="212853" y="58409"/>
                    <a:pt x="155055" y="65709"/>
                  </a:cubicBezTo>
                  <a:lnTo>
                    <a:pt x="69846" y="73940"/>
                  </a:lnTo>
                  <a:lnTo>
                    <a:pt x="13066" y="74161"/>
                  </a:lnTo>
                  <a:cubicBezTo>
                    <a:pt x="15786" y="59447"/>
                    <a:pt x="21210" y="43822"/>
                    <a:pt x="22530" y="29061"/>
                  </a:cubicBezTo>
                  <a:cubicBezTo>
                    <a:pt x="23280" y="20670"/>
                    <a:pt x="22014" y="16497"/>
                    <a:pt x="17105" y="9887"/>
                  </a:cubicBezTo>
                  <a:lnTo>
                    <a:pt x="0" y="8440"/>
                  </a:lnTo>
                  <a:close/>
                </a:path>
              </a:pathLst>
            </a:custGeom>
            <a:solidFill>
              <a:srgbClr val="9BC0C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1564F76-C380-8829-347E-217ADC395A27}"/>
                </a:ext>
              </a:extLst>
            </p:cNvPr>
            <p:cNvSpPr/>
            <p:nvPr/>
          </p:nvSpPr>
          <p:spPr>
            <a:xfrm>
              <a:off x="922002" y="562476"/>
              <a:ext cx="387496" cy="606239"/>
            </a:xfrm>
            <a:custGeom>
              <a:avLst/>
              <a:gdLst>
                <a:gd name="connsiteX0" fmla="*/ 0 w 387496"/>
                <a:gd name="connsiteY0" fmla="*/ 324 h 606239"/>
                <a:gd name="connsiteX1" fmla="*/ 239045 w 387496"/>
                <a:gd name="connsiteY1" fmla="*/ 3110 h 606239"/>
                <a:gd name="connsiteX2" fmla="*/ 245555 w 387496"/>
                <a:gd name="connsiteY2" fmla="*/ 29123 h 606239"/>
                <a:gd name="connsiteX3" fmla="*/ 246975 w 387496"/>
                <a:gd name="connsiteY3" fmla="*/ 85420 h 606239"/>
                <a:gd name="connsiteX4" fmla="*/ 250987 w 387496"/>
                <a:gd name="connsiteY4" fmla="*/ 141583 h 606239"/>
                <a:gd name="connsiteX5" fmla="*/ 257590 w 387496"/>
                <a:gd name="connsiteY5" fmla="*/ 197512 h 606239"/>
                <a:gd name="connsiteX6" fmla="*/ 266766 w 387496"/>
                <a:gd name="connsiteY6" fmla="*/ 253072 h 606239"/>
                <a:gd name="connsiteX7" fmla="*/ 278499 w 387496"/>
                <a:gd name="connsiteY7" fmla="*/ 308144 h 606239"/>
                <a:gd name="connsiteX8" fmla="*/ 292757 w 387496"/>
                <a:gd name="connsiteY8" fmla="*/ 362626 h 606239"/>
                <a:gd name="connsiteX9" fmla="*/ 309521 w 387496"/>
                <a:gd name="connsiteY9" fmla="*/ 416385 h 606239"/>
                <a:gd name="connsiteX10" fmla="*/ 328742 w 387496"/>
                <a:gd name="connsiteY10" fmla="*/ 469314 h 606239"/>
                <a:gd name="connsiteX11" fmla="*/ 387497 w 387496"/>
                <a:gd name="connsiteY11" fmla="*/ 605436 h 606239"/>
                <a:gd name="connsiteX12" fmla="*/ 307150 w 387496"/>
                <a:gd name="connsiteY12" fmla="*/ 606239 h 606239"/>
                <a:gd name="connsiteX13" fmla="*/ 268018 w 387496"/>
                <a:gd name="connsiteY13" fmla="*/ 473004 h 606239"/>
                <a:gd name="connsiteX14" fmla="*/ 212645 w 387496"/>
                <a:gd name="connsiteY14" fmla="*/ 102819 h 606239"/>
                <a:gd name="connsiteX15" fmla="*/ 30720 w 387496"/>
                <a:gd name="connsiteY15" fmla="*/ 4644 h 606239"/>
                <a:gd name="connsiteX16" fmla="*/ 0 w 387496"/>
                <a:gd name="connsiteY16" fmla="*/ 324 h 60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7496" h="606239">
                  <a:moveTo>
                    <a:pt x="0" y="324"/>
                  </a:moveTo>
                  <a:cubicBezTo>
                    <a:pt x="79892" y="-1163"/>
                    <a:pt x="159261" y="2936"/>
                    <a:pt x="239045" y="3110"/>
                  </a:cubicBezTo>
                  <a:cubicBezTo>
                    <a:pt x="247163" y="11247"/>
                    <a:pt x="245595" y="17958"/>
                    <a:pt x="245555" y="29123"/>
                  </a:cubicBezTo>
                  <a:cubicBezTo>
                    <a:pt x="245595" y="47895"/>
                    <a:pt x="246071" y="66661"/>
                    <a:pt x="246975" y="85420"/>
                  </a:cubicBezTo>
                  <a:cubicBezTo>
                    <a:pt x="247879" y="104172"/>
                    <a:pt x="249212" y="122891"/>
                    <a:pt x="250987" y="141583"/>
                  </a:cubicBezTo>
                  <a:cubicBezTo>
                    <a:pt x="252755" y="160275"/>
                    <a:pt x="254958" y="178920"/>
                    <a:pt x="257590" y="197512"/>
                  </a:cubicBezTo>
                  <a:cubicBezTo>
                    <a:pt x="260222" y="216103"/>
                    <a:pt x="263276" y="234621"/>
                    <a:pt x="266766" y="253072"/>
                  </a:cubicBezTo>
                  <a:cubicBezTo>
                    <a:pt x="270255" y="271523"/>
                    <a:pt x="274166" y="289881"/>
                    <a:pt x="278499" y="308144"/>
                  </a:cubicBezTo>
                  <a:cubicBezTo>
                    <a:pt x="282832" y="326414"/>
                    <a:pt x="287580" y="344577"/>
                    <a:pt x="292757" y="362626"/>
                  </a:cubicBezTo>
                  <a:cubicBezTo>
                    <a:pt x="297935" y="380675"/>
                    <a:pt x="303520" y="398591"/>
                    <a:pt x="309521" y="416385"/>
                  </a:cubicBezTo>
                  <a:cubicBezTo>
                    <a:pt x="315521" y="434180"/>
                    <a:pt x="321931" y="451820"/>
                    <a:pt x="328742" y="469314"/>
                  </a:cubicBezTo>
                  <a:cubicBezTo>
                    <a:pt x="346409" y="515799"/>
                    <a:pt x="372917" y="557644"/>
                    <a:pt x="387497" y="605436"/>
                  </a:cubicBezTo>
                  <a:lnTo>
                    <a:pt x="307150" y="606239"/>
                  </a:lnTo>
                  <a:cubicBezTo>
                    <a:pt x="294988" y="561535"/>
                    <a:pt x="279175" y="518090"/>
                    <a:pt x="268018" y="473004"/>
                  </a:cubicBezTo>
                  <a:cubicBezTo>
                    <a:pt x="237960" y="351589"/>
                    <a:pt x="222001" y="227348"/>
                    <a:pt x="212645" y="102819"/>
                  </a:cubicBezTo>
                  <a:cubicBezTo>
                    <a:pt x="175723" y="48431"/>
                    <a:pt x="92684" y="19083"/>
                    <a:pt x="30720" y="4644"/>
                  </a:cubicBezTo>
                  <a:cubicBezTo>
                    <a:pt x="20079" y="2166"/>
                    <a:pt x="9698" y="5923"/>
                    <a:pt x="0" y="324"/>
                  </a:cubicBezTo>
                  <a:close/>
                </a:path>
              </a:pathLst>
            </a:custGeom>
            <a:solidFill>
              <a:srgbClr val="75979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B8F9717-3F1A-70FE-DA04-B271496067D7}"/>
                </a:ext>
              </a:extLst>
            </p:cNvPr>
            <p:cNvSpPr/>
            <p:nvPr/>
          </p:nvSpPr>
          <p:spPr>
            <a:xfrm>
              <a:off x="1161047" y="565586"/>
              <a:ext cx="258661" cy="602325"/>
            </a:xfrm>
            <a:custGeom>
              <a:avLst/>
              <a:gdLst>
                <a:gd name="connsiteX0" fmla="*/ 0 w 258661"/>
                <a:gd name="connsiteY0" fmla="*/ 0 h 602325"/>
                <a:gd name="connsiteX1" fmla="*/ 83401 w 258661"/>
                <a:gd name="connsiteY1" fmla="*/ 8499 h 602325"/>
                <a:gd name="connsiteX2" fmla="*/ 94036 w 258661"/>
                <a:gd name="connsiteY2" fmla="*/ 172676 h 602325"/>
                <a:gd name="connsiteX3" fmla="*/ 258662 w 258661"/>
                <a:gd name="connsiteY3" fmla="*/ 599439 h 602325"/>
                <a:gd name="connsiteX4" fmla="*/ 148452 w 258661"/>
                <a:gd name="connsiteY4" fmla="*/ 602325 h 602325"/>
                <a:gd name="connsiteX5" fmla="*/ 89697 w 258661"/>
                <a:gd name="connsiteY5" fmla="*/ 466203 h 602325"/>
                <a:gd name="connsiteX6" fmla="*/ 70475 w 258661"/>
                <a:gd name="connsiteY6" fmla="*/ 413275 h 602325"/>
                <a:gd name="connsiteX7" fmla="*/ 53712 w 258661"/>
                <a:gd name="connsiteY7" fmla="*/ 359516 h 602325"/>
                <a:gd name="connsiteX8" fmla="*/ 39454 w 258661"/>
                <a:gd name="connsiteY8" fmla="*/ 305034 h 602325"/>
                <a:gd name="connsiteX9" fmla="*/ 27720 w 258661"/>
                <a:gd name="connsiteY9" fmla="*/ 249962 h 602325"/>
                <a:gd name="connsiteX10" fmla="*/ 18545 w 258661"/>
                <a:gd name="connsiteY10" fmla="*/ 194401 h 602325"/>
                <a:gd name="connsiteX11" fmla="*/ 11941 w 258661"/>
                <a:gd name="connsiteY11" fmla="*/ 138479 h 602325"/>
                <a:gd name="connsiteX12" fmla="*/ 7930 w 258661"/>
                <a:gd name="connsiteY12" fmla="*/ 82309 h 602325"/>
                <a:gd name="connsiteX13" fmla="*/ 6510 w 258661"/>
                <a:gd name="connsiteY13" fmla="*/ 26012 h 602325"/>
                <a:gd name="connsiteX14" fmla="*/ 0 w 258661"/>
                <a:gd name="connsiteY14" fmla="*/ 0 h 60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8661" h="602325">
                  <a:moveTo>
                    <a:pt x="0" y="0"/>
                  </a:moveTo>
                  <a:cubicBezTo>
                    <a:pt x="27767" y="2297"/>
                    <a:pt x="55936" y="3744"/>
                    <a:pt x="83401" y="8499"/>
                  </a:cubicBezTo>
                  <a:cubicBezTo>
                    <a:pt x="85270" y="63416"/>
                    <a:pt x="85926" y="118200"/>
                    <a:pt x="94036" y="172676"/>
                  </a:cubicBezTo>
                  <a:cubicBezTo>
                    <a:pt x="116807" y="325581"/>
                    <a:pt x="192815" y="462064"/>
                    <a:pt x="258662" y="599439"/>
                  </a:cubicBezTo>
                  <a:lnTo>
                    <a:pt x="148452" y="602325"/>
                  </a:lnTo>
                  <a:cubicBezTo>
                    <a:pt x="133872" y="554534"/>
                    <a:pt x="107364" y="512689"/>
                    <a:pt x="89697" y="466203"/>
                  </a:cubicBezTo>
                  <a:cubicBezTo>
                    <a:pt x="82886" y="448710"/>
                    <a:pt x="76476" y="431069"/>
                    <a:pt x="70475" y="413275"/>
                  </a:cubicBezTo>
                  <a:cubicBezTo>
                    <a:pt x="64475" y="395480"/>
                    <a:pt x="58889" y="377565"/>
                    <a:pt x="53712" y="359516"/>
                  </a:cubicBezTo>
                  <a:cubicBezTo>
                    <a:pt x="48535" y="341467"/>
                    <a:pt x="43787" y="323304"/>
                    <a:pt x="39454" y="305034"/>
                  </a:cubicBezTo>
                  <a:cubicBezTo>
                    <a:pt x="35121" y="286770"/>
                    <a:pt x="31209" y="268413"/>
                    <a:pt x="27720" y="249962"/>
                  </a:cubicBezTo>
                  <a:cubicBezTo>
                    <a:pt x="24231" y="231511"/>
                    <a:pt x="21177" y="212993"/>
                    <a:pt x="18545" y="194401"/>
                  </a:cubicBezTo>
                  <a:cubicBezTo>
                    <a:pt x="15913" y="175810"/>
                    <a:pt x="13710" y="157171"/>
                    <a:pt x="11941" y="138479"/>
                  </a:cubicBezTo>
                  <a:cubicBezTo>
                    <a:pt x="10166" y="119787"/>
                    <a:pt x="8834" y="101062"/>
                    <a:pt x="7930" y="82309"/>
                  </a:cubicBezTo>
                  <a:cubicBezTo>
                    <a:pt x="7026" y="63550"/>
                    <a:pt x="6550" y="44785"/>
                    <a:pt x="6510" y="26012"/>
                  </a:cubicBezTo>
                  <a:cubicBezTo>
                    <a:pt x="6550" y="14848"/>
                    <a:pt x="8117" y="8137"/>
                    <a:pt x="0" y="0"/>
                  </a:cubicBezTo>
                  <a:close/>
                </a:path>
              </a:pathLst>
            </a:custGeom>
            <a:solidFill>
              <a:srgbClr val="69888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9E41239-968C-B822-59A5-AD4153B3CFCA}"/>
                </a:ext>
              </a:extLst>
            </p:cNvPr>
            <p:cNvSpPr/>
            <p:nvPr/>
          </p:nvSpPr>
          <p:spPr>
            <a:xfrm>
              <a:off x="470512" y="570295"/>
              <a:ext cx="254697" cy="601159"/>
            </a:xfrm>
            <a:custGeom>
              <a:avLst/>
              <a:gdLst>
                <a:gd name="connsiteX0" fmla="*/ 0 w 254697"/>
                <a:gd name="connsiteY0" fmla="*/ 593940 h 601159"/>
                <a:gd name="connsiteX1" fmla="*/ 166876 w 254697"/>
                <a:gd name="connsiteY1" fmla="*/ 176285 h 601159"/>
                <a:gd name="connsiteX2" fmla="*/ 177658 w 254697"/>
                <a:gd name="connsiteY2" fmla="*/ 3764 h 601159"/>
                <a:gd name="connsiteX3" fmla="*/ 184851 w 254697"/>
                <a:gd name="connsiteY3" fmla="*/ 0 h 601159"/>
                <a:gd name="connsiteX4" fmla="*/ 201956 w 254697"/>
                <a:gd name="connsiteY4" fmla="*/ 1447 h 601159"/>
                <a:gd name="connsiteX5" fmla="*/ 207381 w 254697"/>
                <a:gd name="connsiteY5" fmla="*/ 20621 h 601159"/>
                <a:gd name="connsiteX6" fmla="*/ 197918 w 254697"/>
                <a:gd name="connsiteY6" fmla="*/ 65720 h 601159"/>
                <a:gd name="connsiteX7" fmla="*/ 254697 w 254697"/>
                <a:gd name="connsiteY7" fmla="*/ 65499 h 601159"/>
                <a:gd name="connsiteX8" fmla="*/ 190658 w 254697"/>
                <a:gd name="connsiteY8" fmla="*/ 433320 h 601159"/>
                <a:gd name="connsiteX9" fmla="*/ 139712 w 254697"/>
                <a:gd name="connsiteY9" fmla="*/ 601160 h 601159"/>
                <a:gd name="connsiteX10" fmla="*/ 0 w 254697"/>
                <a:gd name="connsiteY10" fmla="*/ 593940 h 6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4697" h="601159">
                  <a:moveTo>
                    <a:pt x="0" y="593940"/>
                  </a:moveTo>
                  <a:cubicBezTo>
                    <a:pt x="70482" y="471595"/>
                    <a:pt x="150675" y="317537"/>
                    <a:pt x="166876" y="176285"/>
                  </a:cubicBezTo>
                  <a:cubicBezTo>
                    <a:pt x="172294" y="129076"/>
                    <a:pt x="166025" y="42883"/>
                    <a:pt x="177658" y="3764"/>
                  </a:cubicBezTo>
                  <a:lnTo>
                    <a:pt x="184851" y="0"/>
                  </a:lnTo>
                  <a:lnTo>
                    <a:pt x="201956" y="1447"/>
                  </a:lnTo>
                  <a:cubicBezTo>
                    <a:pt x="206865" y="8057"/>
                    <a:pt x="208131" y="12229"/>
                    <a:pt x="207381" y="20621"/>
                  </a:cubicBezTo>
                  <a:cubicBezTo>
                    <a:pt x="206062" y="35382"/>
                    <a:pt x="200637" y="51006"/>
                    <a:pt x="197918" y="65720"/>
                  </a:cubicBezTo>
                  <a:lnTo>
                    <a:pt x="254697" y="65499"/>
                  </a:lnTo>
                  <a:cubicBezTo>
                    <a:pt x="246613" y="191301"/>
                    <a:pt x="222905" y="311704"/>
                    <a:pt x="190658" y="433320"/>
                  </a:cubicBezTo>
                  <a:cubicBezTo>
                    <a:pt x="185340" y="453365"/>
                    <a:pt x="139042" y="595139"/>
                    <a:pt x="139712" y="601160"/>
                  </a:cubicBezTo>
                  <a:cubicBezTo>
                    <a:pt x="112748" y="588576"/>
                    <a:pt x="33674" y="594369"/>
                    <a:pt x="0" y="593940"/>
                  </a:cubicBezTo>
                  <a:close/>
                </a:path>
              </a:pathLst>
            </a:custGeom>
            <a:solidFill>
              <a:srgbClr val="C7E9EC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4338D05-5DB2-3981-0958-91BFE2AB8CBE}"/>
                </a:ext>
              </a:extLst>
            </p:cNvPr>
            <p:cNvSpPr/>
            <p:nvPr/>
          </p:nvSpPr>
          <p:spPr>
            <a:xfrm>
              <a:off x="709015" y="623945"/>
              <a:ext cx="297338" cy="547482"/>
            </a:xfrm>
            <a:custGeom>
              <a:avLst/>
              <a:gdLst>
                <a:gd name="connsiteX0" fmla="*/ 101403 w 297338"/>
                <a:gd name="connsiteY0" fmla="*/ 3618 h 547482"/>
                <a:gd name="connsiteX1" fmla="*/ 279604 w 297338"/>
                <a:gd name="connsiteY1" fmla="*/ 9746 h 547482"/>
                <a:gd name="connsiteX2" fmla="*/ 286281 w 297338"/>
                <a:gd name="connsiteY2" fmla="*/ 335481 h 547482"/>
                <a:gd name="connsiteX3" fmla="*/ 297339 w 297338"/>
                <a:gd name="connsiteY3" fmla="*/ 543665 h 547482"/>
                <a:gd name="connsiteX4" fmla="*/ 12664 w 297338"/>
                <a:gd name="connsiteY4" fmla="*/ 546525 h 547482"/>
                <a:gd name="connsiteX5" fmla="*/ 0 w 297338"/>
                <a:gd name="connsiteY5" fmla="*/ 547483 h 547482"/>
                <a:gd name="connsiteX6" fmla="*/ 43385 w 297338"/>
                <a:gd name="connsiteY6" fmla="*/ 440032 h 547482"/>
                <a:gd name="connsiteX7" fmla="*/ 101403 w 297338"/>
                <a:gd name="connsiteY7" fmla="*/ 3618 h 54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7338" h="547482">
                  <a:moveTo>
                    <a:pt x="101403" y="3618"/>
                  </a:moveTo>
                  <a:cubicBezTo>
                    <a:pt x="159201" y="-3682"/>
                    <a:pt x="222329" y="932"/>
                    <a:pt x="279604" y="9746"/>
                  </a:cubicBezTo>
                  <a:cubicBezTo>
                    <a:pt x="285632" y="117987"/>
                    <a:pt x="283388" y="227079"/>
                    <a:pt x="286281" y="335481"/>
                  </a:cubicBezTo>
                  <a:cubicBezTo>
                    <a:pt x="288136" y="404978"/>
                    <a:pt x="294720" y="474228"/>
                    <a:pt x="297339" y="543665"/>
                  </a:cubicBezTo>
                  <a:cubicBezTo>
                    <a:pt x="240097" y="543364"/>
                    <a:pt x="55085" y="535615"/>
                    <a:pt x="12664" y="546525"/>
                  </a:cubicBezTo>
                  <a:lnTo>
                    <a:pt x="0" y="547483"/>
                  </a:lnTo>
                  <a:cubicBezTo>
                    <a:pt x="22777" y="515979"/>
                    <a:pt x="32134" y="476679"/>
                    <a:pt x="43385" y="440032"/>
                  </a:cubicBezTo>
                  <a:cubicBezTo>
                    <a:pt x="94271" y="274228"/>
                    <a:pt x="101216" y="175008"/>
                    <a:pt x="101403" y="3618"/>
                  </a:cubicBezTo>
                  <a:close/>
                </a:path>
              </a:pathLst>
            </a:custGeom>
            <a:solidFill>
              <a:srgbClr val="C7E9EC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983E020-3B59-9A40-2964-4056879BB66A}"/>
                </a:ext>
              </a:extLst>
            </p:cNvPr>
            <p:cNvSpPr/>
            <p:nvPr/>
          </p:nvSpPr>
          <p:spPr>
            <a:xfrm>
              <a:off x="252476" y="627563"/>
              <a:ext cx="557942" cy="1434581"/>
            </a:xfrm>
            <a:custGeom>
              <a:avLst/>
              <a:gdLst>
                <a:gd name="connsiteX0" fmla="*/ 472733 w 557942"/>
                <a:gd name="connsiteY0" fmla="*/ 8231 h 1434581"/>
                <a:gd name="connsiteX1" fmla="*/ 557942 w 557942"/>
                <a:gd name="connsiteY1" fmla="*/ 0 h 1434581"/>
                <a:gd name="connsiteX2" fmla="*/ 499924 w 557942"/>
                <a:gd name="connsiteY2" fmla="*/ 436414 h 1434581"/>
                <a:gd name="connsiteX3" fmla="*/ 456539 w 557942"/>
                <a:gd name="connsiteY3" fmla="*/ 543865 h 1434581"/>
                <a:gd name="connsiteX4" fmla="*/ 449782 w 557942"/>
                <a:gd name="connsiteY4" fmla="*/ 549825 h 1434581"/>
                <a:gd name="connsiteX5" fmla="*/ 310947 w 557942"/>
                <a:gd name="connsiteY5" fmla="*/ 955720 h 1434581"/>
                <a:gd name="connsiteX6" fmla="*/ 230868 w 557942"/>
                <a:gd name="connsiteY6" fmla="*/ 1205936 h 1434581"/>
                <a:gd name="connsiteX7" fmla="*/ 199096 w 557942"/>
                <a:gd name="connsiteY7" fmla="*/ 1317064 h 1434581"/>
                <a:gd name="connsiteX8" fmla="*/ 175582 w 557942"/>
                <a:gd name="connsiteY8" fmla="*/ 1434226 h 1434581"/>
                <a:gd name="connsiteX9" fmla="*/ 110632 w 557942"/>
                <a:gd name="connsiteY9" fmla="*/ 1434581 h 1434581"/>
                <a:gd name="connsiteX10" fmla="*/ 0 w 557942"/>
                <a:gd name="connsiteY10" fmla="*/ 1430636 h 1434581"/>
                <a:gd name="connsiteX11" fmla="*/ 100439 w 557942"/>
                <a:gd name="connsiteY11" fmla="*/ 1160676 h 1434581"/>
                <a:gd name="connsiteX12" fmla="*/ 317805 w 557942"/>
                <a:gd name="connsiteY12" fmla="*/ 639750 h 1434581"/>
                <a:gd name="connsiteX13" fmla="*/ 346054 w 557942"/>
                <a:gd name="connsiteY13" fmla="*/ 571498 h 1434581"/>
                <a:gd name="connsiteX14" fmla="*/ 346939 w 557942"/>
                <a:gd name="connsiteY14" fmla="*/ 567292 h 1434581"/>
                <a:gd name="connsiteX15" fmla="*/ 357748 w 557942"/>
                <a:gd name="connsiteY15" fmla="*/ 543892 h 1434581"/>
                <a:gd name="connsiteX16" fmla="*/ 408694 w 557942"/>
                <a:gd name="connsiteY16" fmla="*/ 376051 h 1434581"/>
                <a:gd name="connsiteX17" fmla="*/ 472733 w 557942"/>
                <a:gd name="connsiteY17" fmla="*/ 8231 h 143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7942" h="1434581">
                  <a:moveTo>
                    <a:pt x="472733" y="8231"/>
                  </a:moveTo>
                  <a:lnTo>
                    <a:pt x="557942" y="0"/>
                  </a:lnTo>
                  <a:cubicBezTo>
                    <a:pt x="557755" y="171390"/>
                    <a:pt x="550810" y="270610"/>
                    <a:pt x="499924" y="436414"/>
                  </a:cubicBezTo>
                  <a:cubicBezTo>
                    <a:pt x="488673" y="473061"/>
                    <a:pt x="479317" y="512361"/>
                    <a:pt x="456539" y="543865"/>
                  </a:cubicBezTo>
                  <a:cubicBezTo>
                    <a:pt x="454289" y="545854"/>
                    <a:pt x="451556" y="547401"/>
                    <a:pt x="449782" y="549825"/>
                  </a:cubicBezTo>
                  <a:cubicBezTo>
                    <a:pt x="447685" y="552705"/>
                    <a:pt x="320846" y="922455"/>
                    <a:pt x="310947" y="955720"/>
                  </a:cubicBezTo>
                  <a:cubicBezTo>
                    <a:pt x="280194" y="1037031"/>
                    <a:pt x="255059" y="1122428"/>
                    <a:pt x="230868" y="1205936"/>
                  </a:cubicBezTo>
                  <a:cubicBezTo>
                    <a:pt x="220219" y="1242711"/>
                    <a:pt x="211299" y="1280859"/>
                    <a:pt x="199096" y="1317064"/>
                  </a:cubicBezTo>
                  <a:cubicBezTo>
                    <a:pt x="189358" y="1355446"/>
                    <a:pt x="177873" y="1394538"/>
                    <a:pt x="175582" y="1434226"/>
                  </a:cubicBezTo>
                  <a:cubicBezTo>
                    <a:pt x="154385" y="1434179"/>
                    <a:pt x="131635" y="1432438"/>
                    <a:pt x="110632" y="1434581"/>
                  </a:cubicBezTo>
                  <a:cubicBezTo>
                    <a:pt x="73764" y="1433014"/>
                    <a:pt x="36889" y="1431701"/>
                    <a:pt x="0" y="1430636"/>
                  </a:cubicBezTo>
                  <a:cubicBezTo>
                    <a:pt x="25349" y="1339078"/>
                    <a:pt x="65037" y="1248712"/>
                    <a:pt x="100439" y="1160676"/>
                  </a:cubicBezTo>
                  <a:cubicBezTo>
                    <a:pt x="171611" y="986501"/>
                    <a:pt x="244062" y="812854"/>
                    <a:pt x="317805" y="639750"/>
                  </a:cubicBezTo>
                  <a:cubicBezTo>
                    <a:pt x="328776" y="617254"/>
                    <a:pt x="338178" y="595260"/>
                    <a:pt x="346054" y="571498"/>
                  </a:cubicBezTo>
                  <a:lnTo>
                    <a:pt x="346939" y="567292"/>
                  </a:lnTo>
                  <a:cubicBezTo>
                    <a:pt x="351111" y="559871"/>
                    <a:pt x="354265" y="551661"/>
                    <a:pt x="357748" y="543892"/>
                  </a:cubicBezTo>
                  <a:cubicBezTo>
                    <a:pt x="357078" y="537871"/>
                    <a:pt x="403376" y="396096"/>
                    <a:pt x="408694" y="376051"/>
                  </a:cubicBezTo>
                  <a:cubicBezTo>
                    <a:pt x="440941" y="254436"/>
                    <a:pt x="464650" y="134032"/>
                    <a:pt x="472733" y="8231"/>
                  </a:cubicBezTo>
                  <a:close/>
                </a:path>
              </a:pathLst>
            </a:custGeom>
            <a:gradFill>
              <a:gsLst>
                <a:gs pos="0">
                  <a:srgbClr val="EECEC9"/>
                </a:gs>
                <a:gs pos="50000">
                  <a:srgbClr val="F5E6E4"/>
                </a:gs>
                <a:gs pos="100000">
                  <a:srgbClr val="FCFFFF"/>
                </a:gs>
              </a:gsLst>
              <a:lin ang="13223372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ED6983B-9571-B3A2-5E9F-77FDBD241BE3}"/>
                </a:ext>
              </a:extLst>
            </p:cNvPr>
            <p:cNvSpPr/>
            <p:nvPr/>
          </p:nvSpPr>
          <p:spPr>
            <a:xfrm>
              <a:off x="449114" y="1187371"/>
              <a:ext cx="150300" cy="21781"/>
            </a:xfrm>
            <a:custGeom>
              <a:avLst/>
              <a:gdLst>
                <a:gd name="connsiteX0" fmla="*/ 149416 w 150300"/>
                <a:gd name="connsiteY0" fmla="*/ 11690 h 21781"/>
                <a:gd name="connsiteX1" fmla="*/ 121810 w 150300"/>
                <a:gd name="connsiteY1" fmla="*/ 18474 h 21781"/>
                <a:gd name="connsiteX2" fmla="*/ 0 w 150300"/>
                <a:gd name="connsiteY2" fmla="*/ 17751 h 21781"/>
                <a:gd name="connsiteX3" fmla="*/ 6115 w 150300"/>
                <a:gd name="connsiteY3" fmla="*/ 3492 h 21781"/>
                <a:gd name="connsiteX4" fmla="*/ 150300 w 150300"/>
                <a:gd name="connsiteY4" fmla="*/ 7484 h 21781"/>
                <a:gd name="connsiteX5" fmla="*/ 149416 w 150300"/>
                <a:gd name="connsiteY5" fmla="*/ 11690 h 2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300" h="21781">
                  <a:moveTo>
                    <a:pt x="149416" y="11690"/>
                  </a:moveTo>
                  <a:cubicBezTo>
                    <a:pt x="140180" y="12955"/>
                    <a:pt x="131273" y="17134"/>
                    <a:pt x="121810" y="18474"/>
                  </a:cubicBezTo>
                  <a:cubicBezTo>
                    <a:pt x="100560" y="21488"/>
                    <a:pt x="17152" y="24401"/>
                    <a:pt x="0" y="17751"/>
                  </a:cubicBezTo>
                  <a:cubicBezTo>
                    <a:pt x="107" y="9084"/>
                    <a:pt x="1085" y="9901"/>
                    <a:pt x="6115" y="3492"/>
                  </a:cubicBezTo>
                  <a:cubicBezTo>
                    <a:pt x="30332" y="-2067"/>
                    <a:pt x="127790" y="-1169"/>
                    <a:pt x="150300" y="7484"/>
                  </a:cubicBezTo>
                  <a:lnTo>
                    <a:pt x="149416" y="11690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D48C5D4-43A4-A91E-5553-820100E8C229}"/>
                </a:ext>
              </a:extLst>
            </p:cNvPr>
            <p:cNvSpPr/>
            <p:nvPr/>
          </p:nvSpPr>
          <p:spPr>
            <a:xfrm>
              <a:off x="719516" y="1187290"/>
              <a:ext cx="717183" cy="24019"/>
            </a:xfrm>
            <a:custGeom>
              <a:avLst/>
              <a:gdLst>
                <a:gd name="connsiteX0" fmla="*/ 0 w 717183"/>
                <a:gd name="connsiteY0" fmla="*/ 7176 h 24019"/>
                <a:gd name="connsiteX1" fmla="*/ 130523 w 717183"/>
                <a:gd name="connsiteY1" fmla="*/ 3801 h 24019"/>
                <a:gd name="connsiteX2" fmla="*/ 351097 w 717183"/>
                <a:gd name="connsiteY2" fmla="*/ 3968 h 24019"/>
                <a:gd name="connsiteX3" fmla="*/ 559537 w 717183"/>
                <a:gd name="connsiteY3" fmla="*/ 2428 h 24019"/>
                <a:gd name="connsiteX4" fmla="*/ 688385 w 717183"/>
                <a:gd name="connsiteY4" fmla="*/ 486 h 24019"/>
                <a:gd name="connsiteX5" fmla="*/ 713661 w 717183"/>
                <a:gd name="connsiteY5" fmla="*/ 7390 h 24019"/>
                <a:gd name="connsiteX6" fmla="*/ 717184 w 717183"/>
                <a:gd name="connsiteY6" fmla="*/ 13063 h 24019"/>
                <a:gd name="connsiteX7" fmla="*/ 706655 w 717183"/>
                <a:gd name="connsiteY7" fmla="*/ 17182 h 24019"/>
                <a:gd name="connsiteX8" fmla="*/ 624701 w 717183"/>
                <a:gd name="connsiteY8" fmla="*/ 17135 h 24019"/>
                <a:gd name="connsiteX9" fmla="*/ 309488 w 717183"/>
                <a:gd name="connsiteY9" fmla="*/ 24020 h 24019"/>
                <a:gd name="connsiteX10" fmla="*/ 320806 w 717183"/>
                <a:gd name="connsiteY10" fmla="*/ 18273 h 24019"/>
                <a:gd name="connsiteX11" fmla="*/ 320056 w 717183"/>
                <a:gd name="connsiteY11" fmla="*/ 11569 h 24019"/>
                <a:gd name="connsiteX12" fmla="*/ 32006 w 717183"/>
                <a:gd name="connsiteY12" fmla="*/ 8026 h 24019"/>
                <a:gd name="connsiteX13" fmla="*/ 0 w 717183"/>
                <a:gd name="connsiteY13" fmla="*/ 7176 h 2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83" h="24019">
                  <a:moveTo>
                    <a:pt x="0" y="7176"/>
                  </a:moveTo>
                  <a:cubicBezTo>
                    <a:pt x="41965" y="499"/>
                    <a:pt x="88002" y="3781"/>
                    <a:pt x="130523" y="3801"/>
                  </a:cubicBezTo>
                  <a:lnTo>
                    <a:pt x="351097" y="3968"/>
                  </a:lnTo>
                  <a:cubicBezTo>
                    <a:pt x="420581" y="4189"/>
                    <a:pt x="490066" y="3680"/>
                    <a:pt x="559537" y="2428"/>
                  </a:cubicBezTo>
                  <a:cubicBezTo>
                    <a:pt x="602232" y="1644"/>
                    <a:pt x="645757" y="-1102"/>
                    <a:pt x="688385" y="486"/>
                  </a:cubicBezTo>
                  <a:cubicBezTo>
                    <a:pt x="698217" y="854"/>
                    <a:pt x="704867" y="3091"/>
                    <a:pt x="713661" y="7390"/>
                  </a:cubicBezTo>
                  <a:lnTo>
                    <a:pt x="717184" y="13063"/>
                  </a:lnTo>
                  <a:cubicBezTo>
                    <a:pt x="713627" y="15816"/>
                    <a:pt x="711216" y="16967"/>
                    <a:pt x="706655" y="17182"/>
                  </a:cubicBezTo>
                  <a:cubicBezTo>
                    <a:pt x="679505" y="18461"/>
                    <a:pt x="651965" y="16405"/>
                    <a:pt x="624701" y="17135"/>
                  </a:cubicBezTo>
                  <a:lnTo>
                    <a:pt x="309488" y="24020"/>
                  </a:lnTo>
                  <a:cubicBezTo>
                    <a:pt x="313794" y="22412"/>
                    <a:pt x="316921" y="20658"/>
                    <a:pt x="320806" y="18273"/>
                  </a:cubicBezTo>
                  <a:lnTo>
                    <a:pt x="320056" y="11569"/>
                  </a:lnTo>
                  <a:cubicBezTo>
                    <a:pt x="293635" y="693"/>
                    <a:pt x="75505" y="7498"/>
                    <a:pt x="32006" y="8026"/>
                  </a:cubicBezTo>
                  <a:lnTo>
                    <a:pt x="0" y="7176"/>
                  </a:ln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09FAC2E-AE43-93D1-D35E-5811F5FF5F66}"/>
                </a:ext>
              </a:extLst>
            </p:cNvPr>
            <p:cNvSpPr/>
            <p:nvPr/>
          </p:nvSpPr>
          <p:spPr>
            <a:xfrm>
              <a:off x="700791" y="1194466"/>
              <a:ext cx="50731" cy="17183"/>
            </a:xfrm>
            <a:custGeom>
              <a:avLst/>
              <a:gdLst>
                <a:gd name="connsiteX0" fmla="*/ 42615 w 50731"/>
                <a:gd name="connsiteY0" fmla="*/ 16696 h 17183"/>
                <a:gd name="connsiteX1" fmla="*/ 1386 w 50731"/>
                <a:gd name="connsiteY1" fmla="*/ 10642 h 17183"/>
                <a:gd name="connsiteX2" fmla="*/ 0 w 50731"/>
                <a:gd name="connsiteY2" fmla="*/ 4440 h 17183"/>
                <a:gd name="connsiteX3" fmla="*/ 18725 w 50731"/>
                <a:gd name="connsiteY3" fmla="*/ 0 h 17183"/>
                <a:gd name="connsiteX4" fmla="*/ 50732 w 50731"/>
                <a:gd name="connsiteY4" fmla="*/ 850 h 17183"/>
                <a:gd name="connsiteX5" fmla="*/ 41630 w 50731"/>
                <a:gd name="connsiteY5" fmla="*/ 9222 h 17183"/>
                <a:gd name="connsiteX6" fmla="*/ 42615 w 50731"/>
                <a:gd name="connsiteY6" fmla="*/ 16696 h 17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31" h="17183">
                  <a:moveTo>
                    <a:pt x="42615" y="16696"/>
                  </a:moveTo>
                  <a:cubicBezTo>
                    <a:pt x="27003" y="17306"/>
                    <a:pt x="15491" y="18679"/>
                    <a:pt x="1386" y="10642"/>
                  </a:cubicBezTo>
                  <a:lnTo>
                    <a:pt x="0" y="4440"/>
                  </a:lnTo>
                  <a:cubicBezTo>
                    <a:pt x="7005" y="630"/>
                    <a:pt x="10856" y="790"/>
                    <a:pt x="18725" y="0"/>
                  </a:cubicBezTo>
                  <a:lnTo>
                    <a:pt x="50732" y="850"/>
                  </a:lnTo>
                  <a:lnTo>
                    <a:pt x="41630" y="9222"/>
                  </a:lnTo>
                  <a:lnTo>
                    <a:pt x="42615" y="16696"/>
                  </a:ln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AC2669C-E9EA-5A85-F4C1-DD137D2594E7}"/>
                </a:ext>
              </a:extLst>
            </p:cNvPr>
            <p:cNvSpPr/>
            <p:nvPr/>
          </p:nvSpPr>
          <p:spPr>
            <a:xfrm>
              <a:off x="742421" y="1192731"/>
              <a:ext cx="297901" cy="19746"/>
            </a:xfrm>
            <a:custGeom>
              <a:avLst/>
              <a:gdLst>
                <a:gd name="connsiteX0" fmla="*/ 9101 w 297901"/>
                <a:gd name="connsiteY0" fmla="*/ 2586 h 19746"/>
                <a:gd name="connsiteX1" fmla="*/ 297151 w 297901"/>
                <a:gd name="connsiteY1" fmla="*/ 6129 h 19746"/>
                <a:gd name="connsiteX2" fmla="*/ 297901 w 297901"/>
                <a:gd name="connsiteY2" fmla="*/ 12833 h 19746"/>
                <a:gd name="connsiteX3" fmla="*/ 286583 w 297901"/>
                <a:gd name="connsiteY3" fmla="*/ 18579 h 19746"/>
                <a:gd name="connsiteX4" fmla="*/ 985 w 297901"/>
                <a:gd name="connsiteY4" fmla="*/ 18432 h 19746"/>
                <a:gd name="connsiteX5" fmla="*/ 0 w 297901"/>
                <a:gd name="connsiteY5" fmla="*/ 10957 h 19746"/>
                <a:gd name="connsiteX6" fmla="*/ 9101 w 297901"/>
                <a:gd name="connsiteY6" fmla="*/ 2586 h 1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901" h="19746">
                  <a:moveTo>
                    <a:pt x="9101" y="2586"/>
                  </a:moveTo>
                  <a:cubicBezTo>
                    <a:pt x="52600" y="2057"/>
                    <a:pt x="270730" y="-4748"/>
                    <a:pt x="297151" y="6129"/>
                  </a:cubicBezTo>
                  <a:lnTo>
                    <a:pt x="297901" y="12833"/>
                  </a:lnTo>
                  <a:cubicBezTo>
                    <a:pt x="294017" y="15217"/>
                    <a:pt x="290889" y="16972"/>
                    <a:pt x="286583" y="18579"/>
                  </a:cubicBezTo>
                  <a:cubicBezTo>
                    <a:pt x="191260" y="19215"/>
                    <a:pt x="96293" y="20930"/>
                    <a:pt x="985" y="18432"/>
                  </a:cubicBezTo>
                  <a:lnTo>
                    <a:pt x="0" y="10957"/>
                  </a:lnTo>
                  <a:lnTo>
                    <a:pt x="9101" y="2586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885A14B-915A-479C-0AB2-038D08A40A4B}"/>
                </a:ext>
              </a:extLst>
            </p:cNvPr>
            <p:cNvSpPr/>
            <p:nvPr/>
          </p:nvSpPr>
          <p:spPr>
            <a:xfrm>
              <a:off x="1282683" y="1225716"/>
              <a:ext cx="153688" cy="129806"/>
            </a:xfrm>
            <a:custGeom>
              <a:avLst/>
              <a:gdLst>
                <a:gd name="connsiteX0" fmla="*/ 0 w 153688"/>
                <a:gd name="connsiteY0" fmla="*/ 5070 h 129806"/>
                <a:gd name="connsiteX1" fmla="*/ 121535 w 153688"/>
                <a:gd name="connsiteY1" fmla="*/ 0 h 129806"/>
                <a:gd name="connsiteX2" fmla="*/ 151063 w 153688"/>
                <a:gd name="connsiteY2" fmla="*/ 68888 h 129806"/>
                <a:gd name="connsiteX3" fmla="*/ 146898 w 153688"/>
                <a:gd name="connsiteY3" fmla="*/ 70978 h 129806"/>
                <a:gd name="connsiteX4" fmla="*/ 153689 w 153688"/>
                <a:gd name="connsiteY4" fmla="*/ 88029 h 129806"/>
                <a:gd name="connsiteX5" fmla="*/ 149804 w 153688"/>
                <a:gd name="connsiteY5" fmla="*/ 92637 h 129806"/>
                <a:gd name="connsiteX6" fmla="*/ 137649 w 153688"/>
                <a:gd name="connsiteY6" fmla="*/ 85243 h 129806"/>
                <a:gd name="connsiteX7" fmla="*/ 85042 w 153688"/>
                <a:gd name="connsiteY7" fmla="*/ 107893 h 129806"/>
                <a:gd name="connsiteX8" fmla="*/ 58038 w 153688"/>
                <a:gd name="connsiteY8" fmla="*/ 128132 h 129806"/>
                <a:gd name="connsiteX9" fmla="*/ 54355 w 153688"/>
                <a:gd name="connsiteY9" fmla="*/ 129807 h 129806"/>
                <a:gd name="connsiteX10" fmla="*/ 0 w 153688"/>
                <a:gd name="connsiteY10" fmla="*/ 5070 h 12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688" h="129806">
                  <a:moveTo>
                    <a:pt x="0" y="5070"/>
                  </a:moveTo>
                  <a:cubicBezTo>
                    <a:pt x="35837" y="2143"/>
                    <a:pt x="89569" y="9986"/>
                    <a:pt x="121535" y="0"/>
                  </a:cubicBezTo>
                  <a:cubicBezTo>
                    <a:pt x="129578" y="23809"/>
                    <a:pt x="142739" y="45367"/>
                    <a:pt x="151063" y="68888"/>
                  </a:cubicBezTo>
                  <a:lnTo>
                    <a:pt x="146898" y="70978"/>
                  </a:lnTo>
                  <a:lnTo>
                    <a:pt x="153689" y="88029"/>
                  </a:lnTo>
                  <a:lnTo>
                    <a:pt x="149804" y="92637"/>
                  </a:lnTo>
                  <a:cubicBezTo>
                    <a:pt x="144621" y="91391"/>
                    <a:pt x="139430" y="85625"/>
                    <a:pt x="137649" y="85243"/>
                  </a:cubicBezTo>
                  <a:cubicBezTo>
                    <a:pt x="130349" y="83676"/>
                    <a:pt x="92355" y="103265"/>
                    <a:pt x="85042" y="107893"/>
                  </a:cubicBezTo>
                  <a:cubicBezTo>
                    <a:pt x="75592" y="113880"/>
                    <a:pt x="66758" y="121140"/>
                    <a:pt x="58038" y="128132"/>
                  </a:cubicBezTo>
                  <a:lnTo>
                    <a:pt x="54355" y="129807"/>
                  </a:lnTo>
                  <a:cubicBezTo>
                    <a:pt x="34658" y="89188"/>
                    <a:pt x="17915" y="46546"/>
                    <a:pt x="0" y="5070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F55DEC7-E1F1-D6B0-C224-241FCDD61E4B}"/>
                </a:ext>
              </a:extLst>
            </p:cNvPr>
            <p:cNvSpPr/>
            <p:nvPr/>
          </p:nvSpPr>
          <p:spPr>
            <a:xfrm>
              <a:off x="1404218" y="1224631"/>
              <a:ext cx="433600" cy="810717"/>
            </a:xfrm>
            <a:custGeom>
              <a:avLst/>
              <a:gdLst>
                <a:gd name="connsiteX0" fmla="*/ 0 w 433600"/>
                <a:gd name="connsiteY0" fmla="*/ 1085 h 810717"/>
                <a:gd name="connsiteX1" fmla="*/ 43686 w 433600"/>
                <a:gd name="connsiteY1" fmla="*/ 0 h 810717"/>
                <a:gd name="connsiteX2" fmla="*/ 245174 w 433600"/>
                <a:gd name="connsiteY2" fmla="*/ 390310 h 810717"/>
                <a:gd name="connsiteX3" fmla="*/ 357795 w 433600"/>
                <a:gd name="connsiteY3" fmla="*/ 630025 h 810717"/>
                <a:gd name="connsiteX4" fmla="*/ 433601 w 433600"/>
                <a:gd name="connsiteY4" fmla="*/ 804348 h 810717"/>
                <a:gd name="connsiteX5" fmla="*/ 344347 w 433600"/>
                <a:gd name="connsiteY5" fmla="*/ 810717 h 810717"/>
                <a:gd name="connsiteX6" fmla="*/ 322554 w 433600"/>
                <a:gd name="connsiteY6" fmla="*/ 736585 h 810717"/>
                <a:gd name="connsiteX7" fmla="*/ 285940 w 433600"/>
                <a:gd name="connsiteY7" fmla="*/ 647927 h 810717"/>
                <a:gd name="connsiteX8" fmla="*/ 179735 w 433600"/>
                <a:gd name="connsiteY8" fmla="*/ 406899 h 810717"/>
                <a:gd name="connsiteX9" fmla="*/ 29528 w 433600"/>
                <a:gd name="connsiteY9" fmla="*/ 69973 h 810717"/>
                <a:gd name="connsiteX10" fmla="*/ 0 w 433600"/>
                <a:gd name="connsiteY10" fmla="*/ 1085 h 81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3600" h="810717">
                  <a:moveTo>
                    <a:pt x="0" y="1085"/>
                  </a:moveTo>
                  <a:lnTo>
                    <a:pt x="43686" y="0"/>
                  </a:lnTo>
                  <a:cubicBezTo>
                    <a:pt x="105884" y="132713"/>
                    <a:pt x="178375" y="259941"/>
                    <a:pt x="245174" y="390310"/>
                  </a:cubicBezTo>
                  <a:cubicBezTo>
                    <a:pt x="285511" y="469036"/>
                    <a:pt x="321455" y="549430"/>
                    <a:pt x="357795" y="630025"/>
                  </a:cubicBezTo>
                  <a:cubicBezTo>
                    <a:pt x="383680" y="687428"/>
                    <a:pt x="413737" y="744502"/>
                    <a:pt x="433601" y="804348"/>
                  </a:cubicBezTo>
                  <a:cubicBezTo>
                    <a:pt x="406912" y="811327"/>
                    <a:pt x="371993" y="810255"/>
                    <a:pt x="344347" y="810717"/>
                  </a:cubicBezTo>
                  <a:cubicBezTo>
                    <a:pt x="339163" y="785931"/>
                    <a:pt x="334274" y="759189"/>
                    <a:pt x="322554" y="736585"/>
                  </a:cubicBezTo>
                  <a:cubicBezTo>
                    <a:pt x="314919" y="707292"/>
                    <a:pt x="297814" y="676015"/>
                    <a:pt x="285940" y="647927"/>
                  </a:cubicBezTo>
                  <a:cubicBezTo>
                    <a:pt x="251670" y="566877"/>
                    <a:pt x="216549" y="486831"/>
                    <a:pt x="179735" y="406899"/>
                  </a:cubicBezTo>
                  <a:cubicBezTo>
                    <a:pt x="128306" y="295249"/>
                    <a:pt x="81580" y="181416"/>
                    <a:pt x="29528" y="69973"/>
                  </a:cubicBezTo>
                  <a:cubicBezTo>
                    <a:pt x="21204" y="46452"/>
                    <a:pt x="8043" y="24894"/>
                    <a:pt x="0" y="108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11A28AD-4A03-0771-84B5-7E8D9307F2D1}"/>
                </a:ext>
              </a:extLst>
            </p:cNvPr>
            <p:cNvSpPr/>
            <p:nvPr/>
          </p:nvSpPr>
          <p:spPr>
            <a:xfrm>
              <a:off x="50570" y="1231067"/>
              <a:ext cx="425112" cy="1007637"/>
            </a:xfrm>
            <a:custGeom>
              <a:avLst/>
              <a:gdLst>
                <a:gd name="connsiteX0" fmla="*/ 66380 w 425112"/>
                <a:gd name="connsiteY0" fmla="*/ 1007637 h 1007637"/>
                <a:gd name="connsiteX1" fmla="*/ 7357 w 425112"/>
                <a:gd name="connsiteY1" fmla="*/ 919769 h 1007637"/>
                <a:gd name="connsiteX2" fmla="*/ 4678 w 425112"/>
                <a:gd name="connsiteY2" fmla="*/ 807556 h 1007637"/>
                <a:gd name="connsiteX3" fmla="*/ 57875 w 425112"/>
                <a:gd name="connsiteY3" fmla="*/ 665052 h 1007637"/>
                <a:gd name="connsiteX4" fmla="*/ 257687 w 425112"/>
                <a:gd name="connsiteY4" fmla="*/ 251723 h 1007637"/>
                <a:gd name="connsiteX5" fmla="*/ 394091 w 425112"/>
                <a:gd name="connsiteY5" fmla="*/ 0 h 1007637"/>
                <a:gd name="connsiteX6" fmla="*/ 425113 w 425112"/>
                <a:gd name="connsiteY6" fmla="*/ 415 h 1007637"/>
                <a:gd name="connsiteX7" fmla="*/ 318947 w 425112"/>
                <a:gd name="connsiteY7" fmla="*/ 200181 h 1007637"/>
                <a:gd name="connsiteX8" fmla="*/ 128886 w 425112"/>
                <a:gd name="connsiteY8" fmla="*/ 598970 h 1007637"/>
                <a:gd name="connsiteX9" fmla="*/ 59602 w 425112"/>
                <a:gd name="connsiteY9" fmla="*/ 776260 h 1007637"/>
                <a:gd name="connsiteX10" fmla="*/ 54881 w 425112"/>
                <a:gd name="connsiteY10" fmla="*/ 945902 h 1007637"/>
                <a:gd name="connsiteX11" fmla="*/ 64947 w 425112"/>
                <a:gd name="connsiteY11" fmla="*/ 984123 h 1007637"/>
                <a:gd name="connsiteX12" fmla="*/ 66380 w 425112"/>
                <a:gd name="connsiteY12" fmla="*/ 1007637 h 100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5112" h="1007637">
                  <a:moveTo>
                    <a:pt x="66380" y="1007637"/>
                  </a:moveTo>
                  <a:cubicBezTo>
                    <a:pt x="33805" y="984096"/>
                    <a:pt x="16285" y="960046"/>
                    <a:pt x="7357" y="919769"/>
                  </a:cubicBezTo>
                  <a:cubicBezTo>
                    <a:pt x="-425" y="884629"/>
                    <a:pt x="-3131" y="842750"/>
                    <a:pt x="4678" y="807556"/>
                  </a:cubicBezTo>
                  <a:cubicBezTo>
                    <a:pt x="15367" y="759390"/>
                    <a:pt x="38573" y="710406"/>
                    <a:pt x="57875" y="665052"/>
                  </a:cubicBezTo>
                  <a:cubicBezTo>
                    <a:pt x="117795" y="524255"/>
                    <a:pt x="187159" y="387430"/>
                    <a:pt x="257687" y="251723"/>
                  </a:cubicBezTo>
                  <a:cubicBezTo>
                    <a:pt x="301454" y="167505"/>
                    <a:pt x="343486" y="80314"/>
                    <a:pt x="394091" y="0"/>
                  </a:cubicBezTo>
                  <a:lnTo>
                    <a:pt x="425113" y="415"/>
                  </a:lnTo>
                  <a:cubicBezTo>
                    <a:pt x="384835" y="63209"/>
                    <a:pt x="353050" y="133724"/>
                    <a:pt x="318947" y="200181"/>
                  </a:cubicBezTo>
                  <a:cubicBezTo>
                    <a:pt x="251546" y="331561"/>
                    <a:pt x="187654" y="463478"/>
                    <a:pt x="128886" y="598970"/>
                  </a:cubicBezTo>
                  <a:cubicBezTo>
                    <a:pt x="104046" y="656245"/>
                    <a:pt x="74685" y="715556"/>
                    <a:pt x="59602" y="776260"/>
                  </a:cubicBezTo>
                  <a:cubicBezTo>
                    <a:pt x="45773" y="831941"/>
                    <a:pt x="42692" y="889678"/>
                    <a:pt x="54881" y="945902"/>
                  </a:cubicBezTo>
                  <a:cubicBezTo>
                    <a:pt x="57567" y="958821"/>
                    <a:pt x="60922" y="971559"/>
                    <a:pt x="64947" y="984123"/>
                  </a:cubicBezTo>
                  <a:lnTo>
                    <a:pt x="66380" y="1007637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CF6582F-0999-9D7A-6CC0-BD6F3D4AF72B}"/>
                </a:ext>
              </a:extLst>
            </p:cNvPr>
            <p:cNvSpPr/>
            <p:nvPr/>
          </p:nvSpPr>
          <p:spPr>
            <a:xfrm>
              <a:off x="97837" y="1231435"/>
              <a:ext cx="648314" cy="1015628"/>
            </a:xfrm>
            <a:custGeom>
              <a:avLst/>
              <a:gdLst>
                <a:gd name="connsiteX0" fmla="*/ 377845 w 648314"/>
                <a:gd name="connsiteY0" fmla="*/ 47 h 1015628"/>
                <a:gd name="connsiteX1" fmla="*/ 383351 w 648314"/>
                <a:gd name="connsiteY1" fmla="*/ 0 h 1015628"/>
                <a:gd name="connsiteX2" fmla="*/ 381844 w 648314"/>
                <a:gd name="connsiteY2" fmla="*/ 9155 h 1015628"/>
                <a:gd name="connsiteX3" fmla="*/ 386960 w 648314"/>
                <a:gd name="connsiteY3" fmla="*/ 5391 h 1015628"/>
                <a:gd name="connsiteX4" fmla="*/ 397803 w 648314"/>
                <a:gd name="connsiteY4" fmla="*/ 1038 h 1015628"/>
                <a:gd name="connsiteX5" fmla="*/ 269343 w 648314"/>
                <a:gd name="connsiteY5" fmla="*/ 240057 h 1015628"/>
                <a:gd name="connsiteX6" fmla="*/ 61714 w 648314"/>
                <a:gd name="connsiteY6" fmla="*/ 703977 h 1015628"/>
                <a:gd name="connsiteX7" fmla="*/ 37752 w 648314"/>
                <a:gd name="connsiteY7" fmla="*/ 770809 h 1015628"/>
                <a:gd name="connsiteX8" fmla="*/ 23654 w 648314"/>
                <a:gd name="connsiteY8" fmla="*/ 824373 h 1015628"/>
                <a:gd name="connsiteX9" fmla="*/ 19280 w 648314"/>
                <a:gd name="connsiteY9" fmla="*/ 857210 h 1015628"/>
                <a:gd name="connsiteX10" fmla="*/ 43511 w 648314"/>
                <a:gd name="connsiteY10" fmla="*/ 975919 h 1015628"/>
                <a:gd name="connsiteX11" fmla="*/ 46190 w 648314"/>
                <a:gd name="connsiteY11" fmla="*/ 977580 h 1015628"/>
                <a:gd name="connsiteX12" fmla="*/ 94571 w 648314"/>
                <a:gd name="connsiteY12" fmla="*/ 997960 h 1015628"/>
                <a:gd name="connsiteX13" fmla="*/ 231008 w 648314"/>
                <a:gd name="connsiteY13" fmla="*/ 997960 h 1015628"/>
                <a:gd name="connsiteX14" fmla="*/ 348076 w 648314"/>
                <a:gd name="connsiteY14" fmla="*/ 994002 h 1015628"/>
                <a:gd name="connsiteX15" fmla="*/ 241167 w 648314"/>
                <a:gd name="connsiteY15" fmla="*/ 968378 h 1015628"/>
                <a:gd name="connsiteX16" fmla="*/ 223286 w 648314"/>
                <a:gd name="connsiteY16" fmla="*/ 976528 h 1015628"/>
                <a:gd name="connsiteX17" fmla="*/ 163674 w 648314"/>
                <a:gd name="connsiteY17" fmla="*/ 977232 h 1015628"/>
                <a:gd name="connsiteX18" fmla="*/ 152348 w 648314"/>
                <a:gd name="connsiteY18" fmla="*/ 971539 h 1015628"/>
                <a:gd name="connsiteX19" fmla="*/ 133161 w 648314"/>
                <a:gd name="connsiteY19" fmla="*/ 861101 h 1015628"/>
                <a:gd name="connsiteX20" fmla="*/ 131527 w 648314"/>
                <a:gd name="connsiteY20" fmla="*/ 840768 h 1015628"/>
                <a:gd name="connsiteX21" fmla="*/ 55566 w 648314"/>
                <a:gd name="connsiteY21" fmla="*/ 833401 h 1015628"/>
                <a:gd name="connsiteX22" fmla="*/ 131272 w 648314"/>
                <a:gd name="connsiteY22" fmla="*/ 826697 h 1015628"/>
                <a:gd name="connsiteX23" fmla="*/ 134306 w 648314"/>
                <a:gd name="connsiteY23" fmla="*/ 826356 h 1015628"/>
                <a:gd name="connsiteX24" fmla="*/ 145711 w 648314"/>
                <a:gd name="connsiteY24" fmla="*/ 786098 h 1015628"/>
                <a:gd name="connsiteX25" fmla="*/ 179338 w 648314"/>
                <a:gd name="connsiteY25" fmla="*/ 704941 h 1015628"/>
                <a:gd name="connsiteX26" fmla="*/ 249767 w 648314"/>
                <a:gd name="connsiteY26" fmla="*/ 536009 h 1015628"/>
                <a:gd name="connsiteX27" fmla="*/ 458956 w 648314"/>
                <a:gd name="connsiteY27" fmla="*/ 29361 h 1015628"/>
                <a:gd name="connsiteX28" fmla="*/ 458454 w 648314"/>
                <a:gd name="connsiteY28" fmla="*/ 47216 h 1015628"/>
                <a:gd name="connsiteX29" fmla="*/ 472444 w 648314"/>
                <a:gd name="connsiteY29" fmla="*/ 35877 h 1015628"/>
                <a:gd name="connsiteX30" fmla="*/ 255078 w 648314"/>
                <a:gd name="connsiteY30" fmla="*/ 556804 h 1015628"/>
                <a:gd name="connsiteX31" fmla="*/ 154639 w 648314"/>
                <a:gd name="connsiteY31" fmla="*/ 826764 h 1015628"/>
                <a:gd name="connsiteX32" fmla="*/ 265271 w 648314"/>
                <a:gd name="connsiteY32" fmla="*/ 830709 h 1015628"/>
                <a:gd name="connsiteX33" fmla="*/ 174510 w 648314"/>
                <a:gd name="connsiteY33" fmla="*/ 837366 h 1015628"/>
                <a:gd name="connsiteX34" fmla="*/ 157968 w 648314"/>
                <a:gd name="connsiteY34" fmla="*/ 843969 h 1015628"/>
                <a:gd name="connsiteX35" fmla="*/ 160352 w 648314"/>
                <a:gd name="connsiteY35" fmla="*/ 941468 h 1015628"/>
                <a:gd name="connsiteX36" fmla="*/ 181910 w 648314"/>
                <a:gd name="connsiteY36" fmla="*/ 971137 h 1015628"/>
                <a:gd name="connsiteX37" fmla="*/ 201861 w 648314"/>
                <a:gd name="connsiteY37" fmla="*/ 972316 h 1015628"/>
                <a:gd name="connsiteX38" fmla="*/ 238803 w 648314"/>
                <a:gd name="connsiteY38" fmla="*/ 904171 h 1015628"/>
                <a:gd name="connsiteX39" fmla="*/ 251582 w 648314"/>
                <a:gd name="connsiteY39" fmla="*/ 948996 h 1015628"/>
                <a:gd name="connsiteX40" fmla="*/ 354244 w 648314"/>
                <a:gd name="connsiteY40" fmla="*/ 978129 h 1015628"/>
                <a:gd name="connsiteX41" fmla="*/ 360821 w 648314"/>
                <a:gd name="connsiteY41" fmla="*/ 972932 h 1015628"/>
                <a:gd name="connsiteX42" fmla="*/ 362087 w 648314"/>
                <a:gd name="connsiteY42" fmla="*/ 974553 h 1015628"/>
                <a:gd name="connsiteX43" fmla="*/ 358865 w 648314"/>
                <a:gd name="connsiteY43" fmla="*/ 979100 h 1015628"/>
                <a:gd name="connsiteX44" fmla="*/ 362964 w 648314"/>
                <a:gd name="connsiteY44" fmla="*/ 976903 h 1015628"/>
                <a:gd name="connsiteX45" fmla="*/ 353447 w 648314"/>
                <a:gd name="connsiteY45" fmla="*/ 955097 h 1015628"/>
                <a:gd name="connsiteX46" fmla="*/ 359227 w 648314"/>
                <a:gd name="connsiteY46" fmla="*/ 928422 h 1015628"/>
                <a:gd name="connsiteX47" fmla="*/ 390463 w 648314"/>
                <a:gd name="connsiteY47" fmla="*/ 986835 h 1015628"/>
                <a:gd name="connsiteX48" fmla="*/ 456619 w 648314"/>
                <a:gd name="connsiteY48" fmla="*/ 994906 h 1015628"/>
                <a:gd name="connsiteX49" fmla="*/ 467361 w 648314"/>
                <a:gd name="connsiteY49" fmla="*/ 992803 h 1015628"/>
                <a:gd name="connsiteX50" fmla="*/ 468185 w 648314"/>
                <a:gd name="connsiteY50" fmla="*/ 938655 h 1015628"/>
                <a:gd name="connsiteX51" fmla="*/ 533242 w 648314"/>
                <a:gd name="connsiteY51" fmla="*/ 536203 h 1015628"/>
                <a:gd name="connsiteX52" fmla="*/ 583277 w 648314"/>
                <a:gd name="connsiteY52" fmla="*/ 333296 h 1015628"/>
                <a:gd name="connsiteX53" fmla="*/ 642662 w 648314"/>
                <a:gd name="connsiteY53" fmla="*/ 127141 h 1015628"/>
                <a:gd name="connsiteX54" fmla="*/ 648314 w 648314"/>
                <a:gd name="connsiteY54" fmla="*/ 153461 h 1015628"/>
                <a:gd name="connsiteX55" fmla="*/ 601052 w 648314"/>
                <a:gd name="connsiteY55" fmla="*/ 326472 h 1015628"/>
                <a:gd name="connsiteX56" fmla="*/ 506219 w 648314"/>
                <a:gd name="connsiteY56" fmla="*/ 742472 h 1015628"/>
                <a:gd name="connsiteX57" fmla="*/ 498202 w 648314"/>
                <a:gd name="connsiteY57" fmla="*/ 787056 h 1015628"/>
                <a:gd name="connsiteX58" fmla="*/ 549322 w 648314"/>
                <a:gd name="connsiteY58" fmla="*/ 791516 h 1015628"/>
                <a:gd name="connsiteX59" fmla="*/ 523230 w 648314"/>
                <a:gd name="connsiteY59" fmla="*/ 794356 h 1015628"/>
                <a:gd name="connsiteX60" fmla="*/ 496139 w 648314"/>
                <a:gd name="connsiteY60" fmla="*/ 796787 h 1015628"/>
                <a:gd name="connsiteX61" fmla="*/ 491330 w 648314"/>
                <a:gd name="connsiteY61" fmla="*/ 812064 h 1015628"/>
                <a:gd name="connsiteX62" fmla="*/ 495027 w 648314"/>
                <a:gd name="connsiteY62" fmla="*/ 840755 h 1015628"/>
                <a:gd name="connsiteX63" fmla="*/ 513124 w 648314"/>
                <a:gd name="connsiteY63" fmla="*/ 843059 h 1015628"/>
                <a:gd name="connsiteX64" fmla="*/ 535961 w 648314"/>
                <a:gd name="connsiteY64" fmla="*/ 850117 h 1015628"/>
                <a:gd name="connsiteX65" fmla="*/ 493293 w 648314"/>
                <a:gd name="connsiteY65" fmla="*/ 854692 h 1015628"/>
                <a:gd name="connsiteX66" fmla="*/ 488665 w 648314"/>
                <a:gd name="connsiteY66" fmla="*/ 868468 h 1015628"/>
                <a:gd name="connsiteX67" fmla="*/ 491907 w 648314"/>
                <a:gd name="connsiteY67" fmla="*/ 980306 h 1015628"/>
                <a:gd name="connsiteX68" fmla="*/ 496333 w 648314"/>
                <a:gd name="connsiteY68" fmla="*/ 1005903 h 1015628"/>
                <a:gd name="connsiteX69" fmla="*/ 523183 w 648314"/>
                <a:gd name="connsiteY69" fmla="*/ 1008347 h 1015628"/>
                <a:gd name="connsiteX70" fmla="*/ 467716 w 648314"/>
                <a:gd name="connsiteY70" fmla="*/ 1015145 h 1015628"/>
                <a:gd name="connsiteX71" fmla="*/ 355597 w 648314"/>
                <a:gd name="connsiteY71" fmla="*/ 1013524 h 1015628"/>
                <a:gd name="connsiteX72" fmla="*/ 221812 w 648314"/>
                <a:gd name="connsiteY72" fmla="*/ 1014160 h 1015628"/>
                <a:gd name="connsiteX73" fmla="*/ 17680 w 648314"/>
                <a:gd name="connsiteY73" fmla="*/ 983755 h 1015628"/>
                <a:gd name="connsiteX74" fmla="*/ 7614 w 648314"/>
                <a:gd name="connsiteY74" fmla="*/ 945533 h 1015628"/>
                <a:gd name="connsiteX75" fmla="*/ 12335 w 648314"/>
                <a:gd name="connsiteY75" fmla="*/ 775892 h 1015628"/>
                <a:gd name="connsiteX76" fmla="*/ 81619 w 648314"/>
                <a:gd name="connsiteY76" fmla="*/ 598602 h 1015628"/>
                <a:gd name="connsiteX77" fmla="*/ 271680 w 648314"/>
                <a:gd name="connsiteY77" fmla="*/ 199813 h 1015628"/>
                <a:gd name="connsiteX78" fmla="*/ 377845 w 648314"/>
                <a:gd name="connsiteY78" fmla="*/ 47 h 101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48314" h="1015628">
                  <a:moveTo>
                    <a:pt x="377845" y="47"/>
                  </a:moveTo>
                  <a:lnTo>
                    <a:pt x="383351" y="0"/>
                  </a:lnTo>
                  <a:lnTo>
                    <a:pt x="381844" y="9155"/>
                  </a:lnTo>
                  <a:cubicBezTo>
                    <a:pt x="383551" y="7903"/>
                    <a:pt x="385239" y="6624"/>
                    <a:pt x="386960" y="5391"/>
                  </a:cubicBezTo>
                  <a:cubicBezTo>
                    <a:pt x="391628" y="2056"/>
                    <a:pt x="391903" y="1373"/>
                    <a:pt x="397803" y="1038"/>
                  </a:cubicBezTo>
                  <a:cubicBezTo>
                    <a:pt x="346415" y="74065"/>
                    <a:pt x="308710" y="160031"/>
                    <a:pt x="269343" y="240057"/>
                  </a:cubicBezTo>
                  <a:cubicBezTo>
                    <a:pt x="194300" y="392627"/>
                    <a:pt x="121574" y="544622"/>
                    <a:pt x="61714" y="703977"/>
                  </a:cubicBezTo>
                  <a:lnTo>
                    <a:pt x="37752" y="770809"/>
                  </a:lnTo>
                  <a:cubicBezTo>
                    <a:pt x="33177" y="788657"/>
                    <a:pt x="29038" y="806759"/>
                    <a:pt x="23654" y="824373"/>
                  </a:cubicBezTo>
                  <a:lnTo>
                    <a:pt x="19280" y="857210"/>
                  </a:lnTo>
                  <a:cubicBezTo>
                    <a:pt x="20794" y="887448"/>
                    <a:pt x="18912" y="956617"/>
                    <a:pt x="43511" y="975919"/>
                  </a:cubicBezTo>
                  <a:cubicBezTo>
                    <a:pt x="44342" y="976569"/>
                    <a:pt x="45299" y="977024"/>
                    <a:pt x="46190" y="977580"/>
                  </a:cubicBezTo>
                  <a:cubicBezTo>
                    <a:pt x="61493" y="995200"/>
                    <a:pt x="71392" y="996292"/>
                    <a:pt x="94571" y="997960"/>
                  </a:cubicBezTo>
                  <a:cubicBezTo>
                    <a:pt x="134935" y="1000853"/>
                    <a:pt x="194588" y="1013745"/>
                    <a:pt x="231008" y="997960"/>
                  </a:cubicBezTo>
                  <a:cubicBezTo>
                    <a:pt x="270515" y="1001690"/>
                    <a:pt x="308643" y="997042"/>
                    <a:pt x="348076" y="994002"/>
                  </a:cubicBezTo>
                  <a:cubicBezTo>
                    <a:pt x="322727" y="988061"/>
                    <a:pt x="264541" y="964567"/>
                    <a:pt x="241167" y="968378"/>
                  </a:cubicBezTo>
                  <a:cubicBezTo>
                    <a:pt x="236352" y="969161"/>
                    <a:pt x="228081" y="974492"/>
                    <a:pt x="223286" y="976528"/>
                  </a:cubicBezTo>
                  <a:cubicBezTo>
                    <a:pt x="202585" y="985308"/>
                    <a:pt x="185045" y="981853"/>
                    <a:pt x="163674" y="977232"/>
                  </a:cubicBezTo>
                  <a:cubicBezTo>
                    <a:pt x="159474" y="975966"/>
                    <a:pt x="155704" y="974553"/>
                    <a:pt x="152348" y="971539"/>
                  </a:cubicBezTo>
                  <a:cubicBezTo>
                    <a:pt x="130669" y="952043"/>
                    <a:pt x="134373" y="888875"/>
                    <a:pt x="133161" y="861101"/>
                  </a:cubicBezTo>
                  <a:cubicBezTo>
                    <a:pt x="133241" y="853995"/>
                    <a:pt x="132792" y="847767"/>
                    <a:pt x="131527" y="840768"/>
                  </a:cubicBezTo>
                  <a:cubicBezTo>
                    <a:pt x="116900" y="831606"/>
                    <a:pt x="75758" y="838699"/>
                    <a:pt x="55566" y="833401"/>
                  </a:cubicBezTo>
                  <a:cubicBezTo>
                    <a:pt x="67320" y="822612"/>
                    <a:pt x="114254" y="828452"/>
                    <a:pt x="131272" y="826697"/>
                  </a:cubicBezTo>
                  <a:lnTo>
                    <a:pt x="134306" y="826356"/>
                  </a:lnTo>
                  <a:cubicBezTo>
                    <a:pt x="137146" y="812653"/>
                    <a:pt x="141539" y="799439"/>
                    <a:pt x="145711" y="786098"/>
                  </a:cubicBezTo>
                  <a:cubicBezTo>
                    <a:pt x="157264" y="759189"/>
                    <a:pt x="168475" y="732138"/>
                    <a:pt x="179338" y="704941"/>
                  </a:cubicBezTo>
                  <a:cubicBezTo>
                    <a:pt x="199886" y="647934"/>
                    <a:pt x="226601" y="592119"/>
                    <a:pt x="249767" y="536009"/>
                  </a:cubicBezTo>
                  <a:cubicBezTo>
                    <a:pt x="319445" y="367265"/>
                    <a:pt x="393309" y="199639"/>
                    <a:pt x="458956" y="29361"/>
                  </a:cubicBezTo>
                  <a:lnTo>
                    <a:pt x="458454" y="47216"/>
                  </a:lnTo>
                  <a:cubicBezTo>
                    <a:pt x="463919" y="45923"/>
                    <a:pt x="468386" y="39795"/>
                    <a:pt x="472444" y="35877"/>
                  </a:cubicBezTo>
                  <a:cubicBezTo>
                    <a:pt x="398701" y="208982"/>
                    <a:pt x="326250" y="382628"/>
                    <a:pt x="255078" y="556804"/>
                  </a:cubicBezTo>
                  <a:cubicBezTo>
                    <a:pt x="219676" y="644840"/>
                    <a:pt x="179988" y="735206"/>
                    <a:pt x="154639" y="826764"/>
                  </a:cubicBezTo>
                  <a:cubicBezTo>
                    <a:pt x="191527" y="827829"/>
                    <a:pt x="228403" y="829142"/>
                    <a:pt x="265271" y="830709"/>
                  </a:cubicBezTo>
                  <a:cubicBezTo>
                    <a:pt x="245782" y="835189"/>
                    <a:pt x="185922" y="827862"/>
                    <a:pt x="174510" y="837366"/>
                  </a:cubicBezTo>
                  <a:cubicBezTo>
                    <a:pt x="169366" y="838692"/>
                    <a:pt x="160740" y="839201"/>
                    <a:pt x="157968" y="843969"/>
                  </a:cubicBezTo>
                  <a:cubicBezTo>
                    <a:pt x="145705" y="865039"/>
                    <a:pt x="151799" y="918631"/>
                    <a:pt x="160352" y="941468"/>
                  </a:cubicBezTo>
                  <a:cubicBezTo>
                    <a:pt x="164337" y="952124"/>
                    <a:pt x="171757" y="965210"/>
                    <a:pt x="181910" y="971137"/>
                  </a:cubicBezTo>
                  <a:cubicBezTo>
                    <a:pt x="188393" y="974921"/>
                    <a:pt x="194970" y="975450"/>
                    <a:pt x="201861" y="972316"/>
                  </a:cubicBezTo>
                  <a:cubicBezTo>
                    <a:pt x="224391" y="962056"/>
                    <a:pt x="233318" y="925589"/>
                    <a:pt x="238803" y="904171"/>
                  </a:cubicBezTo>
                  <a:cubicBezTo>
                    <a:pt x="243378" y="919019"/>
                    <a:pt x="247637" y="933961"/>
                    <a:pt x="251582" y="948996"/>
                  </a:cubicBezTo>
                  <a:cubicBezTo>
                    <a:pt x="284171" y="959203"/>
                    <a:pt x="320597" y="973756"/>
                    <a:pt x="354244" y="978129"/>
                  </a:cubicBezTo>
                  <a:lnTo>
                    <a:pt x="360821" y="972932"/>
                  </a:lnTo>
                  <a:lnTo>
                    <a:pt x="362087" y="974553"/>
                  </a:lnTo>
                  <a:lnTo>
                    <a:pt x="358865" y="979100"/>
                  </a:lnTo>
                  <a:lnTo>
                    <a:pt x="362964" y="976903"/>
                  </a:lnTo>
                  <a:cubicBezTo>
                    <a:pt x="359910" y="969610"/>
                    <a:pt x="357091" y="962122"/>
                    <a:pt x="353447" y="955097"/>
                  </a:cubicBezTo>
                  <a:cubicBezTo>
                    <a:pt x="356260" y="946324"/>
                    <a:pt x="357680" y="937477"/>
                    <a:pt x="359227" y="928422"/>
                  </a:cubicBezTo>
                  <a:cubicBezTo>
                    <a:pt x="367800" y="949679"/>
                    <a:pt x="377417" y="967869"/>
                    <a:pt x="390463" y="986835"/>
                  </a:cubicBezTo>
                  <a:cubicBezTo>
                    <a:pt x="412477" y="990204"/>
                    <a:pt x="434344" y="993841"/>
                    <a:pt x="456619" y="994906"/>
                  </a:cubicBezTo>
                  <a:lnTo>
                    <a:pt x="467361" y="992803"/>
                  </a:lnTo>
                  <a:cubicBezTo>
                    <a:pt x="476047" y="978310"/>
                    <a:pt x="470093" y="954943"/>
                    <a:pt x="468185" y="938655"/>
                  </a:cubicBezTo>
                  <a:cubicBezTo>
                    <a:pt x="466651" y="803190"/>
                    <a:pt x="502053" y="667235"/>
                    <a:pt x="533242" y="536203"/>
                  </a:cubicBezTo>
                  <a:cubicBezTo>
                    <a:pt x="549342" y="468574"/>
                    <a:pt x="564424" y="400215"/>
                    <a:pt x="583277" y="333296"/>
                  </a:cubicBezTo>
                  <a:cubicBezTo>
                    <a:pt x="602652" y="264549"/>
                    <a:pt x="626327" y="196739"/>
                    <a:pt x="642662" y="127141"/>
                  </a:cubicBezTo>
                  <a:cubicBezTo>
                    <a:pt x="643519" y="136129"/>
                    <a:pt x="643278" y="145686"/>
                    <a:pt x="648314" y="153461"/>
                  </a:cubicBezTo>
                  <a:cubicBezTo>
                    <a:pt x="636855" y="211835"/>
                    <a:pt x="615725" y="268755"/>
                    <a:pt x="601052" y="326472"/>
                  </a:cubicBezTo>
                  <a:cubicBezTo>
                    <a:pt x="566213" y="463531"/>
                    <a:pt x="532921" y="603578"/>
                    <a:pt x="506219" y="742472"/>
                  </a:cubicBezTo>
                  <a:lnTo>
                    <a:pt x="498202" y="787056"/>
                  </a:lnTo>
                  <a:cubicBezTo>
                    <a:pt x="515401" y="789548"/>
                    <a:pt x="531876" y="791724"/>
                    <a:pt x="549322" y="791516"/>
                  </a:cubicBezTo>
                  <a:lnTo>
                    <a:pt x="523230" y="794356"/>
                  </a:lnTo>
                  <a:cubicBezTo>
                    <a:pt x="511777" y="793043"/>
                    <a:pt x="505643" y="789782"/>
                    <a:pt x="496139" y="796787"/>
                  </a:cubicBezTo>
                  <a:lnTo>
                    <a:pt x="491330" y="812064"/>
                  </a:lnTo>
                  <a:cubicBezTo>
                    <a:pt x="491197" y="823342"/>
                    <a:pt x="489670" y="830695"/>
                    <a:pt x="495027" y="840755"/>
                  </a:cubicBezTo>
                  <a:cubicBezTo>
                    <a:pt x="501463" y="842623"/>
                    <a:pt x="506527" y="842985"/>
                    <a:pt x="513124" y="843059"/>
                  </a:cubicBezTo>
                  <a:cubicBezTo>
                    <a:pt x="522741" y="843172"/>
                    <a:pt x="527804" y="845014"/>
                    <a:pt x="535961" y="850117"/>
                  </a:cubicBezTo>
                  <a:cubicBezTo>
                    <a:pt x="520718" y="849629"/>
                    <a:pt x="506587" y="846695"/>
                    <a:pt x="493293" y="854692"/>
                  </a:cubicBezTo>
                  <a:lnTo>
                    <a:pt x="488665" y="868468"/>
                  </a:lnTo>
                  <a:cubicBezTo>
                    <a:pt x="488591" y="905973"/>
                    <a:pt x="490413" y="942861"/>
                    <a:pt x="491907" y="980306"/>
                  </a:cubicBezTo>
                  <a:cubicBezTo>
                    <a:pt x="491947" y="991075"/>
                    <a:pt x="490681" y="996560"/>
                    <a:pt x="496333" y="1005903"/>
                  </a:cubicBezTo>
                  <a:cubicBezTo>
                    <a:pt x="505609" y="1008361"/>
                    <a:pt x="513706" y="1008448"/>
                    <a:pt x="523183" y="1008347"/>
                  </a:cubicBezTo>
                  <a:cubicBezTo>
                    <a:pt x="510297" y="1017998"/>
                    <a:pt x="483930" y="1013544"/>
                    <a:pt x="467716" y="1015145"/>
                  </a:cubicBezTo>
                  <a:cubicBezTo>
                    <a:pt x="430754" y="1017797"/>
                    <a:pt x="392177" y="1008434"/>
                    <a:pt x="355597" y="1013524"/>
                  </a:cubicBezTo>
                  <a:cubicBezTo>
                    <a:pt x="311154" y="1015506"/>
                    <a:pt x="266309" y="1013946"/>
                    <a:pt x="221812" y="1014160"/>
                  </a:cubicBezTo>
                  <a:cubicBezTo>
                    <a:pt x="155088" y="1004630"/>
                    <a:pt x="76723" y="1025144"/>
                    <a:pt x="17680" y="983755"/>
                  </a:cubicBezTo>
                  <a:cubicBezTo>
                    <a:pt x="13655" y="971191"/>
                    <a:pt x="10299" y="958452"/>
                    <a:pt x="7614" y="945533"/>
                  </a:cubicBezTo>
                  <a:cubicBezTo>
                    <a:pt x="-4575" y="889310"/>
                    <a:pt x="-1495" y="831573"/>
                    <a:pt x="12335" y="775892"/>
                  </a:cubicBezTo>
                  <a:cubicBezTo>
                    <a:pt x="27418" y="715188"/>
                    <a:pt x="56778" y="655877"/>
                    <a:pt x="81619" y="598602"/>
                  </a:cubicBezTo>
                  <a:cubicBezTo>
                    <a:pt x="140387" y="463109"/>
                    <a:pt x="204279" y="331193"/>
                    <a:pt x="271680" y="199813"/>
                  </a:cubicBezTo>
                  <a:cubicBezTo>
                    <a:pt x="305783" y="133356"/>
                    <a:pt x="337568" y="62840"/>
                    <a:pt x="377845" y="47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D56F00-406B-E6B3-3F3F-91839E432D1A}"/>
                </a:ext>
              </a:extLst>
            </p:cNvPr>
            <p:cNvSpPr/>
            <p:nvPr/>
          </p:nvSpPr>
          <p:spPr>
            <a:xfrm>
              <a:off x="1250717" y="1230270"/>
              <a:ext cx="235522" cy="648275"/>
            </a:xfrm>
            <a:custGeom>
              <a:avLst/>
              <a:gdLst>
                <a:gd name="connsiteX0" fmla="*/ 91223 w 235522"/>
                <a:gd name="connsiteY0" fmla="*/ 286516 h 648275"/>
                <a:gd name="connsiteX1" fmla="*/ 0 w 235522"/>
                <a:gd name="connsiteY1" fmla="*/ 0 h 648275"/>
                <a:gd name="connsiteX2" fmla="*/ 235523 w 235522"/>
                <a:gd name="connsiteY2" fmla="*/ 633621 h 648275"/>
                <a:gd name="connsiteX3" fmla="*/ 227104 w 235522"/>
                <a:gd name="connsiteY3" fmla="*/ 648275 h 648275"/>
                <a:gd name="connsiteX4" fmla="*/ 217038 w 235522"/>
                <a:gd name="connsiteY4" fmla="*/ 620113 h 648275"/>
                <a:gd name="connsiteX5" fmla="*/ 136986 w 235522"/>
                <a:gd name="connsiteY5" fmla="*/ 418130 h 648275"/>
                <a:gd name="connsiteX6" fmla="*/ 91223 w 235522"/>
                <a:gd name="connsiteY6" fmla="*/ 286516 h 64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522" h="648275">
                  <a:moveTo>
                    <a:pt x="91223" y="286516"/>
                  </a:moveTo>
                  <a:cubicBezTo>
                    <a:pt x="63550" y="203068"/>
                    <a:pt x="12370" y="84727"/>
                    <a:pt x="0" y="0"/>
                  </a:cubicBezTo>
                  <a:cubicBezTo>
                    <a:pt x="17761" y="16703"/>
                    <a:pt x="230158" y="586078"/>
                    <a:pt x="235523" y="633621"/>
                  </a:cubicBezTo>
                  <a:lnTo>
                    <a:pt x="227104" y="648275"/>
                  </a:lnTo>
                  <a:cubicBezTo>
                    <a:pt x="222912" y="639040"/>
                    <a:pt x="219958" y="629811"/>
                    <a:pt x="217038" y="620113"/>
                  </a:cubicBezTo>
                  <a:cubicBezTo>
                    <a:pt x="193685" y="551238"/>
                    <a:pt x="162328" y="486041"/>
                    <a:pt x="136986" y="418130"/>
                  </a:cubicBezTo>
                  <a:cubicBezTo>
                    <a:pt x="120765" y="374652"/>
                    <a:pt x="110619" y="328836"/>
                    <a:pt x="91223" y="286516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8A6EEF1-8B25-8F5C-92FB-660CF2521120}"/>
                </a:ext>
              </a:extLst>
            </p:cNvPr>
            <p:cNvSpPr/>
            <p:nvPr/>
          </p:nvSpPr>
          <p:spPr>
            <a:xfrm>
              <a:off x="159551" y="1232473"/>
              <a:ext cx="408519" cy="704153"/>
            </a:xfrm>
            <a:custGeom>
              <a:avLst/>
              <a:gdLst>
                <a:gd name="connsiteX0" fmla="*/ 336089 w 408519"/>
                <a:gd name="connsiteY0" fmla="*/ 0 h 704153"/>
                <a:gd name="connsiteX1" fmla="*/ 408520 w 408519"/>
                <a:gd name="connsiteY1" fmla="*/ 623 h 704153"/>
                <a:gd name="connsiteX2" fmla="*/ 397242 w 408519"/>
                <a:gd name="connsiteY2" fmla="*/ 28323 h 704153"/>
                <a:gd name="connsiteX3" fmla="*/ 188052 w 408519"/>
                <a:gd name="connsiteY3" fmla="*/ 534971 h 704153"/>
                <a:gd name="connsiteX4" fmla="*/ 117624 w 408519"/>
                <a:gd name="connsiteY4" fmla="*/ 703903 h 704153"/>
                <a:gd name="connsiteX5" fmla="*/ 0 w 408519"/>
                <a:gd name="connsiteY5" fmla="*/ 702938 h 704153"/>
                <a:gd name="connsiteX6" fmla="*/ 207629 w 408519"/>
                <a:gd name="connsiteY6" fmla="*/ 239019 h 704153"/>
                <a:gd name="connsiteX7" fmla="*/ 336089 w 408519"/>
                <a:gd name="connsiteY7" fmla="*/ 0 h 704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519" h="704153">
                  <a:moveTo>
                    <a:pt x="336089" y="0"/>
                  </a:moveTo>
                  <a:cubicBezTo>
                    <a:pt x="360212" y="174"/>
                    <a:pt x="384410" y="-34"/>
                    <a:pt x="408520" y="623"/>
                  </a:cubicBezTo>
                  <a:lnTo>
                    <a:pt x="397242" y="28323"/>
                  </a:lnTo>
                  <a:cubicBezTo>
                    <a:pt x="331595" y="198601"/>
                    <a:pt x="257731" y="366227"/>
                    <a:pt x="188052" y="534971"/>
                  </a:cubicBezTo>
                  <a:cubicBezTo>
                    <a:pt x="164887" y="591081"/>
                    <a:pt x="138171" y="646896"/>
                    <a:pt x="117624" y="703903"/>
                  </a:cubicBezTo>
                  <a:cubicBezTo>
                    <a:pt x="78525" y="704713"/>
                    <a:pt x="39119" y="703334"/>
                    <a:pt x="0" y="702938"/>
                  </a:cubicBezTo>
                  <a:cubicBezTo>
                    <a:pt x="59860" y="543584"/>
                    <a:pt x="132586" y="391589"/>
                    <a:pt x="207629" y="239019"/>
                  </a:cubicBezTo>
                  <a:cubicBezTo>
                    <a:pt x="246995" y="158993"/>
                    <a:pt x="284701" y="73027"/>
                    <a:pt x="336089" y="0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899C56EE-AE81-2A0F-FA09-113F9E1842A2}"/>
                </a:ext>
              </a:extLst>
            </p:cNvPr>
            <p:cNvSpPr/>
            <p:nvPr/>
          </p:nvSpPr>
          <p:spPr>
            <a:xfrm>
              <a:off x="1063943" y="1231522"/>
              <a:ext cx="418813" cy="720630"/>
            </a:xfrm>
            <a:custGeom>
              <a:avLst/>
              <a:gdLst>
                <a:gd name="connsiteX0" fmla="*/ 168436 w 418813"/>
                <a:gd name="connsiteY0" fmla="*/ 0 h 720630"/>
                <a:gd name="connsiteX1" fmla="*/ 271092 w 418813"/>
                <a:gd name="connsiteY1" fmla="*/ 289724 h 720630"/>
                <a:gd name="connsiteX2" fmla="*/ 323498 w 418813"/>
                <a:gd name="connsiteY2" fmla="*/ 432034 h 720630"/>
                <a:gd name="connsiteX3" fmla="*/ 387283 w 418813"/>
                <a:gd name="connsiteY3" fmla="*/ 615620 h 720630"/>
                <a:gd name="connsiteX4" fmla="*/ 418813 w 418813"/>
                <a:gd name="connsiteY4" fmla="*/ 710888 h 720630"/>
                <a:gd name="connsiteX5" fmla="*/ 413335 w 418813"/>
                <a:gd name="connsiteY5" fmla="*/ 715536 h 720630"/>
                <a:gd name="connsiteX6" fmla="*/ 70308 w 418813"/>
                <a:gd name="connsiteY6" fmla="*/ 720626 h 720630"/>
                <a:gd name="connsiteX7" fmla="*/ 43760 w 418813"/>
                <a:gd name="connsiteY7" fmla="*/ 426462 h 720630"/>
                <a:gd name="connsiteX8" fmla="*/ 56197 w 418813"/>
                <a:gd name="connsiteY8" fmla="*/ 442944 h 720630"/>
                <a:gd name="connsiteX9" fmla="*/ 78968 w 418813"/>
                <a:gd name="connsiteY9" fmla="*/ 449052 h 720630"/>
                <a:gd name="connsiteX10" fmla="*/ 112166 w 418813"/>
                <a:gd name="connsiteY10" fmla="*/ 409665 h 720630"/>
                <a:gd name="connsiteX11" fmla="*/ 131715 w 418813"/>
                <a:gd name="connsiteY11" fmla="*/ 398675 h 720630"/>
                <a:gd name="connsiteX12" fmla="*/ 130001 w 418813"/>
                <a:gd name="connsiteY12" fmla="*/ 378349 h 720630"/>
                <a:gd name="connsiteX13" fmla="*/ 75210 w 418813"/>
                <a:gd name="connsiteY13" fmla="*/ 385388 h 720630"/>
                <a:gd name="connsiteX14" fmla="*/ 77983 w 418813"/>
                <a:gd name="connsiteY14" fmla="*/ 387377 h 720630"/>
                <a:gd name="connsiteX15" fmla="*/ 74688 w 418813"/>
                <a:gd name="connsiteY15" fmla="*/ 386647 h 720630"/>
                <a:gd name="connsiteX16" fmla="*/ 71319 w 418813"/>
                <a:gd name="connsiteY16" fmla="*/ 386352 h 720630"/>
                <a:gd name="connsiteX17" fmla="*/ 67944 w 418813"/>
                <a:gd name="connsiteY17" fmla="*/ 386499 h 720630"/>
                <a:gd name="connsiteX18" fmla="*/ 64622 w 418813"/>
                <a:gd name="connsiteY18" fmla="*/ 387075 h 720630"/>
                <a:gd name="connsiteX19" fmla="*/ 61394 w 418813"/>
                <a:gd name="connsiteY19" fmla="*/ 388073 h 720630"/>
                <a:gd name="connsiteX20" fmla="*/ 58326 w 418813"/>
                <a:gd name="connsiteY20" fmla="*/ 389486 h 720630"/>
                <a:gd name="connsiteX21" fmla="*/ 55467 w 418813"/>
                <a:gd name="connsiteY21" fmla="*/ 391281 h 720630"/>
                <a:gd name="connsiteX22" fmla="*/ 52862 w 418813"/>
                <a:gd name="connsiteY22" fmla="*/ 393431 h 720630"/>
                <a:gd name="connsiteX23" fmla="*/ 50558 w 418813"/>
                <a:gd name="connsiteY23" fmla="*/ 395896 h 720630"/>
                <a:gd name="connsiteX24" fmla="*/ 48589 w 418813"/>
                <a:gd name="connsiteY24" fmla="*/ 398641 h 720630"/>
                <a:gd name="connsiteX25" fmla="*/ 46994 w 418813"/>
                <a:gd name="connsiteY25" fmla="*/ 401615 h 720630"/>
                <a:gd name="connsiteX26" fmla="*/ 45796 w 418813"/>
                <a:gd name="connsiteY26" fmla="*/ 404776 h 720630"/>
                <a:gd name="connsiteX27" fmla="*/ 45012 w 418813"/>
                <a:gd name="connsiteY27" fmla="*/ 408058 h 720630"/>
                <a:gd name="connsiteX28" fmla="*/ 44664 w 418813"/>
                <a:gd name="connsiteY28" fmla="*/ 411420 h 720630"/>
                <a:gd name="connsiteX29" fmla="*/ 44751 w 418813"/>
                <a:gd name="connsiteY29" fmla="*/ 414795 h 720630"/>
                <a:gd name="connsiteX30" fmla="*/ 45274 w 418813"/>
                <a:gd name="connsiteY30" fmla="*/ 418130 h 720630"/>
                <a:gd name="connsiteX31" fmla="*/ 26166 w 418813"/>
                <a:gd name="connsiteY31" fmla="*/ 290172 h 720630"/>
                <a:gd name="connsiteX32" fmla="*/ 0 w 418813"/>
                <a:gd name="connsiteY32" fmla="*/ 4695 h 720630"/>
                <a:gd name="connsiteX33" fmla="*/ 168436 w 418813"/>
                <a:gd name="connsiteY33" fmla="*/ 0 h 720630"/>
                <a:gd name="connsiteX34" fmla="*/ 270837 w 418813"/>
                <a:gd name="connsiteY34" fmla="*/ 375831 h 720630"/>
                <a:gd name="connsiteX35" fmla="*/ 146282 w 418813"/>
                <a:gd name="connsiteY35" fmla="*/ 378570 h 720630"/>
                <a:gd name="connsiteX36" fmla="*/ 145230 w 418813"/>
                <a:gd name="connsiteY36" fmla="*/ 381141 h 720630"/>
                <a:gd name="connsiteX37" fmla="*/ 202646 w 418813"/>
                <a:gd name="connsiteY37" fmla="*/ 394630 h 720630"/>
                <a:gd name="connsiteX38" fmla="*/ 289128 w 418813"/>
                <a:gd name="connsiteY38" fmla="*/ 387718 h 720630"/>
                <a:gd name="connsiteX39" fmla="*/ 270837 w 418813"/>
                <a:gd name="connsiteY39" fmla="*/ 375831 h 720630"/>
                <a:gd name="connsiteX40" fmla="*/ 62258 w 418813"/>
                <a:gd name="connsiteY40" fmla="*/ 73422 h 720630"/>
                <a:gd name="connsiteX41" fmla="*/ 25697 w 418813"/>
                <a:gd name="connsiteY41" fmla="*/ 111121 h 720630"/>
                <a:gd name="connsiteX42" fmla="*/ 24733 w 418813"/>
                <a:gd name="connsiteY42" fmla="*/ 115287 h 720630"/>
                <a:gd name="connsiteX43" fmla="*/ 24197 w 418813"/>
                <a:gd name="connsiteY43" fmla="*/ 119526 h 720630"/>
                <a:gd name="connsiteX44" fmla="*/ 24103 w 418813"/>
                <a:gd name="connsiteY44" fmla="*/ 123806 h 720630"/>
                <a:gd name="connsiteX45" fmla="*/ 24438 w 418813"/>
                <a:gd name="connsiteY45" fmla="*/ 128065 h 720630"/>
                <a:gd name="connsiteX46" fmla="*/ 25208 w 418813"/>
                <a:gd name="connsiteY46" fmla="*/ 132271 h 720630"/>
                <a:gd name="connsiteX47" fmla="*/ 26401 w 418813"/>
                <a:gd name="connsiteY47" fmla="*/ 136376 h 720630"/>
                <a:gd name="connsiteX48" fmla="*/ 28008 w 418813"/>
                <a:gd name="connsiteY48" fmla="*/ 140341 h 720630"/>
                <a:gd name="connsiteX49" fmla="*/ 30011 w 418813"/>
                <a:gd name="connsiteY49" fmla="*/ 144119 h 720630"/>
                <a:gd name="connsiteX50" fmla="*/ 60396 w 418813"/>
                <a:gd name="connsiteY50" fmla="*/ 166528 h 720630"/>
                <a:gd name="connsiteX51" fmla="*/ 86823 w 418813"/>
                <a:gd name="connsiteY51" fmla="*/ 167592 h 720630"/>
                <a:gd name="connsiteX52" fmla="*/ 118528 w 418813"/>
                <a:gd name="connsiteY52" fmla="*/ 141373 h 720630"/>
                <a:gd name="connsiteX53" fmla="*/ 117497 w 418813"/>
                <a:gd name="connsiteY53" fmla="*/ 106239 h 720630"/>
                <a:gd name="connsiteX54" fmla="*/ 78552 w 418813"/>
                <a:gd name="connsiteY54" fmla="*/ 75672 h 720630"/>
                <a:gd name="connsiteX55" fmla="*/ 62258 w 418813"/>
                <a:gd name="connsiteY55" fmla="*/ 73422 h 720630"/>
                <a:gd name="connsiteX56" fmla="*/ 117109 w 418813"/>
                <a:gd name="connsiteY56" fmla="*/ 173747 h 720630"/>
                <a:gd name="connsiteX57" fmla="*/ 97425 w 418813"/>
                <a:gd name="connsiteY57" fmla="*/ 205686 h 720630"/>
                <a:gd name="connsiteX58" fmla="*/ 105522 w 418813"/>
                <a:gd name="connsiteY58" fmla="*/ 226970 h 720630"/>
                <a:gd name="connsiteX59" fmla="*/ 138854 w 418813"/>
                <a:gd name="connsiteY59" fmla="*/ 233547 h 720630"/>
                <a:gd name="connsiteX60" fmla="*/ 158544 w 418813"/>
                <a:gd name="connsiteY60" fmla="*/ 189432 h 720630"/>
                <a:gd name="connsiteX61" fmla="*/ 144185 w 418813"/>
                <a:gd name="connsiteY61" fmla="*/ 173479 h 720630"/>
                <a:gd name="connsiteX62" fmla="*/ 117109 w 418813"/>
                <a:gd name="connsiteY62" fmla="*/ 173747 h 720630"/>
                <a:gd name="connsiteX63" fmla="*/ 199163 w 418813"/>
                <a:gd name="connsiteY63" fmla="*/ 277488 h 720630"/>
                <a:gd name="connsiteX64" fmla="*/ 203577 w 418813"/>
                <a:gd name="connsiteY64" fmla="*/ 297459 h 720630"/>
                <a:gd name="connsiteX65" fmla="*/ 227452 w 418813"/>
                <a:gd name="connsiteY65" fmla="*/ 297111 h 720630"/>
                <a:gd name="connsiteX66" fmla="*/ 222470 w 418813"/>
                <a:gd name="connsiteY66" fmla="*/ 278700 h 720630"/>
                <a:gd name="connsiteX67" fmla="*/ 199163 w 418813"/>
                <a:gd name="connsiteY67" fmla="*/ 277488 h 720630"/>
                <a:gd name="connsiteX68" fmla="*/ 170164 w 418813"/>
                <a:gd name="connsiteY68" fmla="*/ 438751 h 720630"/>
                <a:gd name="connsiteX69" fmla="*/ 149657 w 418813"/>
                <a:gd name="connsiteY69" fmla="*/ 475010 h 720630"/>
                <a:gd name="connsiteX70" fmla="*/ 154727 w 418813"/>
                <a:gd name="connsiteY70" fmla="*/ 489557 h 720630"/>
                <a:gd name="connsiteX71" fmla="*/ 184255 w 418813"/>
                <a:gd name="connsiteY71" fmla="*/ 500433 h 720630"/>
                <a:gd name="connsiteX72" fmla="*/ 205284 w 418813"/>
                <a:gd name="connsiteY72" fmla="*/ 493240 h 720630"/>
                <a:gd name="connsiteX73" fmla="*/ 212002 w 418813"/>
                <a:gd name="connsiteY73" fmla="*/ 474963 h 720630"/>
                <a:gd name="connsiteX74" fmla="*/ 193852 w 418813"/>
                <a:gd name="connsiteY74" fmla="*/ 450338 h 720630"/>
                <a:gd name="connsiteX75" fmla="*/ 184563 w 418813"/>
                <a:gd name="connsiteY75" fmla="*/ 442267 h 720630"/>
                <a:gd name="connsiteX76" fmla="*/ 183827 w 418813"/>
                <a:gd name="connsiteY76" fmla="*/ 441350 h 720630"/>
                <a:gd name="connsiteX77" fmla="*/ 283087 w 418813"/>
                <a:gd name="connsiteY77" fmla="*/ 440633 h 720630"/>
                <a:gd name="connsiteX78" fmla="*/ 170164 w 418813"/>
                <a:gd name="connsiteY78" fmla="*/ 438751 h 720630"/>
                <a:gd name="connsiteX79" fmla="*/ 284406 w 418813"/>
                <a:gd name="connsiteY79" fmla="*/ 552491 h 720630"/>
                <a:gd name="connsiteX80" fmla="*/ 230593 w 418813"/>
                <a:gd name="connsiteY80" fmla="*/ 594108 h 720630"/>
                <a:gd name="connsiteX81" fmla="*/ 227961 w 418813"/>
                <a:gd name="connsiteY81" fmla="*/ 650331 h 720630"/>
                <a:gd name="connsiteX82" fmla="*/ 260657 w 418813"/>
                <a:gd name="connsiteY82" fmla="*/ 681326 h 720630"/>
                <a:gd name="connsiteX83" fmla="*/ 294157 w 418813"/>
                <a:gd name="connsiteY83" fmla="*/ 686048 h 720630"/>
                <a:gd name="connsiteX84" fmla="*/ 342826 w 418813"/>
                <a:gd name="connsiteY84" fmla="*/ 651236 h 720630"/>
                <a:gd name="connsiteX85" fmla="*/ 345820 w 418813"/>
                <a:gd name="connsiteY85" fmla="*/ 645208 h 720630"/>
                <a:gd name="connsiteX86" fmla="*/ 348191 w 418813"/>
                <a:gd name="connsiteY86" fmla="*/ 638913 h 720630"/>
                <a:gd name="connsiteX87" fmla="*/ 349925 w 418813"/>
                <a:gd name="connsiteY87" fmla="*/ 632409 h 720630"/>
                <a:gd name="connsiteX88" fmla="*/ 350997 w 418813"/>
                <a:gd name="connsiteY88" fmla="*/ 625773 h 720630"/>
                <a:gd name="connsiteX89" fmla="*/ 351399 w 418813"/>
                <a:gd name="connsiteY89" fmla="*/ 619055 h 720630"/>
                <a:gd name="connsiteX90" fmla="*/ 351124 w 418813"/>
                <a:gd name="connsiteY90" fmla="*/ 612331 h 720630"/>
                <a:gd name="connsiteX91" fmla="*/ 350180 w 418813"/>
                <a:gd name="connsiteY91" fmla="*/ 605674 h 720630"/>
                <a:gd name="connsiteX92" fmla="*/ 348573 w 418813"/>
                <a:gd name="connsiteY92" fmla="*/ 599138 h 720630"/>
                <a:gd name="connsiteX93" fmla="*/ 311122 w 418813"/>
                <a:gd name="connsiteY93" fmla="*/ 558565 h 720630"/>
                <a:gd name="connsiteX94" fmla="*/ 284406 w 418813"/>
                <a:gd name="connsiteY94" fmla="*/ 552491 h 72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18813" h="720630">
                  <a:moveTo>
                    <a:pt x="168436" y="0"/>
                  </a:moveTo>
                  <a:cubicBezTo>
                    <a:pt x="198674" y="96956"/>
                    <a:pt x="233172" y="195513"/>
                    <a:pt x="271092" y="289724"/>
                  </a:cubicBezTo>
                  <a:cubicBezTo>
                    <a:pt x="289168" y="336939"/>
                    <a:pt x="307438" y="384081"/>
                    <a:pt x="323498" y="432034"/>
                  </a:cubicBezTo>
                  <a:cubicBezTo>
                    <a:pt x="343951" y="493126"/>
                    <a:pt x="362275" y="556201"/>
                    <a:pt x="387283" y="615620"/>
                  </a:cubicBezTo>
                  <a:cubicBezTo>
                    <a:pt x="397449" y="647478"/>
                    <a:pt x="407301" y="679478"/>
                    <a:pt x="418813" y="710888"/>
                  </a:cubicBezTo>
                  <a:cubicBezTo>
                    <a:pt x="416992" y="712435"/>
                    <a:pt x="415605" y="714786"/>
                    <a:pt x="413335" y="715536"/>
                  </a:cubicBezTo>
                  <a:cubicBezTo>
                    <a:pt x="400731" y="719688"/>
                    <a:pt x="106145" y="720713"/>
                    <a:pt x="70308" y="720626"/>
                  </a:cubicBezTo>
                  <a:cubicBezTo>
                    <a:pt x="64642" y="666987"/>
                    <a:pt x="35074" y="463886"/>
                    <a:pt x="43760" y="426462"/>
                  </a:cubicBezTo>
                  <a:cubicBezTo>
                    <a:pt x="46981" y="431880"/>
                    <a:pt x="51221" y="438952"/>
                    <a:pt x="56197" y="442944"/>
                  </a:cubicBezTo>
                  <a:cubicBezTo>
                    <a:pt x="62941" y="448362"/>
                    <a:pt x="70355" y="450867"/>
                    <a:pt x="78968" y="449052"/>
                  </a:cubicBezTo>
                  <a:cubicBezTo>
                    <a:pt x="99642" y="444698"/>
                    <a:pt x="103279" y="425430"/>
                    <a:pt x="112166" y="409665"/>
                  </a:cubicBezTo>
                  <a:cubicBezTo>
                    <a:pt x="120892" y="406939"/>
                    <a:pt x="125045" y="405359"/>
                    <a:pt x="131715" y="398675"/>
                  </a:cubicBezTo>
                  <a:cubicBezTo>
                    <a:pt x="132974" y="389312"/>
                    <a:pt x="133356" y="387055"/>
                    <a:pt x="130001" y="378349"/>
                  </a:cubicBezTo>
                  <a:cubicBezTo>
                    <a:pt x="112641" y="369964"/>
                    <a:pt x="92570" y="379822"/>
                    <a:pt x="75210" y="385388"/>
                  </a:cubicBezTo>
                  <a:lnTo>
                    <a:pt x="77983" y="387377"/>
                  </a:lnTo>
                  <a:cubicBezTo>
                    <a:pt x="76898" y="387062"/>
                    <a:pt x="75800" y="386821"/>
                    <a:pt x="74688" y="386647"/>
                  </a:cubicBezTo>
                  <a:cubicBezTo>
                    <a:pt x="73569" y="386479"/>
                    <a:pt x="72451" y="386379"/>
                    <a:pt x="71319" y="386352"/>
                  </a:cubicBezTo>
                  <a:cubicBezTo>
                    <a:pt x="70194" y="386332"/>
                    <a:pt x="69069" y="386379"/>
                    <a:pt x="67944" y="386499"/>
                  </a:cubicBezTo>
                  <a:cubicBezTo>
                    <a:pt x="66825" y="386620"/>
                    <a:pt x="65714" y="386814"/>
                    <a:pt x="64622" y="387075"/>
                  </a:cubicBezTo>
                  <a:cubicBezTo>
                    <a:pt x="63523" y="387337"/>
                    <a:pt x="62445" y="387671"/>
                    <a:pt x="61394" y="388073"/>
                  </a:cubicBezTo>
                  <a:cubicBezTo>
                    <a:pt x="60342" y="388482"/>
                    <a:pt x="59318" y="388951"/>
                    <a:pt x="58326" y="389486"/>
                  </a:cubicBezTo>
                  <a:cubicBezTo>
                    <a:pt x="57335" y="390022"/>
                    <a:pt x="56384" y="390618"/>
                    <a:pt x="55467" y="391281"/>
                  </a:cubicBezTo>
                  <a:cubicBezTo>
                    <a:pt x="54549" y="391944"/>
                    <a:pt x="53685" y="392661"/>
                    <a:pt x="52862" y="393431"/>
                  </a:cubicBezTo>
                  <a:cubicBezTo>
                    <a:pt x="52038" y="394201"/>
                    <a:pt x="51274" y="395025"/>
                    <a:pt x="50558" y="395896"/>
                  </a:cubicBezTo>
                  <a:cubicBezTo>
                    <a:pt x="49841" y="396773"/>
                    <a:pt x="49185" y="397684"/>
                    <a:pt x="48589" y="398641"/>
                  </a:cubicBezTo>
                  <a:cubicBezTo>
                    <a:pt x="47993" y="399599"/>
                    <a:pt x="47457" y="400590"/>
                    <a:pt x="46994" y="401615"/>
                  </a:cubicBezTo>
                  <a:cubicBezTo>
                    <a:pt x="46526" y="402640"/>
                    <a:pt x="46124" y="403698"/>
                    <a:pt x="45796" y="404776"/>
                  </a:cubicBezTo>
                  <a:cubicBezTo>
                    <a:pt x="45461" y="405854"/>
                    <a:pt x="45200" y="406946"/>
                    <a:pt x="45012" y="408058"/>
                  </a:cubicBezTo>
                  <a:cubicBezTo>
                    <a:pt x="44825" y="409169"/>
                    <a:pt x="44711" y="410288"/>
                    <a:pt x="44664" y="411420"/>
                  </a:cubicBezTo>
                  <a:cubicBezTo>
                    <a:pt x="44617" y="412545"/>
                    <a:pt x="44651" y="413670"/>
                    <a:pt x="44751" y="414795"/>
                  </a:cubicBezTo>
                  <a:cubicBezTo>
                    <a:pt x="44852" y="415914"/>
                    <a:pt x="45026" y="417025"/>
                    <a:pt x="45274" y="418130"/>
                  </a:cubicBezTo>
                  <a:cubicBezTo>
                    <a:pt x="34317" y="377137"/>
                    <a:pt x="31156" y="332332"/>
                    <a:pt x="26166" y="290172"/>
                  </a:cubicBezTo>
                  <a:cubicBezTo>
                    <a:pt x="15497" y="195192"/>
                    <a:pt x="6771" y="100030"/>
                    <a:pt x="0" y="4695"/>
                  </a:cubicBezTo>
                  <a:cubicBezTo>
                    <a:pt x="56217" y="4012"/>
                    <a:pt x="112293" y="3282"/>
                    <a:pt x="168436" y="0"/>
                  </a:cubicBezTo>
                  <a:close/>
                  <a:moveTo>
                    <a:pt x="270837" y="375831"/>
                  </a:moveTo>
                  <a:cubicBezTo>
                    <a:pt x="233527" y="369622"/>
                    <a:pt x="183391" y="370439"/>
                    <a:pt x="146282" y="378570"/>
                  </a:cubicBezTo>
                  <a:lnTo>
                    <a:pt x="145230" y="381141"/>
                  </a:lnTo>
                  <a:cubicBezTo>
                    <a:pt x="166199" y="390712"/>
                    <a:pt x="179018" y="397295"/>
                    <a:pt x="202646" y="394630"/>
                  </a:cubicBezTo>
                  <a:cubicBezTo>
                    <a:pt x="222698" y="395065"/>
                    <a:pt x="274293" y="400436"/>
                    <a:pt x="289128" y="387718"/>
                  </a:cubicBezTo>
                  <a:cubicBezTo>
                    <a:pt x="285484" y="379387"/>
                    <a:pt x="278968" y="379146"/>
                    <a:pt x="270837" y="375831"/>
                  </a:cubicBezTo>
                  <a:close/>
                  <a:moveTo>
                    <a:pt x="62258" y="73422"/>
                  </a:moveTo>
                  <a:cubicBezTo>
                    <a:pt x="44604" y="82571"/>
                    <a:pt x="31310" y="90956"/>
                    <a:pt x="25697" y="111121"/>
                  </a:cubicBezTo>
                  <a:cubicBezTo>
                    <a:pt x="25302" y="112494"/>
                    <a:pt x="24981" y="113880"/>
                    <a:pt x="24733" y="115287"/>
                  </a:cubicBezTo>
                  <a:cubicBezTo>
                    <a:pt x="24485" y="116693"/>
                    <a:pt x="24304" y="118106"/>
                    <a:pt x="24197" y="119526"/>
                  </a:cubicBezTo>
                  <a:cubicBezTo>
                    <a:pt x="24097" y="120953"/>
                    <a:pt x="24063" y="122379"/>
                    <a:pt x="24103" y="123806"/>
                  </a:cubicBezTo>
                  <a:cubicBezTo>
                    <a:pt x="24144" y="125232"/>
                    <a:pt x="24258" y="126652"/>
                    <a:pt x="24438" y="128065"/>
                  </a:cubicBezTo>
                  <a:cubicBezTo>
                    <a:pt x="24619" y="129478"/>
                    <a:pt x="24880" y="130885"/>
                    <a:pt x="25208" y="132271"/>
                  </a:cubicBezTo>
                  <a:cubicBezTo>
                    <a:pt x="25537" y="133657"/>
                    <a:pt x="25932" y="135030"/>
                    <a:pt x="26401" y="136376"/>
                  </a:cubicBezTo>
                  <a:cubicBezTo>
                    <a:pt x="26869" y="137723"/>
                    <a:pt x="27405" y="139049"/>
                    <a:pt x="28008" y="140341"/>
                  </a:cubicBezTo>
                  <a:cubicBezTo>
                    <a:pt x="28611" y="141634"/>
                    <a:pt x="29281" y="142893"/>
                    <a:pt x="30011" y="144119"/>
                  </a:cubicBezTo>
                  <a:cubicBezTo>
                    <a:pt x="36333" y="154901"/>
                    <a:pt x="48053" y="164003"/>
                    <a:pt x="60396" y="166528"/>
                  </a:cubicBezTo>
                  <a:cubicBezTo>
                    <a:pt x="68875" y="168262"/>
                    <a:pt x="78204" y="167726"/>
                    <a:pt x="86823" y="167592"/>
                  </a:cubicBezTo>
                  <a:cubicBezTo>
                    <a:pt x="99856" y="161418"/>
                    <a:pt x="112052" y="155069"/>
                    <a:pt x="118528" y="141373"/>
                  </a:cubicBezTo>
                  <a:cubicBezTo>
                    <a:pt x="123759" y="130322"/>
                    <a:pt x="122982" y="117001"/>
                    <a:pt x="117497" y="106239"/>
                  </a:cubicBezTo>
                  <a:cubicBezTo>
                    <a:pt x="110003" y="91525"/>
                    <a:pt x="94646" y="79503"/>
                    <a:pt x="78552" y="75672"/>
                  </a:cubicBezTo>
                  <a:cubicBezTo>
                    <a:pt x="73241" y="74407"/>
                    <a:pt x="67689" y="73911"/>
                    <a:pt x="62258" y="73422"/>
                  </a:cubicBezTo>
                  <a:close/>
                  <a:moveTo>
                    <a:pt x="117109" y="173747"/>
                  </a:moveTo>
                  <a:cubicBezTo>
                    <a:pt x="106976" y="183157"/>
                    <a:pt x="98778" y="191039"/>
                    <a:pt x="97425" y="205686"/>
                  </a:cubicBezTo>
                  <a:cubicBezTo>
                    <a:pt x="96668" y="213810"/>
                    <a:pt x="99454" y="221459"/>
                    <a:pt x="105522" y="226970"/>
                  </a:cubicBezTo>
                  <a:cubicBezTo>
                    <a:pt x="115186" y="235751"/>
                    <a:pt x="126913" y="234358"/>
                    <a:pt x="138854" y="233547"/>
                  </a:cubicBezTo>
                  <a:cubicBezTo>
                    <a:pt x="151352" y="220742"/>
                    <a:pt x="158658" y="207615"/>
                    <a:pt x="158544" y="189432"/>
                  </a:cubicBezTo>
                  <a:cubicBezTo>
                    <a:pt x="153836" y="180076"/>
                    <a:pt x="153086" y="178897"/>
                    <a:pt x="144185" y="173479"/>
                  </a:cubicBezTo>
                  <a:cubicBezTo>
                    <a:pt x="135030" y="173098"/>
                    <a:pt x="126270" y="172984"/>
                    <a:pt x="117109" y="173747"/>
                  </a:cubicBezTo>
                  <a:close/>
                  <a:moveTo>
                    <a:pt x="199163" y="277488"/>
                  </a:moveTo>
                  <a:cubicBezTo>
                    <a:pt x="198969" y="287045"/>
                    <a:pt x="197536" y="289731"/>
                    <a:pt x="203577" y="297459"/>
                  </a:cubicBezTo>
                  <a:cubicBezTo>
                    <a:pt x="212511" y="299113"/>
                    <a:pt x="218619" y="298430"/>
                    <a:pt x="227452" y="297111"/>
                  </a:cubicBezTo>
                  <a:cubicBezTo>
                    <a:pt x="227392" y="287500"/>
                    <a:pt x="228578" y="285900"/>
                    <a:pt x="222470" y="278700"/>
                  </a:cubicBezTo>
                  <a:cubicBezTo>
                    <a:pt x="214473" y="277629"/>
                    <a:pt x="207227" y="277173"/>
                    <a:pt x="199163" y="277488"/>
                  </a:cubicBezTo>
                  <a:close/>
                  <a:moveTo>
                    <a:pt x="170164" y="438751"/>
                  </a:moveTo>
                  <a:cubicBezTo>
                    <a:pt x="159964" y="447906"/>
                    <a:pt x="149704" y="460511"/>
                    <a:pt x="149657" y="475010"/>
                  </a:cubicBezTo>
                  <a:cubicBezTo>
                    <a:pt x="149637" y="480449"/>
                    <a:pt x="151144" y="485251"/>
                    <a:pt x="154727" y="489557"/>
                  </a:cubicBezTo>
                  <a:cubicBezTo>
                    <a:pt x="161391" y="497587"/>
                    <a:pt x="174263" y="500815"/>
                    <a:pt x="184255" y="500433"/>
                  </a:cubicBezTo>
                  <a:cubicBezTo>
                    <a:pt x="191388" y="500159"/>
                    <a:pt x="199867" y="498062"/>
                    <a:pt x="205284" y="493240"/>
                  </a:cubicBezTo>
                  <a:cubicBezTo>
                    <a:pt x="210743" y="488371"/>
                    <a:pt x="212531" y="482103"/>
                    <a:pt x="212002" y="474963"/>
                  </a:cubicBezTo>
                  <a:cubicBezTo>
                    <a:pt x="211172" y="463605"/>
                    <a:pt x="201702" y="457155"/>
                    <a:pt x="193852" y="450338"/>
                  </a:cubicBezTo>
                  <a:cubicBezTo>
                    <a:pt x="190778" y="447672"/>
                    <a:pt x="187550" y="445013"/>
                    <a:pt x="184563" y="442267"/>
                  </a:cubicBezTo>
                  <a:cubicBezTo>
                    <a:pt x="184275" y="442000"/>
                    <a:pt x="184074" y="441658"/>
                    <a:pt x="183827" y="441350"/>
                  </a:cubicBezTo>
                  <a:cubicBezTo>
                    <a:pt x="216308" y="441336"/>
                    <a:pt x="250886" y="444323"/>
                    <a:pt x="283087" y="440633"/>
                  </a:cubicBezTo>
                  <a:cubicBezTo>
                    <a:pt x="245455" y="439662"/>
                    <a:pt x="207809" y="439039"/>
                    <a:pt x="170164" y="438751"/>
                  </a:cubicBezTo>
                  <a:close/>
                  <a:moveTo>
                    <a:pt x="284406" y="552491"/>
                  </a:moveTo>
                  <a:cubicBezTo>
                    <a:pt x="260523" y="561539"/>
                    <a:pt x="242227" y="570145"/>
                    <a:pt x="230593" y="594108"/>
                  </a:cubicBezTo>
                  <a:cubicBezTo>
                    <a:pt x="222108" y="611574"/>
                    <a:pt x="220581" y="632202"/>
                    <a:pt x="227961" y="650331"/>
                  </a:cubicBezTo>
                  <a:cubicBezTo>
                    <a:pt x="233908" y="664925"/>
                    <a:pt x="245930" y="675922"/>
                    <a:pt x="260657" y="681326"/>
                  </a:cubicBezTo>
                  <a:cubicBezTo>
                    <a:pt x="271219" y="685204"/>
                    <a:pt x="282986" y="686021"/>
                    <a:pt x="294157" y="686048"/>
                  </a:cubicBezTo>
                  <a:cubicBezTo>
                    <a:pt x="315843" y="679900"/>
                    <a:pt x="331408" y="671468"/>
                    <a:pt x="342826" y="651236"/>
                  </a:cubicBezTo>
                  <a:cubicBezTo>
                    <a:pt x="343924" y="649273"/>
                    <a:pt x="344923" y="647264"/>
                    <a:pt x="345820" y="645208"/>
                  </a:cubicBezTo>
                  <a:cubicBezTo>
                    <a:pt x="346711" y="643152"/>
                    <a:pt x="347501" y="641049"/>
                    <a:pt x="348191" y="638913"/>
                  </a:cubicBezTo>
                  <a:cubicBezTo>
                    <a:pt x="348881" y="636776"/>
                    <a:pt x="349457" y="634606"/>
                    <a:pt x="349925" y="632409"/>
                  </a:cubicBezTo>
                  <a:cubicBezTo>
                    <a:pt x="350394" y="630220"/>
                    <a:pt x="350749" y="628003"/>
                    <a:pt x="350997" y="625773"/>
                  </a:cubicBezTo>
                  <a:cubicBezTo>
                    <a:pt x="351245" y="623542"/>
                    <a:pt x="351379" y="621299"/>
                    <a:pt x="351399" y="619055"/>
                  </a:cubicBezTo>
                  <a:cubicBezTo>
                    <a:pt x="351419" y="616811"/>
                    <a:pt x="351325" y="614568"/>
                    <a:pt x="351124" y="612331"/>
                  </a:cubicBezTo>
                  <a:cubicBezTo>
                    <a:pt x="350916" y="610094"/>
                    <a:pt x="350602" y="607877"/>
                    <a:pt x="350180" y="605674"/>
                  </a:cubicBezTo>
                  <a:cubicBezTo>
                    <a:pt x="349751" y="603471"/>
                    <a:pt x="349216" y="601287"/>
                    <a:pt x="348573" y="599138"/>
                  </a:cubicBezTo>
                  <a:cubicBezTo>
                    <a:pt x="342853" y="580345"/>
                    <a:pt x="328588" y="566763"/>
                    <a:pt x="311122" y="558565"/>
                  </a:cubicBezTo>
                  <a:cubicBezTo>
                    <a:pt x="302562" y="554547"/>
                    <a:pt x="293762" y="553154"/>
                    <a:pt x="284406" y="552491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910BF34-1745-D197-6EDE-B0FE73B78EB0}"/>
                </a:ext>
              </a:extLst>
            </p:cNvPr>
            <p:cNvSpPr/>
            <p:nvPr/>
          </p:nvSpPr>
          <p:spPr>
            <a:xfrm>
              <a:off x="466929" y="1233953"/>
              <a:ext cx="276215" cy="710184"/>
            </a:xfrm>
            <a:custGeom>
              <a:avLst/>
              <a:gdLst>
                <a:gd name="connsiteX0" fmla="*/ 105167 w 276215"/>
                <a:gd name="connsiteY0" fmla="*/ 358886 h 710184"/>
                <a:gd name="connsiteX1" fmla="*/ 166923 w 276215"/>
                <a:gd name="connsiteY1" fmla="*/ 190376 h 710184"/>
                <a:gd name="connsiteX2" fmla="*/ 233326 w 276215"/>
                <a:gd name="connsiteY2" fmla="*/ 1761 h 710184"/>
                <a:gd name="connsiteX3" fmla="*/ 276215 w 276215"/>
                <a:gd name="connsiteY3" fmla="*/ 0 h 710184"/>
                <a:gd name="connsiteX4" fmla="*/ 152276 w 276215"/>
                <a:gd name="connsiteY4" fmla="*/ 432657 h 710184"/>
                <a:gd name="connsiteX5" fmla="*/ 86582 w 276215"/>
                <a:gd name="connsiteY5" fmla="*/ 710185 h 710184"/>
                <a:gd name="connsiteX6" fmla="*/ 0 w 276215"/>
                <a:gd name="connsiteY6" fmla="*/ 706850 h 710184"/>
                <a:gd name="connsiteX7" fmla="*/ 105167 w 276215"/>
                <a:gd name="connsiteY7" fmla="*/ 358886 h 710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6215" h="710184">
                  <a:moveTo>
                    <a:pt x="105167" y="358886"/>
                  </a:moveTo>
                  <a:cubicBezTo>
                    <a:pt x="125038" y="302442"/>
                    <a:pt x="147172" y="246848"/>
                    <a:pt x="166923" y="190376"/>
                  </a:cubicBezTo>
                  <a:cubicBezTo>
                    <a:pt x="188910" y="127503"/>
                    <a:pt x="208781" y="63698"/>
                    <a:pt x="233326" y="1761"/>
                  </a:cubicBezTo>
                  <a:lnTo>
                    <a:pt x="276215" y="0"/>
                  </a:lnTo>
                  <a:cubicBezTo>
                    <a:pt x="230600" y="142987"/>
                    <a:pt x="189285" y="287206"/>
                    <a:pt x="152276" y="432657"/>
                  </a:cubicBezTo>
                  <a:cubicBezTo>
                    <a:pt x="128085" y="524228"/>
                    <a:pt x="102254" y="616691"/>
                    <a:pt x="86582" y="710185"/>
                  </a:cubicBezTo>
                  <a:cubicBezTo>
                    <a:pt x="58152" y="706963"/>
                    <a:pt x="28631" y="707633"/>
                    <a:pt x="0" y="706850"/>
                  </a:cubicBezTo>
                  <a:cubicBezTo>
                    <a:pt x="35388" y="590866"/>
                    <a:pt x="67234" y="474140"/>
                    <a:pt x="105167" y="358886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F85ED205-A6FA-33C6-0ADB-56CA0EE71236}"/>
                </a:ext>
              </a:extLst>
            </p:cNvPr>
            <p:cNvSpPr/>
            <p:nvPr/>
          </p:nvSpPr>
          <p:spPr>
            <a:xfrm>
              <a:off x="604056" y="1234500"/>
              <a:ext cx="478586" cy="740352"/>
            </a:xfrm>
            <a:custGeom>
              <a:avLst/>
              <a:gdLst>
                <a:gd name="connsiteX0" fmla="*/ 180076 w 478586"/>
                <a:gd name="connsiteY0" fmla="*/ 947 h 740352"/>
                <a:gd name="connsiteX1" fmla="*/ 397188 w 478586"/>
                <a:gd name="connsiteY1" fmla="*/ 2909 h 740352"/>
                <a:gd name="connsiteX2" fmla="*/ 410020 w 478586"/>
                <a:gd name="connsiteY2" fmla="*/ 22371 h 740352"/>
                <a:gd name="connsiteX3" fmla="*/ 427132 w 478586"/>
                <a:gd name="connsiteY3" fmla="*/ 229350 h 740352"/>
                <a:gd name="connsiteX4" fmla="*/ 478587 w 478586"/>
                <a:gd name="connsiteY4" fmla="*/ 723943 h 740352"/>
                <a:gd name="connsiteX5" fmla="*/ 332332 w 478586"/>
                <a:gd name="connsiteY5" fmla="*/ 725196 h 740352"/>
                <a:gd name="connsiteX6" fmla="*/ 330122 w 478586"/>
                <a:gd name="connsiteY6" fmla="*/ 709243 h 740352"/>
                <a:gd name="connsiteX7" fmla="*/ 306547 w 478586"/>
                <a:gd name="connsiteY7" fmla="*/ 686673 h 740352"/>
                <a:gd name="connsiteX8" fmla="*/ 283180 w 478586"/>
                <a:gd name="connsiteY8" fmla="*/ 686807 h 740352"/>
                <a:gd name="connsiteX9" fmla="*/ 266906 w 478586"/>
                <a:gd name="connsiteY9" fmla="*/ 705057 h 740352"/>
                <a:gd name="connsiteX10" fmla="*/ 267274 w 478586"/>
                <a:gd name="connsiteY10" fmla="*/ 724211 h 740352"/>
                <a:gd name="connsiteX11" fmla="*/ 136283 w 478586"/>
                <a:gd name="connsiteY11" fmla="*/ 717179 h 740352"/>
                <a:gd name="connsiteX12" fmla="*/ 105288 w 478586"/>
                <a:gd name="connsiteY12" fmla="*/ 737050 h 740352"/>
                <a:gd name="connsiteX13" fmla="*/ 0 w 478586"/>
                <a:gd name="connsiteY13" fmla="*/ 739407 h 740352"/>
                <a:gd name="connsiteX14" fmla="*/ 94833 w 478586"/>
                <a:gd name="connsiteY14" fmla="*/ 323407 h 740352"/>
                <a:gd name="connsiteX15" fmla="*/ 142096 w 478586"/>
                <a:gd name="connsiteY15" fmla="*/ 150396 h 740352"/>
                <a:gd name="connsiteX16" fmla="*/ 180076 w 478586"/>
                <a:gd name="connsiteY16" fmla="*/ 947 h 740352"/>
                <a:gd name="connsiteX17" fmla="*/ 191234 w 478586"/>
                <a:gd name="connsiteY17" fmla="*/ 123379 h 740352"/>
                <a:gd name="connsiteX18" fmla="*/ 186726 w 478586"/>
                <a:gd name="connsiteY18" fmla="*/ 125134 h 740352"/>
                <a:gd name="connsiteX19" fmla="*/ 182487 w 478586"/>
                <a:gd name="connsiteY19" fmla="*/ 127471 h 740352"/>
                <a:gd name="connsiteX20" fmla="*/ 178596 w 478586"/>
                <a:gd name="connsiteY20" fmla="*/ 130351 h 740352"/>
                <a:gd name="connsiteX21" fmla="*/ 175113 w 478586"/>
                <a:gd name="connsiteY21" fmla="*/ 133720 h 740352"/>
                <a:gd name="connsiteX22" fmla="*/ 172113 w 478586"/>
                <a:gd name="connsiteY22" fmla="*/ 137517 h 740352"/>
                <a:gd name="connsiteX23" fmla="*/ 169642 w 478586"/>
                <a:gd name="connsiteY23" fmla="*/ 141676 h 740352"/>
                <a:gd name="connsiteX24" fmla="*/ 167740 w 478586"/>
                <a:gd name="connsiteY24" fmla="*/ 146130 h 740352"/>
                <a:gd name="connsiteX25" fmla="*/ 166440 w 478586"/>
                <a:gd name="connsiteY25" fmla="*/ 150791 h 740352"/>
                <a:gd name="connsiteX26" fmla="*/ 165771 w 478586"/>
                <a:gd name="connsiteY26" fmla="*/ 155586 h 740352"/>
                <a:gd name="connsiteX27" fmla="*/ 165744 w 478586"/>
                <a:gd name="connsiteY27" fmla="*/ 160429 h 740352"/>
                <a:gd name="connsiteX28" fmla="*/ 166353 w 478586"/>
                <a:gd name="connsiteY28" fmla="*/ 165231 h 740352"/>
                <a:gd name="connsiteX29" fmla="*/ 167592 w 478586"/>
                <a:gd name="connsiteY29" fmla="*/ 169912 h 740352"/>
                <a:gd name="connsiteX30" fmla="*/ 169441 w 478586"/>
                <a:gd name="connsiteY30" fmla="*/ 174386 h 740352"/>
                <a:gd name="connsiteX31" fmla="*/ 171865 w 478586"/>
                <a:gd name="connsiteY31" fmla="*/ 178578 h 740352"/>
                <a:gd name="connsiteX32" fmla="*/ 174825 w 478586"/>
                <a:gd name="connsiteY32" fmla="*/ 182409 h 740352"/>
                <a:gd name="connsiteX33" fmla="*/ 178261 w 478586"/>
                <a:gd name="connsiteY33" fmla="*/ 185818 h 740352"/>
                <a:gd name="connsiteX34" fmla="*/ 182119 w 478586"/>
                <a:gd name="connsiteY34" fmla="*/ 188745 h 740352"/>
                <a:gd name="connsiteX35" fmla="*/ 186331 w 478586"/>
                <a:gd name="connsiteY35" fmla="*/ 191129 h 740352"/>
                <a:gd name="connsiteX36" fmla="*/ 190819 w 478586"/>
                <a:gd name="connsiteY36" fmla="*/ 192944 h 740352"/>
                <a:gd name="connsiteX37" fmla="*/ 195506 w 478586"/>
                <a:gd name="connsiteY37" fmla="*/ 194143 h 740352"/>
                <a:gd name="connsiteX38" fmla="*/ 200315 w 478586"/>
                <a:gd name="connsiteY38" fmla="*/ 194719 h 740352"/>
                <a:gd name="connsiteX39" fmla="*/ 205157 w 478586"/>
                <a:gd name="connsiteY39" fmla="*/ 194645 h 740352"/>
                <a:gd name="connsiteX40" fmla="*/ 209946 w 478586"/>
                <a:gd name="connsiteY40" fmla="*/ 193935 h 740352"/>
                <a:gd name="connsiteX41" fmla="*/ 214600 w 478586"/>
                <a:gd name="connsiteY41" fmla="*/ 192602 h 740352"/>
                <a:gd name="connsiteX42" fmla="*/ 216248 w 478586"/>
                <a:gd name="connsiteY42" fmla="*/ 191959 h 740352"/>
                <a:gd name="connsiteX43" fmla="*/ 217869 w 478586"/>
                <a:gd name="connsiteY43" fmla="*/ 191243 h 740352"/>
                <a:gd name="connsiteX44" fmla="*/ 219449 w 478586"/>
                <a:gd name="connsiteY44" fmla="*/ 190446 h 740352"/>
                <a:gd name="connsiteX45" fmla="*/ 220990 w 478586"/>
                <a:gd name="connsiteY45" fmla="*/ 189575 h 740352"/>
                <a:gd name="connsiteX46" fmla="*/ 222483 w 478586"/>
                <a:gd name="connsiteY46" fmla="*/ 188624 h 740352"/>
                <a:gd name="connsiteX47" fmla="*/ 223936 w 478586"/>
                <a:gd name="connsiteY47" fmla="*/ 187606 h 740352"/>
                <a:gd name="connsiteX48" fmla="*/ 225329 w 478586"/>
                <a:gd name="connsiteY48" fmla="*/ 186521 h 740352"/>
                <a:gd name="connsiteX49" fmla="*/ 226676 w 478586"/>
                <a:gd name="connsiteY49" fmla="*/ 185369 h 740352"/>
                <a:gd name="connsiteX50" fmla="*/ 227961 w 478586"/>
                <a:gd name="connsiteY50" fmla="*/ 184150 h 740352"/>
                <a:gd name="connsiteX51" fmla="*/ 229187 w 478586"/>
                <a:gd name="connsiteY51" fmla="*/ 182878 h 740352"/>
                <a:gd name="connsiteX52" fmla="*/ 230352 w 478586"/>
                <a:gd name="connsiteY52" fmla="*/ 181538 h 740352"/>
                <a:gd name="connsiteX53" fmla="*/ 231444 w 478586"/>
                <a:gd name="connsiteY53" fmla="*/ 180152 h 740352"/>
                <a:gd name="connsiteX54" fmla="*/ 232476 w 478586"/>
                <a:gd name="connsiteY54" fmla="*/ 178712 h 740352"/>
                <a:gd name="connsiteX55" fmla="*/ 233433 w 478586"/>
                <a:gd name="connsiteY55" fmla="*/ 177219 h 740352"/>
                <a:gd name="connsiteX56" fmla="*/ 234310 w 478586"/>
                <a:gd name="connsiteY56" fmla="*/ 175685 h 740352"/>
                <a:gd name="connsiteX57" fmla="*/ 235121 w 478586"/>
                <a:gd name="connsiteY57" fmla="*/ 174111 h 740352"/>
                <a:gd name="connsiteX58" fmla="*/ 235851 w 478586"/>
                <a:gd name="connsiteY58" fmla="*/ 172497 h 740352"/>
                <a:gd name="connsiteX59" fmla="*/ 236507 w 478586"/>
                <a:gd name="connsiteY59" fmla="*/ 170850 h 740352"/>
                <a:gd name="connsiteX60" fmla="*/ 237076 w 478586"/>
                <a:gd name="connsiteY60" fmla="*/ 169175 h 740352"/>
                <a:gd name="connsiteX61" fmla="*/ 237565 w 478586"/>
                <a:gd name="connsiteY61" fmla="*/ 167474 h 740352"/>
                <a:gd name="connsiteX62" fmla="*/ 237974 w 478586"/>
                <a:gd name="connsiteY62" fmla="*/ 165753 h 740352"/>
                <a:gd name="connsiteX63" fmla="*/ 238295 w 478586"/>
                <a:gd name="connsiteY63" fmla="*/ 164012 h 740352"/>
                <a:gd name="connsiteX64" fmla="*/ 238530 w 478586"/>
                <a:gd name="connsiteY64" fmla="*/ 162257 h 740352"/>
                <a:gd name="connsiteX65" fmla="*/ 238684 w 478586"/>
                <a:gd name="connsiteY65" fmla="*/ 160496 h 740352"/>
                <a:gd name="connsiteX66" fmla="*/ 238751 w 478586"/>
                <a:gd name="connsiteY66" fmla="*/ 158721 h 740352"/>
                <a:gd name="connsiteX67" fmla="*/ 238731 w 478586"/>
                <a:gd name="connsiteY67" fmla="*/ 156953 h 740352"/>
                <a:gd name="connsiteX68" fmla="*/ 238630 w 478586"/>
                <a:gd name="connsiteY68" fmla="*/ 155185 h 740352"/>
                <a:gd name="connsiteX69" fmla="*/ 238436 w 478586"/>
                <a:gd name="connsiteY69" fmla="*/ 153423 h 740352"/>
                <a:gd name="connsiteX70" fmla="*/ 238162 w 478586"/>
                <a:gd name="connsiteY70" fmla="*/ 151675 h 740352"/>
                <a:gd name="connsiteX71" fmla="*/ 237806 w 478586"/>
                <a:gd name="connsiteY71" fmla="*/ 149941 h 740352"/>
                <a:gd name="connsiteX72" fmla="*/ 237358 w 478586"/>
                <a:gd name="connsiteY72" fmla="*/ 148226 h 740352"/>
                <a:gd name="connsiteX73" fmla="*/ 236835 w 478586"/>
                <a:gd name="connsiteY73" fmla="*/ 146539 h 740352"/>
                <a:gd name="connsiteX74" fmla="*/ 236226 w 478586"/>
                <a:gd name="connsiteY74" fmla="*/ 144878 h 740352"/>
                <a:gd name="connsiteX75" fmla="*/ 235543 w 478586"/>
                <a:gd name="connsiteY75" fmla="*/ 143243 h 740352"/>
                <a:gd name="connsiteX76" fmla="*/ 234779 w 478586"/>
                <a:gd name="connsiteY76" fmla="*/ 141649 h 740352"/>
                <a:gd name="connsiteX77" fmla="*/ 233935 w 478586"/>
                <a:gd name="connsiteY77" fmla="*/ 140089 h 740352"/>
                <a:gd name="connsiteX78" fmla="*/ 233018 w 478586"/>
                <a:gd name="connsiteY78" fmla="*/ 138576 h 740352"/>
                <a:gd name="connsiteX79" fmla="*/ 232033 w 478586"/>
                <a:gd name="connsiteY79" fmla="*/ 137109 h 740352"/>
                <a:gd name="connsiteX80" fmla="*/ 230975 w 478586"/>
                <a:gd name="connsiteY80" fmla="*/ 135689 h 740352"/>
                <a:gd name="connsiteX81" fmla="*/ 229850 w 478586"/>
                <a:gd name="connsiteY81" fmla="*/ 134323 h 740352"/>
                <a:gd name="connsiteX82" fmla="*/ 228658 w 478586"/>
                <a:gd name="connsiteY82" fmla="*/ 133010 h 740352"/>
                <a:gd name="connsiteX83" fmla="*/ 227406 w 478586"/>
                <a:gd name="connsiteY83" fmla="*/ 131758 h 740352"/>
                <a:gd name="connsiteX84" fmla="*/ 226093 w 478586"/>
                <a:gd name="connsiteY84" fmla="*/ 130572 h 740352"/>
                <a:gd name="connsiteX85" fmla="*/ 224727 w 478586"/>
                <a:gd name="connsiteY85" fmla="*/ 129447 h 740352"/>
                <a:gd name="connsiteX86" fmla="*/ 223307 w 478586"/>
                <a:gd name="connsiteY86" fmla="*/ 128389 h 740352"/>
                <a:gd name="connsiteX87" fmla="*/ 221833 w 478586"/>
                <a:gd name="connsiteY87" fmla="*/ 127404 h 740352"/>
                <a:gd name="connsiteX88" fmla="*/ 220320 w 478586"/>
                <a:gd name="connsiteY88" fmla="*/ 126487 h 740352"/>
                <a:gd name="connsiteX89" fmla="*/ 218760 w 478586"/>
                <a:gd name="connsiteY89" fmla="*/ 125650 h 740352"/>
                <a:gd name="connsiteX90" fmla="*/ 217166 w 478586"/>
                <a:gd name="connsiteY90" fmla="*/ 124886 h 740352"/>
                <a:gd name="connsiteX91" fmla="*/ 215531 w 478586"/>
                <a:gd name="connsiteY91" fmla="*/ 124203 h 740352"/>
                <a:gd name="connsiteX92" fmla="*/ 213870 w 478586"/>
                <a:gd name="connsiteY92" fmla="*/ 123600 h 740352"/>
                <a:gd name="connsiteX93" fmla="*/ 212176 w 478586"/>
                <a:gd name="connsiteY93" fmla="*/ 123071 h 740352"/>
                <a:gd name="connsiteX94" fmla="*/ 210461 w 478586"/>
                <a:gd name="connsiteY94" fmla="*/ 122629 h 740352"/>
                <a:gd name="connsiteX95" fmla="*/ 208727 w 478586"/>
                <a:gd name="connsiteY95" fmla="*/ 122274 h 740352"/>
                <a:gd name="connsiteX96" fmla="*/ 206979 w 478586"/>
                <a:gd name="connsiteY96" fmla="*/ 122000 h 740352"/>
                <a:gd name="connsiteX97" fmla="*/ 205218 w 478586"/>
                <a:gd name="connsiteY97" fmla="*/ 121812 h 740352"/>
                <a:gd name="connsiteX98" fmla="*/ 203456 w 478586"/>
                <a:gd name="connsiteY98" fmla="*/ 121712 h 740352"/>
                <a:gd name="connsiteX99" fmla="*/ 201681 w 478586"/>
                <a:gd name="connsiteY99" fmla="*/ 121692 h 740352"/>
                <a:gd name="connsiteX100" fmla="*/ 199913 w 478586"/>
                <a:gd name="connsiteY100" fmla="*/ 121765 h 740352"/>
                <a:gd name="connsiteX101" fmla="*/ 198152 w 478586"/>
                <a:gd name="connsiteY101" fmla="*/ 121919 h 740352"/>
                <a:gd name="connsiteX102" fmla="*/ 196397 w 478586"/>
                <a:gd name="connsiteY102" fmla="*/ 122154 h 740352"/>
                <a:gd name="connsiteX103" fmla="*/ 194656 w 478586"/>
                <a:gd name="connsiteY103" fmla="*/ 122482 h 740352"/>
                <a:gd name="connsiteX104" fmla="*/ 192935 w 478586"/>
                <a:gd name="connsiteY104" fmla="*/ 122890 h 740352"/>
                <a:gd name="connsiteX105" fmla="*/ 191234 w 478586"/>
                <a:gd name="connsiteY105" fmla="*/ 123379 h 740352"/>
                <a:gd name="connsiteX106" fmla="*/ 147949 w 478586"/>
                <a:gd name="connsiteY106" fmla="*/ 250654 h 740352"/>
                <a:gd name="connsiteX107" fmla="*/ 145290 w 478586"/>
                <a:gd name="connsiteY107" fmla="*/ 276526 h 740352"/>
                <a:gd name="connsiteX108" fmla="*/ 161431 w 478586"/>
                <a:gd name="connsiteY108" fmla="*/ 283062 h 740352"/>
                <a:gd name="connsiteX109" fmla="*/ 170506 w 478586"/>
                <a:gd name="connsiteY109" fmla="*/ 259608 h 740352"/>
                <a:gd name="connsiteX110" fmla="*/ 147949 w 478586"/>
                <a:gd name="connsiteY110" fmla="*/ 250654 h 740352"/>
                <a:gd name="connsiteX111" fmla="*/ 314269 w 478586"/>
                <a:gd name="connsiteY111" fmla="*/ 310072 h 740352"/>
                <a:gd name="connsiteX112" fmla="*/ 312327 w 478586"/>
                <a:gd name="connsiteY112" fmla="*/ 310816 h 740352"/>
                <a:gd name="connsiteX113" fmla="*/ 310425 w 478586"/>
                <a:gd name="connsiteY113" fmla="*/ 311660 h 740352"/>
                <a:gd name="connsiteX114" fmla="*/ 308563 w 478586"/>
                <a:gd name="connsiteY114" fmla="*/ 312591 h 740352"/>
                <a:gd name="connsiteX115" fmla="*/ 306755 w 478586"/>
                <a:gd name="connsiteY115" fmla="*/ 313615 h 740352"/>
                <a:gd name="connsiteX116" fmla="*/ 304993 w 478586"/>
                <a:gd name="connsiteY116" fmla="*/ 314720 h 740352"/>
                <a:gd name="connsiteX117" fmla="*/ 303292 w 478586"/>
                <a:gd name="connsiteY117" fmla="*/ 315912 h 740352"/>
                <a:gd name="connsiteX118" fmla="*/ 301651 w 478586"/>
                <a:gd name="connsiteY118" fmla="*/ 317192 h 740352"/>
                <a:gd name="connsiteX119" fmla="*/ 300071 w 478586"/>
                <a:gd name="connsiteY119" fmla="*/ 318544 h 740352"/>
                <a:gd name="connsiteX120" fmla="*/ 298564 w 478586"/>
                <a:gd name="connsiteY120" fmla="*/ 319978 h 740352"/>
                <a:gd name="connsiteX121" fmla="*/ 297124 w 478586"/>
                <a:gd name="connsiteY121" fmla="*/ 321478 h 740352"/>
                <a:gd name="connsiteX122" fmla="*/ 295758 w 478586"/>
                <a:gd name="connsiteY122" fmla="*/ 323052 h 740352"/>
                <a:gd name="connsiteX123" fmla="*/ 294479 w 478586"/>
                <a:gd name="connsiteY123" fmla="*/ 324686 h 740352"/>
                <a:gd name="connsiteX124" fmla="*/ 293273 w 478586"/>
                <a:gd name="connsiteY124" fmla="*/ 326380 h 740352"/>
                <a:gd name="connsiteX125" fmla="*/ 292155 w 478586"/>
                <a:gd name="connsiteY125" fmla="*/ 328135 h 740352"/>
                <a:gd name="connsiteX126" fmla="*/ 291123 w 478586"/>
                <a:gd name="connsiteY126" fmla="*/ 329943 h 740352"/>
                <a:gd name="connsiteX127" fmla="*/ 290179 w 478586"/>
                <a:gd name="connsiteY127" fmla="*/ 331798 h 740352"/>
                <a:gd name="connsiteX128" fmla="*/ 289335 w 478586"/>
                <a:gd name="connsiteY128" fmla="*/ 333694 h 740352"/>
                <a:gd name="connsiteX129" fmla="*/ 288578 w 478586"/>
                <a:gd name="connsiteY129" fmla="*/ 335636 h 740352"/>
                <a:gd name="connsiteX130" fmla="*/ 287915 w 478586"/>
                <a:gd name="connsiteY130" fmla="*/ 337605 h 740352"/>
                <a:gd name="connsiteX131" fmla="*/ 287353 w 478586"/>
                <a:gd name="connsiteY131" fmla="*/ 339607 h 740352"/>
                <a:gd name="connsiteX132" fmla="*/ 286891 w 478586"/>
                <a:gd name="connsiteY132" fmla="*/ 341636 h 740352"/>
                <a:gd name="connsiteX133" fmla="*/ 286522 w 478586"/>
                <a:gd name="connsiteY133" fmla="*/ 343679 h 740352"/>
                <a:gd name="connsiteX134" fmla="*/ 286261 w 478586"/>
                <a:gd name="connsiteY134" fmla="*/ 345742 h 740352"/>
                <a:gd name="connsiteX135" fmla="*/ 286100 w 478586"/>
                <a:gd name="connsiteY135" fmla="*/ 347818 h 740352"/>
                <a:gd name="connsiteX136" fmla="*/ 286040 w 478586"/>
                <a:gd name="connsiteY136" fmla="*/ 349894 h 740352"/>
                <a:gd name="connsiteX137" fmla="*/ 286080 w 478586"/>
                <a:gd name="connsiteY137" fmla="*/ 351977 h 740352"/>
                <a:gd name="connsiteX138" fmla="*/ 286221 w 478586"/>
                <a:gd name="connsiteY138" fmla="*/ 354053 h 740352"/>
                <a:gd name="connsiteX139" fmla="*/ 286462 w 478586"/>
                <a:gd name="connsiteY139" fmla="*/ 356116 h 740352"/>
                <a:gd name="connsiteX140" fmla="*/ 286810 w 478586"/>
                <a:gd name="connsiteY140" fmla="*/ 358165 h 740352"/>
                <a:gd name="connsiteX141" fmla="*/ 287252 w 478586"/>
                <a:gd name="connsiteY141" fmla="*/ 360201 h 740352"/>
                <a:gd name="connsiteX142" fmla="*/ 287795 w 478586"/>
                <a:gd name="connsiteY142" fmla="*/ 362211 h 740352"/>
                <a:gd name="connsiteX143" fmla="*/ 288438 w 478586"/>
                <a:gd name="connsiteY143" fmla="*/ 364186 h 740352"/>
                <a:gd name="connsiteX144" fmla="*/ 289174 w 478586"/>
                <a:gd name="connsiteY144" fmla="*/ 366128 h 740352"/>
                <a:gd name="connsiteX145" fmla="*/ 290005 w 478586"/>
                <a:gd name="connsiteY145" fmla="*/ 368037 h 740352"/>
                <a:gd name="connsiteX146" fmla="*/ 290929 w 478586"/>
                <a:gd name="connsiteY146" fmla="*/ 369899 h 740352"/>
                <a:gd name="connsiteX147" fmla="*/ 291941 w 478586"/>
                <a:gd name="connsiteY147" fmla="*/ 371714 h 740352"/>
                <a:gd name="connsiteX148" fmla="*/ 293045 w 478586"/>
                <a:gd name="connsiteY148" fmla="*/ 373482 h 740352"/>
                <a:gd name="connsiteX149" fmla="*/ 294231 w 478586"/>
                <a:gd name="connsiteY149" fmla="*/ 375190 h 740352"/>
                <a:gd name="connsiteX150" fmla="*/ 295497 w 478586"/>
                <a:gd name="connsiteY150" fmla="*/ 376837 h 740352"/>
                <a:gd name="connsiteX151" fmla="*/ 296843 w 478586"/>
                <a:gd name="connsiteY151" fmla="*/ 378425 h 740352"/>
                <a:gd name="connsiteX152" fmla="*/ 298269 w 478586"/>
                <a:gd name="connsiteY152" fmla="*/ 379938 h 740352"/>
                <a:gd name="connsiteX153" fmla="*/ 299763 w 478586"/>
                <a:gd name="connsiteY153" fmla="*/ 381385 h 740352"/>
                <a:gd name="connsiteX154" fmla="*/ 301330 w 478586"/>
                <a:gd name="connsiteY154" fmla="*/ 382751 h 740352"/>
                <a:gd name="connsiteX155" fmla="*/ 302957 w 478586"/>
                <a:gd name="connsiteY155" fmla="*/ 384044 h 740352"/>
                <a:gd name="connsiteX156" fmla="*/ 304652 w 478586"/>
                <a:gd name="connsiteY156" fmla="*/ 385256 h 740352"/>
                <a:gd name="connsiteX157" fmla="*/ 306400 w 478586"/>
                <a:gd name="connsiteY157" fmla="*/ 386381 h 740352"/>
                <a:gd name="connsiteX158" fmla="*/ 308201 w 478586"/>
                <a:gd name="connsiteY158" fmla="*/ 387419 h 740352"/>
                <a:gd name="connsiteX159" fmla="*/ 310050 w 478586"/>
                <a:gd name="connsiteY159" fmla="*/ 388370 h 740352"/>
                <a:gd name="connsiteX160" fmla="*/ 311945 w 478586"/>
                <a:gd name="connsiteY160" fmla="*/ 389227 h 740352"/>
                <a:gd name="connsiteX161" fmla="*/ 313881 w 478586"/>
                <a:gd name="connsiteY161" fmla="*/ 389997 h 740352"/>
                <a:gd name="connsiteX162" fmla="*/ 315850 w 478586"/>
                <a:gd name="connsiteY162" fmla="*/ 390667 h 740352"/>
                <a:gd name="connsiteX163" fmla="*/ 317845 w 478586"/>
                <a:gd name="connsiteY163" fmla="*/ 391236 h 740352"/>
                <a:gd name="connsiteX164" fmla="*/ 319875 w 478586"/>
                <a:gd name="connsiteY164" fmla="*/ 391712 h 740352"/>
                <a:gd name="connsiteX165" fmla="*/ 321917 w 478586"/>
                <a:gd name="connsiteY165" fmla="*/ 392080 h 740352"/>
                <a:gd name="connsiteX166" fmla="*/ 323980 w 478586"/>
                <a:gd name="connsiteY166" fmla="*/ 392355 h 740352"/>
                <a:gd name="connsiteX167" fmla="*/ 326056 w 478586"/>
                <a:gd name="connsiteY167" fmla="*/ 392529 h 740352"/>
                <a:gd name="connsiteX168" fmla="*/ 328133 w 478586"/>
                <a:gd name="connsiteY168" fmla="*/ 392603 h 740352"/>
                <a:gd name="connsiteX169" fmla="*/ 330209 w 478586"/>
                <a:gd name="connsiteY169" fmla="*/ 392569 h 740352"/>
                <a:gd name="connsiteX170" fmla="*/ 332285 w 478586"/>
                <a:gd name="connsiteY170" fmla="*/ 392435 h 740352"/>
                <a:gd name="connsiteX171" fmla="*/ 334354 w 478586"/>
                <a:gd name="connsiteY171" fmla="*/ 392201 h 740352"/>
                <a:gd name="connsiteX172" fmla="*/ 336404 w 478586"/>
                <a:gd name="connsiteY172" fmla="*/ 391866 h 740352"/>
                <a:gd name="connsiteX173" fmla="*/ 338439 w 478586"/>
                <a:gd name="connsiteY173" fmla="*/ 391431 h 740352"/>
                <a:gd name="connsiteX174" fmla="*/ 340449 w 478586"/>
                <a:gd name="connsiteY174" fmla="*/ 390895 h 740352"/>
                <a:gd name="connsiteX175" fmla="*/ 342431 w 478586"/>
                <a:gd name="connsiteY175" fmla="*/ 390265 h 740352"/>
                <a:gd name="connsiteX176" fmla="*/ 344394 w 478586"/>
                <a:gd name="connsiteY176" fmla="*/ 389535 h 740352"/>
                <a:gd name="connsiteX177" fmla="*/ 346309 w 478586"/>
                <a:gd name="connsiteY177" fmla="*/ 388705 h 740352"/>
                <a:gd name="connsiteX178" fmla="*/ 348191 w 478586"/>
                <a:gd name="connsiteY178" fmla="*/ 387781 h 740352"/>
                <a:gd name="connsiteX179" fmla="*/ 350019 w 478586"/>
                <a:gd name="connsiteY179" fmla="*/ 386769 h 740352"/>
                <a:gd name="connsiteX180" fmla="*/ 351801 w 478586"/>
                <a:gd name="connsiteY180" fmla="*/ 385671 h 740352"/>
                <a:gd name="connsiteX181" fmla="*/ 353522 w 478586"/>
                <a:gd name="connsiteY181" fmla="*/ 384479 h 740352"/>
                <a:gd name="connsiteX182" fmla="*/ 355183 w 478586"/>
                <a:gd name="connsiteY182" fmla="*/ 383206 h 740352"/>
                <a:gd name="connsiteX183" fmla="*/ 356777 w 478586"/>
                <a:gd name="connsiteY183" fmla="*/ 381860 h 740352"/>
                <a:gd name="connsiteX184" fmla="*/ 358304 w 478586"/>
                <a:gd name="connsiteY184" fmla="*/ 380427 h 740352"/>
                <a:gd name="connsiteX185" fmla="*/ 359764 w 478586"/>
                <a:gd name="connsiteY185" fmla="*/ 378927 h 740352"/>
                <a:gd name="connsiteX186" fmla="*/ 361143 w 478586"/>
                <a:gd name="connsiteY186" fmla="*/ 377353 h 740352"/>
                <a:gd name="connsiteX187" fmla="*/ 362443 w 478586"/>
                <a:gd name="connsiteY187" fmla="*/ 375719 h 740352"/>
                <a:gd name="connsiteX188" fmla="*/ 363668 w 478586"/>
                <a:gd name="connsiteY188" fmla="*/ 374018 h 740352"/>
                <a:gd name="connsiteX189" fmla="*/ 364800 w 478586"/>
                <a:gd name="connsiteY189" fmla="*/ 372263 h 740352"/>
                <a:gd name="connsiteX190" fmla="*/ 365845 w 478586"/>
                <a:gd name="connsiteY190" fmla="*/ 370448 h 740352"/>
                <a:gd name="connsiteX191" fmla="*/ 366803 w 478586"/>
                <a:gd name="connsiteY191" fmla="*/ 368586 h 740352"/>
                <a:gd name="connsiteX192" fmla="*/ 367666 w 478586"/>
                <a:gd name="connsiteY192" fmla="*/ 366684 h 740352"/>
                <a:gd name="connsiteX193" fmla="*/ 368430 w 478586"/>
                <a:gd name="connsiteY193" fmla="*/ 364735 h 740352"/>
                <a:gd name="connsiteX194" fmla="*/ 369106 w 478586"/>
                <a:gd name="connsiteY194" fmla="*/ 362753 h 740352"/>
                <a:gd name="connsiteX195" fmla="*/ 369675 w 478586"/>
                <a:gd name="connsiteY195" fmla="*/ 360744 h 740352"/>
                <a:gd name="connsiteX196" fmla="*/ 370151 w 478586"/>
                <a:gd name="connsiteY196" fmla="*/ 358708 h 740352"/>
                <a:gd name="connsiteX197" fmla="*/ 370526 w 478586"/>
                <a:gd name="connsiteY197" fmla="*/ 356645 h 740352"/>
                <a:gd name="connsiteX198" fmla="*/ 370794 w 478586"/>
                <a:gd name="connsiteY198" fmla="*/ 354576 h 740352"/>
                <a:gd name="connsiteX199" fmla="*/ 370961 w 478586"/>
                <a:gd name="connsiteY199" fmla="*/ 352486 h 740352"/>
                <a:gd name="connsiteX200" fmla="*/ 371028 w 478586"/>
                <a:gd name="connsiteY200" fmla="*/ 350397 h 740352"/>
                <a:gd name="connsiteX201" fmla="*/ 370995 w 478586"/>
                <a:gd name="connsiteY201" fmla="*/ 348307 h 740352"/>
                <a:gd name="connsiteX202" fmla="*/ 370854 w 478586"/>
                <a:gd name="connsiteY202" fmla="*/ 346218 h 740352"/>
                <a:gd name="connsiteX203" fmla="*/ 370613 w 478586"/>
                <a:gd name="connsiteY203" fmla="*/ 344141 h 740352"/>
                <a:gd name="connsiteX204" fmla="*/ 370265 w 478586"/>
                <a:gd name="connsiteY204" fmla="*/ 342079 h 740352"/>
                <a:gd name="connsiteX205" fmla="*/ 369823 w 478586"/>
                <a:gd name="connsiteY205" fmla="*/ 340036 h 740352"/>
                <a:gd name="connsiteX206" fmla="*/ 369274 w 478586"/>
                <a:gd name="connsiteY206" fmla="*/ 338013 h 740352"/>
                <a:gd name="connsiteX207" fmla="*/ 368631 w 478586"/>
                <a:gd name="connsiteY207" fmla="*/ 336024 h 740352"/>
                <a:gd name="connsiteX208" fmla="*/ 367888 w 478586"/>
                <a:gd name="connsiteY208" fmla="*/ 334069 h 740352"/>
                <a:gd name="connsiteX209" fmla="*/ 367050 w 478586"/>
                <a:gd name="connsiteY209" fmla="*/ 332153 h 740352"/>
                <a:gd name="connsiteX210" fmla="*/ 366119 w 478586"/>
                <a:gd name="connsiteY210" fmla="*/ 330278 h 740352"/>
                <a:gd name="connsiteX211" fmla="*/ 365101 w 478586"/>
                <a:gd name="connsiteY211" fmla="*/ 328450 h 740352"/>
                <a:gd name="connsiteX212" fmla="*/ 363989 w 478586"/>
                <a:gd name="connsiteY212" fmla="*/ 326675 h 740352"/>
                <a:gd name="connsiteX213" fmla="*/ 362798 w 478586"/>
                <a:gd name="connsiteY213" fmla="*/ 324960 h 740352"/>
                <a:gd name="connsiteX214" fmla="*/ 361518 w 478586"/>
                <a:gd name="connsiteY214" fmla="*/ 323306 h 740352"/>
                <a:gd name="connsiteX215" fmla="*/ 360159 w 478586"/>
                <a:gd name="connsiteY215" fmla="*/ 321712 h 740352"/>
                <a:gd name="connsiteX216" fmla="*/ 358719 w 478586"/>
                <a:gd name="connsiteY216" fmla="*/ 320192 h 740352"/>
                <a:gd name="connsiteX217" fmla="*/ 357212 w 478586"/>
                <a:gd name="connsiteY217" fmla="*/ 318745 h 740352"/>
                <a:gd name="connsiteX218" fmla="*/ 355638 w 478586"/>
                <a:gd name="connsiteY218" fmla="*/ 317372 h 740352"/>
                <a:gd name="connsiteX219" fmla="*/ 353991 w 478586"/>
                <a:gd name="connsiteY219" fmla="*/ 316073 h 740352"/>
                <a:gd name="connsiteX220" fmla="*/ 352290 w 478586"/>
                <a:gd name="connsiteY220" fmla="*/ 314868 h 740352"/>
                <a:gd name="connsiteX221" fmla="*/ 350521 w 478586"/>
                <a:gd name="connsiteY221" fmla="*/ 313736 h 740352"/>
                <a:gd name="connsiteX222" fmla="*/ 348706 w 478586"/>
                <a:gd name="connsiteY222" fmla="*/ 312698 h 740352"/>
                <a:gd name="connsiteX223" fmla="*/ 346845 w 478586"/>
                <a:gd name="connsiteY223" fmla="*/ 311753 h 740352"/>
                <a:gd name="connsiteX224" fmla="*/ 344929 w 478586"/>
                <a:gd name="connsiteY224" fmla="*/ 310896 h 740352"/>
                <a:gd name="connsiteX225" fmla="*/ 342980 w 478586"/>
                <a:gd name="connsiteY225" fmla="*/ 310139 h 740352"/>
                <a:gd name="connsiteX226" fmla="*/ 340998 w 478586"/>
                <a:gd name="connsiteY226" fmla="*/ 309476 h 740352"/>
                <a:gd name="connsiteX227" fmla="*/ 338982 w 478586"/>
                <a:gd name="connsiteY227" fmla="*/ 308914 h 740352"/>
                <a:gd name="connsiteX228" fmla="*/ 336946 w 478586"/>
                <a:gd name="connsiteY228" fmla="*/ 308445 h 740352"/>
                <a:gd name="connsiteX229" fmla="*/ 334883 w 478586"/>
                <a:gd name="connsiteY229" fmla="*/ 308083 h 740352"/>
                <a:gd name="connsiteX230" fmla="*/ 332807 w 478586"/>
                <a:gd name="connsiteY230" fmla="*/ 307822 h 740352"/>
                <a:gd name="connsiteX231" fmla="*/ 330724 w 478586"/>
                <a:gd name="connsiteY231" fmla="*/ 307661 h 740352"/>
                <a:gd name="connsiteX232" fmla="*/ 328635 w 478586"/>
                <a:gd name="connsiteY232" fmla="*/ 307608 h 740352"/>
                <a:gd name="connsiteX233" fmla="*/ 326539 w 478586"/>
                <a:gd name="connsiteY233" fmla="*/ 307655 h 740352"/>
                <a:gd name="connsiteX234" fmla="*/ 324456 w 478586"/>
                <a:gd name="connsiteY234" fmla="*/ 307802 h 740352"/>
                <a:gd name="connsiteX235" fmla="*/ 322380 w 478586"/>
                <a:gd name="connsiteY235" fmla="*/ 308057 h 740352"/>
                <a:gd name="connsiteX236" fmla="*/ 320317 w 478586"/>
                <a:gd name="connsiteY236" fmla="*/ 308411 h 740352"/>
                <a:gd name="connsiteX237" fmla="*/ 318274 w 478586"/>
                <a:gd name="connsiteY237" fmla="*/ 308867 h 740352"/>
                <a:gd name="connsiteX238" fmla="*/ 316258 w 478586"/>
                <a:gd name="connsiteY238" fmla="*/ 309416 h 740352"/>
                <a:gd name="connsiteX239" fmla="*/ 314269 w 478586"/>
                <a:gd name="connsiteY239" fmla="*/ 310072 h 740352"/>
                <a:gd name="connsiteX240" fmla="*/ 218364 w 478586"/>
                <a:gd name="connsiteY240" fmla="*/ 505813 h 740352"/>
                <a:gd name="connsiteX241" fmla="*/ 215572 w 478586"/>
                <a:gd name="connsiteY241" fmla="*/ 506925 h 740352"/>
                <a:gd name="connsiteX242" fmla="*/ 212946 w 478586"/>
                <a:gd name="connsiteY242" fmla="*/ 508405 h 740352"/>
                <a:gd name="connsiteX243" fmla="*/ 210549 w 478586"/>
                <a:gd name="connsiteY243" fmla="*/ 510220 h 740352"/>
                <a:gd name="connsiteX244" fmla="*/ 208412 w 478586"/>
                <a:gd name="connsiteY244" fmla="*/ 512336 h 740352"/>
                <a:gd name="connsiteX245" fmla="*/ 206584 w 478586"/>
                <a:gd name="connsiteY245" fmla="*/ 514721 h 740352"/>
                <a:gd name="connsiteX246" fmla="*/ 205084 w 478586"/>
                <a:gd name="connsiteY246" fmla="*/ 517333 h 740352"/>
                <a:gd name="connsiteX247" fmla="*/ 203952 w 478586"/>
                <a:gd name="connsiteY247" fmla="*/ 520119 h 740352"/>
                <a:gd name="connsiteX248" fmla="*/ 203202 w 478586"/>
                <a:gd name="connsiteY248" fmla="*/ 523032 h 740352"/>
                <a:gd name="connsiteX249" fmla="*/ 202847 w 478586"/>
                <a:gd name="connsiteY249" fmla="*/ 526019 h 740352"/>
                <a:gd name="connsiteX250" fmla="*/ 202900 w 478586"/>
                <a:gd name="connsiteY250" fmla="*/ 529026 h 740352"/>
                <a:gd name="connsiteX251" fmla="*/ 203349 w 478586"/>
                <a:gd name="connsiteY251" fmla="*/ 532000 h 740352"/>
                <a:gd name="connsiteX252" fmla="*/ 204193 w 478586"/>
                <a:gd name="connsiteY252" fmla="*/ 534886 h 740352"/>
                <a:gd name="connsiteX253" fmla="*/ 205419 w 478586"/>
                <a:gd name="connsiteY253" fmla="*/ 537632 h 740352"/>
                <a:gd name="connsiteX254" fmla="*/ 206992 w 478586"/>
                <a:gd name="connsiteY254" fmla="*/ 540190 h 740352"/>
                <a:gd name="connsiteX255" fmla="*/ 208901 w 478586"/>
                <a:gd name="connsiteY255" fmla="*/ 542514 h 740352"/>
                <a:gd name="connsiteX256" fmla="*/ 211104 w 478586"/>
                <a:gd name="connsiteY256" fmla="*/ 544564 h 740352"/>
                <a:gd name="connsiteX257" fmla="*/ 213562 w 478586"/>
                <a:gd name="connsiteY257" fmla="*/ 546298 h 740352"/>
                <a:gd name="connsiteX258" fmla="*/ 216228 w 478586"/>
                <a:gd name="connsiteY258" fmla="*/ 547691 h 740352"/>
                <a:gd name="connsiteX259" fmla="*/ 219054 w 478586"/>
                <a:gd name="connsiteY259" fmla="*/ 548716 h 740352"/>
                <a:gd name="connsiteX260" fmla="*/ 221994 w 478586"/>
                <a:gd name="connsiteY260" fmla="*/ 549352 h 740352"/>
                <a:gd name="connsiteX261" fmla="*/ 224995 w 478586"/>
                <a:gd name="connsiteY261" fmla="*/ 549587 h 740352"/>
                <a:gd name="connsiteX262" fmla="*/ 227995 w 478586"/>
                <a:gd name="connsiteY262" fmla="*/ 549426 h 740352"/>
                <a:gd name="connsiteX263" fmla="*/ 230948 w 478586"/>
                <a:gd name="connsiteY263" fmla="*/ 548857 h 740352"/>
                <a:gd name="connsiteX264" fmla="*/ 233802 w 478586"/>
                <a:gd name="connsiteY264" fmla="*/ 547899 h 740352"/>
                <a:gd name="connsiteX265" fmla="*/ 235744 w 478586"/>
                <a:gd name="connsiteY265" fmla="*/ 546988 h 740352"/>
                <a:gd name="connsiteX266" fmla="*/ 237592 w 478586"/>
                <a:gd name="connsiteY266" fmla="*/ 545890 h 740352"/>
                <a:gd name="connsiteX267" fmla="*/ 239327 w 478586"/>
                <a:gd name="connsiteY267" fmla="*/ 544631 h 740352"/>
                <a:gd name="connsiteX268" fmla="*/ 240927 w 478586"/>
                <a:gd name="connsiteY268" fmla="*/ 543204 h 740352"/>
                <a:gd name="connsiteX269" fmla="*/ 242387 w 478586"/>
                <a:gd name="connsiteY269" fmla="*/ 541630 h 740352"/>
                <a:gd name="connsiteX270" fmla="*/ 243693 w 478586"/>
                <a:gd name="connsiteY270" fmla="*/ 539929 h 740352"/>
                <a:gd name="connsiteX271" fmla="*/ 244832 w 478586"/>
                <a:gd name="connsiteY271" fmla="*/ 538107 h 740352"/>
                <a:gd name="connsiteX272" fmla="*/ 245783 w 478586"/>
                <a:gd name="connsiteY272" fmla="*/ 536185 h 740352"/>
                <a:gd name="connsiteX273" fmla="*/ 246553 w 478586"/>
                <a:gd name="connsiteY273" fmla="*/ 534183 h 740352"/>
                <a:gd name="connsiteX274" fmla="*/ 247129 w 478586"/>
                <a:gd name="connsiteY274" fmla="*/ 532113 h 740352"/>
                <a:gd name="connsiteX275" fmla="*/ 247497 w 478586"/>
                <a:gd name="connsiteY275" fmla="*/ 529997 h 740352"/>
                <a:gd name="connsiteX276" fmla="*/ 247665 w 478586"/>
                <a:gd name="connsiteY276" fmla="*/ 527861 h 740352"/>
                <a:gd name="connsiteX277" fmla="*/ 247631 w 478586"/>
                <a:gd name="connsiteY277" fmla="*/ 525718 h 740352"/>
                <a:gd name="connsiteX278" fmla="*/ 247390 w 478586"/>
                <a:gd name="connsiteY278" fmla="*/ 523581 h 740352"/>
                <a:gd name="connsiteX279" fmla="*/ 246948 w 478586"/>
                <a:gd name="connsiteY279" fmla="*/ 521485 h 740352"/>
                <a:gd name="connsiteX280" fmla="*/ 246305 w 478586"/>
                <a:gd name="connsiteY280" fmla="*/ 519436 h 740352"/>
                <a:gd name="connsiteX281" fmla="*/ 245468 w 478586"/>
                <a:gd name="connsiteY281" fmla="*/ 517460 h 740352"/>
                <a:gd name="connsiteX282" fmla="*/ 244450 w 478586"/>
                <a:gd name="connsiteY282" fmla="*/ 515571 h 740352"/>
                <a:gd name="connsiteX283" fmla="*/ 243258 w 478586"/>
                <a:gd name="connsiteY283" fmla="*/ 513790 h 740352"/>
                <a:gd name="connsiteX284" fmla="*/ 241898 w 478586"/>
                <a:gd name="connsiteY284" fmla="*/ 512129 h 740352"/>
                <a:gd name="connsiteX285" fmla="*/ 240385 w 478586"/>
                <a:gd name="connsiteY285" fmla="*/ 510609 h 740352"/>
                <a:gd name="connsiteX286" fmla="*/ 238731 w 478586"/>
                <a:gd name="connsiteY286" fmla="*/ 509236 h 740352"/>
                <a:gd name="connsiteX287" fmla="*/ 236956 w 478586"/>
                <a:gd name="connsiteY287" fmla="*/ 508030 h 740352"/>
                <a:gd name="connsiteX288" fmla="*/ 235074 w 478586"/>
                <a:gd name="connsiteY288" fmla="*/ 506999 h 740352"/>
                <a:gd name="connsiteX289" fmla="*/ 233105 w 478586"/>
                <a:gd name="connsiteY289" fmla="*/ 506155 h 740352"/>
                <a:gd name="connsiteX290" fmla="*/ 231062 w 478586"/>
                <a:gd name="connsiteY290" fmla="*/ 505499 h 740352"/>
                <a:gd name="connsiteX291" fmla="*/ 228966 w 478586"/>
                <a:gd name="connsiteY291" fmla="*/ 505043 h 740352"/>
                <a:gd name="connsiteX292" fmla="*/ 226836 w 478586"/>
                <a:gd name="connsiteY292" fmla="*/ 504789 h 740352"/>
                <a:gd name="connsiteX293" fmla="*/ 224693 w 478586"/>
                <a:gd name="connsiteY293" fmla="*/ 504735 h 740352"/>
                <a:gd name="connsiteX294" fmla="*/ 222550 w 478586"/>
                <a:gd name="connsiteY294" fmla="*/ 504896 h 740352"/>
                <a:gd name="connsiteX295" fmla="*/ 220434 w 478586"/>
                <a:gd name="connsiteY295" fmla="*/ 505251 h 740352"/>
                <a:gd name="connsiteX296" fmla="*/ 218364 w 478586"/>
                <a:gd name="connsiteY296" fmla="*/ 505813 h 74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478586" h="740352">
                  <a:moveTo>
                    <a:pt x="180076" y="947"/>
                  </a:moveTo>
                  <a:cubicBezTo>
                    <a:pt x="219543" y="2259"/>
                    <a:pt x="374437" y="-3085"/>
                    <a:pt x="397188" y="2909"/>
                  </a:cubicBezTo>
                  <a:cubicBezTo>
                    <a:pt x="406008" y="5226"/>
                    <a:pt x="406966" y="14736"/>
                    <a:pt x="410020" y="22371"/>
                  </a:cubicBezTo>
                  <a:cubicBezTo>
                    <a:pt x="405694" y="66044"/>
                    <a:pt x="422202" y="179302"/>
                    <a:pt x="427132" y="229350"/>
                  </a:cubicBezTo>
                  <a:cubicBezTo>
                    <a:pt x="443379" y="394157"/>
                    <a:pt x="459104" y="559499"/>
                    <a:pt x="478587" y="723943"/>
                  </a:cubicBezTo>
                  <a:cubicBezTo>
                    <a:pt x="430835" y="723053"/>
                    <a:pt x="379192" y="730754"/>
                    <a:pt x="332332" y="725196"/>
                  </a:cubicBezTo>
                  <a:lnTo>
                    <a:pt x="330122" y="709243"/>
                  </a:lnTo>
                  <a:cubicBezTo>
                    <a:pt x="324061" y="698152"/>
                    <a:pt x="319533" y="690591"/>
                    <a:pt x="306547" y="686673"/>
                  </a:cubicBezTo>
                  <a:cubicBezTo>
                    <a:pt x="298845" y="684349"/>
                    <a:pt x="290775" y="683371"/>
                    <a:pt x="283180" y="686807"/>
                  </a:cubicBezTo>
                  <a:cubicBezTo>
                    <a:pt x="274253" y="690852"/>
                    <a:pt x="270857" y="696572"/>
                    <a:pt x="266906" y="705057"/>
                  </a:cubicBezTo>
                  <a:lnTo>
                    <a:pt x="267274" y="724211"/>
                  </a:lnTo>
                  <a:cubicBezTo>
                    <a:pt x="236032" y="734579"/>
                    <a:pt x="170921" y="719282"/>
                    <a:pt x="136283" y="717179"/>
                  </a:cubicBezTo>
                  <a:lnTo>
                    <a:pt x="105288" y="737050"/>
                  </a:lnTo>
                  <a:cubicBezTo>
                    <a:pt x="70515" y="738604"/>
                    <a:pt x="34725" y="741999"/>
                    <a:pt x="0" y="739407"/>
                  </a:cubicBezTo>
                  <a:cubicBezTo>
                    <a:pt x="26702" y="600513"/>
                    <a:pt x="59994" y="460466"/>
                    <a:pt x="94833" y="323407"/>
                  </a:cubicBezTo>
                  <a:cubicBezTo>
                    <a:pt x="109507" y="265690"/>
                    <a:pt x="130637" y="208769"/>
                    <a:pt x="142096" y="150396"/>
                  </a:cubicBezTo>
                  <a:cubicBezTo>
                    <a:pt x="158149" y="102692"/>
                    <a:pt x="168798" y="50031"/>
                    <a:pt x="180076" y="947"/>
                  </a:cubicBezTo>
                  <a:close/>
                  <a:moveTo>
                    <a:pt x="191234" y="123379"/>
                  </a:moveTo>
                  <a:cubicBezTo>
                    <a:pt x="189693" y="123868"/>
                    <a:pt x="188193" y="124451"/>
                    <a:pt x="186726" y="125134"/>
                  </a:cubicBezTo>
                  <a:cubicBezTo>
                    <a:pt x="185260" y="125824"/>
                    <a:pt x="183847" y="126601"/>
                    <a:pt x="182487" y="127471"/>
                  </a:cubicBezTo>
                  <a:cubicBezTo>
                    <a:pt x="181127" y="128349"/>
                    <a:pt x="179828" y="129306"/>
                    <a:pt x="178596" y="130351"/>
                  </a:cubicBezTo>
                  <a:cubicBezTo>
                    <a:pt x="177357" y="131396"/>
                    <a:pt x="176198" y="132521"/>
                    <a:pt x="175113" y="133720"/>
                  </a:cubicBezTo>
                  <a:cubicBezTo>
                    <a:pt x="174028" y="134919"/>
                    <a:pt x="173031" y="136185"/>
                    <a:pt x="172113" y="137517"/>
                  </a:cubicBezTo>
                  <a:cubicBezTo>
                    <a:pt x="171195" y="138850"/>
                    <a:pt x="170372" y="140236"/>
                    <a:pt x="169642" y="141676"/>
                  </a:cubicBezTo>
                  <a:cubicBezTo>
                    <a:pt x="168912" y="143116"/>
                    <a:pt x="168276" y="144603"/>
                    <a:pt x="167740" y="146130"/>
                  </a:cubicBezTo>
                  <a:cubicBezTo>
                    <a:pt x="167204" y="147650"/>
                    <a:pt x="166769" y="149204"/>
                    <a:pt x="166440" y="150791"/>
                  </a:cubicBezTo>
                  <a:cubicBezTo>
                    <a:pt x="166112" y="152379"/>
                    <a:pt x="165884" y="153972"/>
                    <a:pt x="165771" y="155586"/>
                  </a:cubicBezTo>
                  <a:cubicBezTo>
                    <a:pt x="165657" y="157200"/>
                    <a:pt x="165643" y="158815"/>
                    <a:pt x="165744" y="160429"/>
                  </a:cubicBezTo>
                  <a:cubicBezTo>
                    <a:pt x="165844" y="162043"/>
                    <a:pt x="166045" y="163643"/>
                    <a:pt x="166353" y="165231"/>
                  </a:cubicBezTo>
                  <a:cubicBezTo>
                    <a:pt x="166661" y="166818"/>
                    <a:pt x="167077" y="168378"/>
                    <a:pt x="167592" y="169912"/>
                  </a:cubicBezTo>
                  <a:cubicBezTo>
                    <a:pt x="168108" y="171446"/>
                    <a:pt x="168724" y="172933"/>
                    <a:pt x="169441" y="174386"/>
                  </a:cubicBezTo>
                  <a:cubicBezTo>
                    <a:pt x="170157" y="175839"/>
                    <a:pt x="170961" y="177232"/>
                    <a:pt x="171865" y="178578"/>
                  </a:cubicBezTo>
                  <a:cubicBezTo>
                    <a:pt x="172769" y="179918"/>
                    <a:pt x="173754" y="181197"/>
                    <a:pt x="174825" y="182409"/>
                  </a:cubicBezTo>
                  <a:cubicBezTo>
                    <a:pt x="175890" y="183621"/>
                    <a:pt x="177035" y="184760"/>
                    <a:pt x="178261" y="185818"/>
                  </a:cubicBezTo>
                  <a:cubicBezTo>
                    <a:pt x="179487" y="186876"/>
                    <a:pt x="180773" y="187854"/>
                    <a:pt x="182119" y="188745"/>
                  </a:cubicBezTo>
                  <a:cubicBezTo>
                    <a:pt x="183472" y="189635"/>
                    <a:pt x="184878" y="190426"/>
                    <a:pt x="186331" y="191129"/>
                  </a:cubicBezTo>
                  <a:cubicBezTo>
                    <a:pt x="187785" y="191832"/>
                    <a:pt x="189285" y="192442"/>
                    <a:pt x="190819" y="192944"/>
                  </a:cubicBezTo>
                  <a:cubicBezTo>
                    <a:pt x="192352" y="193446"/>
                    <a:pt x="193919" y="193848"/>
                    <a:pt x="195506" y="194143"/>
                  </a:cubicBezTo>
                  <a:cubicBezTo>
                    <a:pt x="197100" y="194444"/>
                    <a:pt x="198701" y="194632"/>
                    <a:pt x="200315" y="194719"/>
                  </a:cubicBezTo>
                  <a:cubicBezTo>
                    <a:pt x="201929" y="194799"/>
                    <a:pt x="203543" y="194772"/>
                    <a:pt x="205157" y="194645"/>
                  </a:cubicBezTo>
                  <a:cubicBezTo>
                    <a:pt x="206771" y="194518"/>
                    <a:pt x="208365" y="194277"/>
                    <a:pt x="209946" y="193935"/>
                  </a:cubicBezTo>
                  <a:cubicBezTo>
                    <a:pt x="211526" y="193594"/>
                    <a:pt x="213080" y="193151"/>
                    <a:pt x="214600" y="192602"/>
                  </a:cubicBezTo>
                  <a:cubicBezTo>
                    <a:pt x="215156" y="192401"/>
                    <a:pt x="215705" y="192187"/>
                    <a:pt x="216248" y="191959"/>
                  </a:cubicBezTo>
                  <a:cubicBezTo>
                    <a:pt x="216790" y="191738"/>
                    <a:pt x="217333" y="191497"/>
                    <a:pt x="217869" y="191243"/>
                  </a:cubicBezTo>
                  <a:cubicBezTo>
                    <a:pt x="218398" y="190988"/>
                    <a:pt x="218927" y="190720"/>
                    <a:pt x="219449" y="190446"/>
                  </a:cubicBezTo>
                  <a:cubicBezTo>
                    <a:pt x="219972" y="190171"/>
                    <a:pt x="220487" y="189877"/>
                    <a:pt x="220990" y="189575"/>
                  </a:cubicBezTo>
                  <a:cubicBezTo>
                    <a:pt x="221492" y="189274"/>
                    <a:pt x="221994" y="188952"/>
                    <a:pt x="222483" y="188624"/>
                  </a:cubicBezTo>
                  <a:cubicBezTo>
                    <a:pt x="222972" y="188296"/>
                    <a:pt x="223461" y="187961"/>
                    <a:pt x="223936" y="187606"/>
                  </a:cubicBezTo>
                  <a:cubicBezTo>
                    <a:pt x="224412" y="187258"/>
                    <a:pt x="224874" y="186896"/>
                    <a:pt x="225329" y="186521"/>
                  </a:cubicBezTo>
                  <a:cubicBezTo>
                    <a:pt x="225792" y="186153"/>
                    <a:pt x="226240" y="185764"/>
                    <a:pt x="226676" y="185369"/>
                  </a:cubicBezTo>
                  <a:cubicBezTo>
                    <a:pt x="227111" y="184974"/>
                    <a:pt x="227540" y="184572"/>
                    <a:pt x="227961" y="184150"/>
                  </a:cubicBezTo>
                  <a:cubicBezTo>
                    <a:pt x="228383" y="183735"/>
                    <a:pt x="228792" y="183313"/>
                    <a:pt x="229187" y="182878"/>
                  </a:cubicBezTo>
                  <a:cubicBezTo>
                    <a:pt x="229582" y="182443"/>
                    <a:pt x="229971" y="181994"/>
                    <a:pt x="230352" y="181538"/>
                  </a:cubicBezTo>
                  <a:cubicBezTo>
                    <a:pt x="230727" y="181083"/>
                    <a:pt x="231089" y="180621"/>
                    <a:pt x="231444" y="180152"/>
                  </a:cubicBezTo>
                  <a:cubicBezTo>
                    <a:pt x="231799" y="179677"/>
                    <a:pt x="232147" y="179201"/>
                    <a:pt x="232476" y="178712"/>
                  </a:cubicBezTo>
                  <a:cubicBezTo>
                    <a:pt x="232804" y="178223"/>
                    <a:pt x="233125" y="177721"/>
                    <a:pt x="233433" y="177219"/>
                  </a:cubicBezTo>
                  <a:cubicBezTo>
                    <a:pt x="233735" y="176716"/>
                    <a:pt x="234029" y="176201"/>
                    <a:pt x="234310" y="175685"/>
                  </a:cubicBezTo>
                  <a:cubicBezTo>
                    <a:pt x="234598" y="175169"/>
                    <a:pt x="234866" y="174640"/>
                    <a:pt x="235121" y="174111"/>
                  </a:cubicBezTo>
                  <a:cubicBezTo>
                    <a:pt x="235382" y="173582"/>
                    <a:pt x="235623" y="173040"/>
                    <a:pt x="235851" y="172497"/>
                  </a:cubicBezTo>
                  <a:cubicBezTo>
                    <a:pt x="236085" y="171955"/>
                    <a:pt x="236300" y="171405"/>
                    <a:pt x="236507" y="170850"/>
                  </a:cubicBezTo>
                  <a:cubicBezTo>
                    <a:pt x="236708" y="170294"/>
                    <a:pt x="236896" y="169738"/>
                    <a:pt x="237076" y="169175"/>
                  </a:cubicBezTo>
                  <a:cubicBezTo>
                    <a:pt x="237251" y="168613"/>
                    <a:pt x="237411" y="168043"/>
                    <a:pt x="237565" y="167474"/>
                  </a:cubicBezTo>
                  <a:cubicBezTo>
                    <a:pt x="237713" y="166905"/>
                    <a:pt x="237847" y="166329"/>
                    <a:pt x="237974" y="165753"/>
                  </a:cubicBezTo>
                  <a:cubicBezTo>
                    <a:pt x="238094" y="165170"/>
                    <a:pt x="238202" y="164594"/>
                    <a:pt x="238295" y="164012"/>
                  </a:cubicBezTo>
                  <a:cubicBezTo>
                    <a:pt x="238389" y="163429"/>
                    <a:pt x="238470" y="162840"/>
                    <a:pt x="238530" y="162257"/>
                  </a:cubicBezTo>
                  <a:cubicBezTo>
                    <a:pt x="238597" y="161668"/>
                    <a:pt x="238650" y="161078"/>
                    <a:pt x="238684" y="160496"/>
                  </a:cubicBezTo>
                  <a:cubicBezTo>
                    <a:pt x="238717" y="159906"/>
                    <a:pt x="238744" y="159317"/>
                    <a:pt x="238751" y="158721"/>
                  </a:cubicBezTo>
                  <a:cubicBezTo>
                    <a:pt x="238757" y="158131"/>
                    <a:pt x="238751" y="157542"/>
                    <a:pt x="238731" y="156953"/>
                  </a:cubicBezTo>
                  <a:cubicBezTo>
                    <a:pt x="238711" y="156363"/>
                    <a:pt x="238677" y="155774"/>
                    <a:pt x="238630" y="155185"/>
                  </a:cubicBezTo>
                  <a:cubicBezTo>
                    <a:pt x="238583" y="154595"/>
                    <a:pt x="238516" y="154006"/>
                    <a:pt x="238436" y="153423"/>
                  </a:cubicBezTo>
                  <a:cubicBezTo>
                    <a:pt x="238362" y="152841"/>
                    <a:pt x="238269" y="152258"/>
                    <a:pt x="238162" y="151675"/>
                  </a:cubicBezTo>
                  <a:cubicBezTo>
                    <a:pt x="238061" y="151093"/>
                    <a:pt x="237940" y="150517"/>
                    <a:pt x="237806" y="149941"/>
                  </a:cubicBezTo>
                  <a:cubicBezTo>
                    <a:pt x="237673" y="149372"/>
                    <a:pt x="237525" y="148796"/>
                    <a:pt x="237358" y="148226"/>
                  </a:cubicBezTo>
                  <a:cubicBezTo>
                    <a:pt x="237197" y="147657"/>
                    <a:pt x="237023" y="147094"/>
                    <a:pt x="236835" y="146539"/>
                  </a:cubicBezTo>
                  <a:cubicBezTo>
                    <a:pt x="236648" y="145983"/>
                    <a:pt x="236447" y="145427"/>
                    <a:pt x="236226" y="144878"/>
                  </a:cubicBezTo>
                  <a:cubicBezTo>
                    <a:pt x="236012" y="144328"/>
                    <a:pt x="235784" y="143786"/>
                    <a:pt x="235543" y="143243"/>
                  </a:cubicBezTo>
                  <a:cubicBezTo>
                    <a:pt x="235302" y="142708"/>
                    <a:pt x="235047" y="142179"/>
                    <a:pt x="234779" y="141649"/>
                  </a:cubicBezTo>
                  <a:cubicBezTo>
                    <a:pt x="234511" y="141121"/>
                    <a:pt x="234230" y="140605"/>
                    <a:pt x="233935" y="140089"/>
                  </a:cubicBezTo>
                  <a:cubicBezTo>
                    <a:pt x="233641" y="139573"/>
                    <a:pt x="233333" y="139071"/>
                    <a:pt x="233018" y="138576"/>
                  </a:cubicBezTo>
                  <a:cubicBezTo>
                    <a:pt x="232703" y="138073"/>
                    <a:pt x="232375" y="137584"/>
                    <a:pt x="232033" y="137109"/>
                  </a:cubicBezTo>
                  <a:cubicBezTo>
                    <a:pt x="231692" y="136627"/>
                    <a:pt x="231337" y="136151"/>
                    <a:pt x="230975" y="135689"/>
                  </a:cubicBezTo>
                  <a:cubicBezTo>
                    <a:pt x="230607" y="135227"/>
                    <a:pt x="230232" y="134771"/>
                    <a:pt x="229850" y="134323"/>
                  </a:cubicBezTo>
                  <a:cubicBezTo>
                    <a:pt x="229462" y="133874"/>
                    <a:pt x="229067" y="133439"/>
                    <a:pt x="228658" y="133010"/>
                  </a:cubicBezTo>
                  <a:cubicBezTo>
                    <a:pt x="228249" y="132581"/>
                    <a:pt x="227834" y="132166"/>
                    <a:pt x="227406" y="131758"/>
                  </a:cubicBezTo>
                  <a:cubicBezTo>
                    <a:pt x="226977" y="131349"/>
                    <a:pt x="226542" y="130954"/>
                    <a:pt x="226093" y="130572"/>
                  </a:cubicBezTo>
                  <a:cubicBezTo>
                    <a:pt x="225644" y="130184"/>
                    <a:pt x="225189" y="129809"/>
                    <a:pt x="224727" y="129447"/>
                  </a:cubicBezTo>
                  <a:cubicBezTo>
                    <a:pt x="224265" y="129079"/>
                    <a:pt x="223789" y="128731"/>
                    <a:pt x="223307" y="128389"/>
                  </a:cubicBezTo>
                  <a:cubicBezTo>
                    <a:pt x="222825" y="128047"/>
                    <a:pt x="222336" y="127719"/>
                    <a:pt x="221833" y="127404"/>
                  </a:cubicBezTo>
                  <a:cubicBezTo>
                    <a:pt x="221338" y="127090"/>
                    <a:pt x="220836" y="126782"/>
                    <a:pt x="220320" y="126487"/>
                  </a:cubicBezTo>
                  <a:cubicBezTo>
                    <a:pt x="219804" y="126199"/>
                    <a:pt x="219288" y="125918"/>
                    <a:pt x="218760" y="125650"/>
                  </a:cubicBezTo>
                  <a:cubicBezTo>
                    <a:pt x="218230" y="125382"/>
                    <a:pt x="217701" y="125127"/>
                    <a:pt x="217166" y="124886"/>
                  </a:cubicBezTo>
                  <a:cubicBezTo>
                    <a:pt x="216623" y="124645"/>
                    <a:pt x="216080" y="124417"/>
                    <a:pt x="215531" y="124203"/>
                  </a:cubicBezTo>
                  <a:cubicBezTo>
                    <a:pt x="214982" y="123989"/>
                    <a:pt x="214426" y="123788"/>
                    <a:pt x="213870" y="123600"/>
                  </a:cubicBezTo>
                  <a:cubicBezTo>
                    <a:pt x="213308" y="123406"/>
                    <a:pt x="212745" y="123232"/>
                    <a:pt x="212176" y="123071"/>
                  </a:cubicBezTo>
                  <a:cubicBezTo>
                    <a:pt x="211607" y="122910"/>
                    <a:pt x="211037" y="122763"/>
                    <a:pt x="210461" y="122629"/>
                  </a:cubicBezTo>
                  <a:cubicBezTo>
                    <a:pt x="209886" y="122502"/>
                    <a:pt x="209310" y="122382"/>
                    <a:pt x="208727" y="122274"/>
                  </a:cubicBezTo>
                  <a:cubicBezTo>
                    <a:pt x="208144" y="122174"/>
                    <a:pt x="207562" y="122080"/>
                    <a:pt x="206979" y="122000"/>
                  </a:cubicBezTo>
                  <a:cubicBezTo>
                    <a:pt x="206396" y="121926"/>
                    <a:pt x="205807" y="121859"/>
                    <a:pt x="205218" y="121812"/>
                  </a:cubicBezTo>
                  <a:cubicBezTo>
                    <a:pt x="204635" y="121765"/>
                    <a:pt x="204045" y="121732"/>
                    <a:pt x="203456" y="121712"/>
                  </a:cubicBezTo>
                  <a:cubicBezTo>
                    <a:pt x="202860" y="121692"/>
                    <a:pt x="202271" y="121685"/>
                    <a:pt x="201681" y="121692"/>
                  </a:cubicBezTo>
                  <a:cubicBezTo>
                    <a:pt x="201092" y="121698"/>
                    <a:pt x="200503" y="121725"/>
                    <a:pt x="199913" y="121765"/>
                  </a:cubicBezTo>
                  <a:cubicBezTo>
                    <a:pt x="199324" y="121799"/>
                    <a:pt x="198735" y="121852"/>
                    <a:pt x="198152" y="121919"/>
                  </a:cubicBezTo>
                  <a:cubicBezTo>
                    <a:pt x="197563" y="121980"/>
                    <a:pt x="196980" y="122060"/>
                    <a:pt x="196397" y="122154"/>
                  </a:cubicBezTo>
                  <a:cubicBezTo>
                    <a:pt x="195815" y="122247"/>
                    <a:pt x="195232" y="122355"/>
                    <a:pt x="194656" y="122482"/>
                  </a:cubicBezTo>
                  <a:cubicBezTo>
                    <a:pt x="194080" y="122602"/>
                    <a:pt x="193504" y="122736"/>
                    <a:pt x="192935" y="122890"/>
                  </a:cubicBezTo>
                  <a:cubicBezTo>
                    <a:pt x="192366" y="123038"/>
                    <a:pt x="191796" y="123198"/>
                    <a:pt x="191234" y="123379"/>
                  </a:cubicBezTo>
                  <a:close/>
                  <a:moveTo>
                    <a:pt x="147949" y="250654"/>
                  </a:moveTo>
                  <a:cubicBezTo>
                    <a:pt x="145016" y="260559"/>
                    <a:pt x="143710" y="266024"/>
                    <a:pt x="145290" y="276526"/>
                  </a:cubicBezTo>
                  <a:cubicBezTo>
                    <a:pt x="152068" y="283277"/>
                    <a:pt x="151793" y="282734"/>
                    <a:pt x="161431" y="283062"/>
                  </a:cubicBezTo>
                  <a:cubicBezTo>
                    <a:pt x="166728" y="274101"/>
                    <a:pt x="170291" y="270163"/>
                    <a:pt x="170506" y="259608"/>
                  </a:cubicBezTo>
                  <a:cubicBezTo>
                    <a:pt x="162723" y="252429"/>
                    <a:pt x="158169" y="252663"/>
                    <a:pt x="147949" y="250654"/>
                  </a:cubicBezTo>
                  <a:close/>
                  <a:moveTo>
                    <a:pt x="314269" y="310072"/>
                  </a:moveTo>
                  <a:cubicBezTo>
                    <a:pt x="313620" y="310307"/>
                    <a:pt x="312970" y="310555"/>
                    <a:pt x="312327" y="310816"/>
                  </a:cubicBezTo>
                  <a:cubicBezTo>
                    <a:pt x="311691" y="311084"/>
                    <a:pt x="311054" y="311365"/>
                    <a:pt x="310425" y="311660"/>
                  </a:cubicBezTo>
                  <a:cubicBezTo>
                    <a:pt x="309795" y="311954"/>
                    <a:pt x="309173" y="312262"/>
                    <a:pt x="308563" y="312591"/>
                  </a:cubicBezTo>
                  <a:cubicBezTo>
                    <a:pt x="307954" y="312919"/>
                    <a:pt x="307351" y="313260"/>
                    <a:pt x="306755" y="313615"/>
                  </a:cubicBezTo>
                  <a:cubicBezTo>
                    <a:pt x="306159" y="313970"/>
                    <a:pt x="305576" y="314338"/>
                    <a:pt x="304993" y="314720"/>
                  </a:cubicBezTo>
                  <a:cubicBezTo>
                    <a:pt x="304417" y="315102"/>
                    <a:pt x="303848" y="315504"/>
                    <a:pt x="303292" y="315912"/>
                  </a:cubicBezTo>
                  <a:cubicBezTo>
                    <a:pt x="302737" y="316328"/>
                    <a:pt x="302187" y="316756"/>
                    <a:pt x="301651" y="317192"/>
                  </a:cubicBezTo>
                  <a:cubicBezTo>
                    <a:pt x="301109" y="317627"/>
                    <a:pt x="300587" y="318082"/>
                    <a:pt x="300071" y="318544"/>
                  </a:cubicBezTo>
                  <a:cubicBezTo>
                    <a:pt x="299555" y="319006"/>
                    <a:pt x="299053" y="319489"/>
                    <a:pt x="298564" y="319978"/>
                  </a:cubicBezTo>
                  <a:cubicBezTo>
                    <a:pt x="298075" y="320467"/>
                    <a:pt x="297593" y="320962"/>
                    <a:pt x="297124" y="321478"/>
                  </a:cubicBezTo>
                  <a:cubicBezTo>
                    <a:pt x="296655" y="321994"/>
                    <a:pt x="296200" y="322516"/>
                    <a:pt x="295758" y="323052"/>
                  </a:cubicBezTo>
                  <a:cubicBezTo>
                    <a:pt x="295322" y="323588"/>
                    <a:pt x="294894" y="324130"/>
                    <a:pt x="294479" y="324686"/>
                  </a:cubicBezTo>
                  <a:cubicBezTo>
                    <a:pt x="294063" y="325242"/>
                    <a:pt x="293662" y="325804"/>
                    <a:pt x="293273" y="326380"/>
                  </a:cubicBezTo>
                  <a:cubicBezTo>
                    <a:pt x="292885" y="326956"/>
                    <a:pt x="292510" y="327539"/>
                    <a:pt x="292155" y="328135"/>
                  </a:cubicBezTo>
                  <a:cubicBezTo>
                    <a:pt x="291800" y="328731"/>
                    <a:pt x="291452" y="329334"/>
                    <a:pt x="291123" y="329943"/>
                  </a:cubicBezTo>
                  <a:cubicBezTo>
                    <a:pt x="290795" y="330553"/>
                    <a:pt x="290480" y="331175"/>
                    <a:pt x="290179" y="331798"/>
                  </a:cubicBezTo>
                  <a:cubicBezTo>
                    <a:pt x="289884" y="332421"/>
                    <a:pt x="289603" y="333057"/>
                    <a:pt x="289335" y="333694"/>
                  </a:cubicBezTo>
                  <a:cubicBezTo>
                    <a:pt x="289067" y="334336"/>
                    <a:pt x="288813" y="334986"/>
                    <a:pt x="288578" y="335636"/>
                  </a:cubicBezTo>
                  <a:cubicBezTo>
                    <a:pt x="288344" y="336285"/>
                    <a:pt x="288123" y="336942"/>
                    <a:pt x="287915" y="337605"/>
                  </a:cubicBezTo>
                  <a:cubicBezTo>
                    <a:pt x="287708" y="338268"/>
                    <a:pt x="287520" y="338931"/>
                    <a:pt x="287353" y="339607"/>
                  </a:cubicBezTo>
                  <a:cubicBezTo>
                    <a:pt x="287185" y="340277"/>
                    <a:pt x="287031" y="340953"/>
                    <a:pt x="286891" y="341636"/>
                  </a:cubicBezTo>
                  <a:cubicBezTo>
                    <a:pt x="286750" y="342313"/>
                    <a:pt x="286630" y="342996"/>
                    <a:pt x="286522" y="343679"/>
                  </a:cubicBezTo>
                  <a:cubicBezTo>
                    <a:pt x="286422" y="344369"/>
                    <a:pt x="286335" y="345052"/>
                    <a:pt x="286261" y="345742"/>
                  </a:cubicBezTo>
                  <a:cubicBezTo>
                    <a:pt x="286188" y="346432"/>
                    <a:pt x="286134" y="347128"/>
                    <a:pt x="286100" y="347818"/>
                  </a:cubicBezTo>
                  <a:cubicBezTo>
                    <a:pt x="286060" y="348508"/>
                    <a:pt x="286040" y="349204"/>
                    <a:pt x="286040" y="349894"/>
                  </a:cubicBezTo>
                  <a:cubicBezTo>
                    <a:pt x="286033" y="350591"/>
                    <a:pt x="286047" y="351287"/>
                    <a:pt x="286080" y="351977"/>
                  </a:cubicBezTo>
                  <a:cubicBezTo>
                    <a:pt x="286107" y="352667"/>
                    <a:pt x="286154" y="353363"/>
                    <a:pt x="286221" y="354053"/>
                  </a:cubicBezTo>
                  <a:cubicBezTo>
                    <a:pt x="286281" y="354743"/>
                    <a:pt x="286362" y="355426"/>
                    <a:pt x="286462" y="356116"/>
                  </a:cubicBezTo>
                  <a:cubicBezTo>
                    <a:pt x="286563" y="356806"/>
                    <a:pt x="286676" y="357489"/>
                    <a:pt x="286810" y="358165"/>
                  </a:cubicBezTo>
                  <a:cubicBezTo>
                    <a:pt x="286938" y="358849"/>
                    <a:pt x="287085" y="359525"/>
                    <a:pt x="287252" y="360201"/>
                  </a:cubicBezTo>
                  <a:cubicBezTo>
                    <a:pt x="287420" y="360878"/>
                    <a:pt x="287601" y="361548"/>
                    <a:pt x="287795" y="362211"/>
                  </a:cubicBezTo>
                  <a:cubicBezTo>
                    <a:pt x="287996" y="362874"/>
                    <a:pt x="288210" y="363530"/>
                    <a:pt x="288438" y="364186"/>
                  </a:cubicBezTo>
                  <a:cubicBezTo>
                    <a:pt x="288665" y="364843"/>
                    <a:pt x="288913" y="365492"/>
                    <a:pt x="289174" y="366128"/>
                  </a:cubicBezTo>
                  <a:cubicBezTo>
                    <a:pt x="289436" y="366771"/>
                    <a:pt x="289717" y="367408"/>
                    <a:pt x="290005" y="368037"/>
                  </a:cubicBezTo>
                  <a:cubicBezTo>
                    <a:pt x="290300" y="368667"/>
                    <a:pt x="290608" y="369290"/>
                    <a:pt x="290929" y="369899"/>
                  </a:cubicBezTo>
                  <a:cubicBezTo>
                    <a:pt x="291251" y="370515"/>
                    <a:pt x="291586" y="371118"/>
                    <a:pt x="291941" y="371714"/>
                  </a:cubicBezTo>
                  <a:cubicBezTo>
                    <a:pt x="292295" y="372310"/>
                    <a:pt x="292664" y="372899"/>
                    <a:pt x="293045" y="373482"/>
                  </a:cubicBezTo>
                  <a:cubicBezTo>
                    <a:pt x="293427" y="374065"/>
                    <a:pt x="293822" y="374634"/>
                    <a:pt x="294231" y="375190"/>
                  </a:cubicBezTo>
                  <a:cubicBezTo>
                    <a:pt x="294639" y="375746"/>
                    <a:pt x="295061" y="376295"/>
                    <a:pt x="295497" y="376837"/>
                  </a:cubicBezTo>
                  <a:cubicBezTo>
                    <a:pt x="295932" y="377380"/>
                    <a:pt x="296381" y="377909"/>
                    <a:pt x="296843" y="378425"/>
                  </a:cubicBezTo>
                  <a:cubicBezTo>
                    <a:pt x="297305" y="378940"/>
                    <a:pt x="297780" y="379443"/>
                    <a:pt x="298269" y="379938"/>
                  </a:cubicBezTo>
                  <a:cubicBezTo>
                    <a:pt x="298758" y="380434"/>
                    <a:pt x="299254" y="380916"/>
                    <a:pt x="299763" y="381385"/>
                  </a:cubicBezTo>
                  <a:cubicBezTo>
                    <a:pt x="300279" y="381854"/>
                    <a:pt x="300801" y="382309"/>
                    <a:pt x="301330" y="382751"/>
                  </a:cubicBezTo>
                  <a:cubicBezTo>
                    <a:pt x="301859" y="383200"/>
                    <a:pt x="302402" y="383628"/>
                    <a:pt x="302957" y="384044"/>
                  </a:cubicBezTo>
                  <a:cubicBezTo>
                    <a:pt x="303513" y="384466"/>
                    <a:pt x="304076" y="384867"/>
                    <a:pt x="304652" y="385256"/>
                  </a:cubicBezTo>
                  <a:cubicBezTo>
                    <a:pt x="305221" y="385644"/>
                    <a:pt x="305804" y="386019"/>
                    <a:pt x="306400" y="386381"/>
                  </a:cubicBezTo>
                  <a:cubicBezTo>
                    <a:pt x="306996" y="386743"/>
                    <a:pt x="307592" y="387091"/>
                    <a:pt x="308201" y="387419"/>
                  </a:cubicBezTo>
                  <a:cubicBezTo>
                    <a:pt x="308811" y="387754"/>
                    <a:pt x="309427" y="388069"/>
                    <a:pt x="310050" y="388370"/>
                  </a:cubicBezTo>
                  <a:cubicBezTo>
                    <a:pt x="310673" y="388671"/>
                    <a:pt x="311309" y="388959"/>
                    <a:pt x="311945" y="389227"/>
                  </a:cubicBezTo>
                  <a:cubicBezTo>
                    <a:pt x="312582" y="389502"/>
                    <a:pt x="313231" y="389757"/>
                    <a:pt x="313881" y="389997"/>
                  </a:cubicBezTo>
                  <a:cubicBezTo>
                    <a:pt x="314530" y="390232"/>
                    <a:pt x="315187" y="390460"/>
                    <a:pt x="315850" y="390667"/>
                  </a:cubicBezTo>
                  <a:cubicBezTo>
                    <a:pt x="316513" y="390875"/>
                    <a:pt x="317176" y="391062"/>
                    <a:pt x="317845" y="391236"/>
                  </a:cubicBezTo>
                  <a:cubicBezTo>
                    <a:pt x="318522" y="391411"/>
                    <a:pt x="319198" y="391571"/>
                    <a:pt x="319875" y="391712"/>
                  </a:cubicBezTo>
                  <a:cubicBezTo>
                    <a:pt x="320551" y="391853"/>
                    <a:pt x="321234" y="391973"/>
                    <a:pt x="321917" y="392080"/>
                  </a:cubicBezTo>
                  <a:cubicBezTo>
                    <a:pt x="322607" y="392194"/>
                    <a:pt x="323290" y="392281"/>
                    <a:pt x="323980" y="392355"/>
                  </a:cubicBezTo>
                  <a:cubicBezTo>
                    <a:pt x="324670" y="392429"/>
                    <a:pt x="325367" y="392489"/>
                    <a:pt x="326056" y="392529"/>
                  </a:cubicBezTo>
                  <a:cubicBezTo>
                    <a:pt x="326746" y="392569"/>
                    <a:pt x="327443" y="392596"/>
                    <a:pt x="328133" y="392603"/>
                  </a:cubicBezTo>
                  <a:cubicBezTo>
                    <a:pt x="328822" y="392610"/>
                    <a:pt x="329519" y="392596"/>
                    <a:pt x="330209" y="392569"/>
                  </a:cubicBezTo>
                  <a:cubicBezTo>
                    <a:pt x="330905" y="392542"/>
                    <a:pt x="331595" y="392496"/>
                    <a:pt x="332285" y="392435"/>
                  </a:cubicBezTo>
                  <a:cubicBezTo>
                    <a:pt x="332975" y="392375"/>
                    <a:pt x="333664" y="392295"/>
                    <a:pt x="334354" y="392201"/>
                  </a:cubicBezTo>
                  <a:cubicBezTo>
                    <a:pt x="335044" y="392107"/>
                    <a:pt x="335727" y="391993"/>
                    <a:pt x="336404" y="391866"/>
                  </a:cubicBezTo>
                  <a:cubicBezTo>
                    <a:pt x="337087" y="391739"/>
                    <a:pt x="337763" y="391591"/>
                    <a:pt x="338439" y="391431"/>
                  </a:cubicBezTo>
                  <a:cubicBezTo>
                    <a:pt x="339116" y="391270"/>
                    <a:pt x="339786" y="391089"/>
                    <a:pt x="340449" y="390895"/>
                  </a:cubicBezTo>
                  <a:cubicBezTo>
                    <a:pt x="341112" y="390701"/>
                    <a:pt x="341775" y="390493"/>
                    <a:pt x="342431" y="390265"/>
                  </a:cubicBezTo>
                  <a:cubicBezTo>
                    <a:pt x="343094" y="390038"/>
                    <a:pt x="343744" y="389797"/>
                    <a:pt x="344394" y="389535"/>
                  </a:cubicBezTo>
                  <a:cubicBezTo>
                    <a:pt x="345043" y="389274"/>
                    <a:pt x="345680" y="388993"/>
                    <a:pt x="346309" y="388705"/>
                  </a:cubicBezTo>
                  <a:cubicBezTo>
                    <a:pt x="346945" y="388417"/>
                    <a:pt x="347568" y="388109"/>
                    <a:pt x="348191" y="387781"/>
                  </a:cubicBezTo>
                  <a:cubicBezTo>
                    <a:pt x="348807" y="387459"/>
                    <a:pt x="349416" y="387124"/>
                    <a:pt x="350019" y="386769"/>
                  </a:cubicBezTo>
                  <a:cubicBezTo>
                    <a:pt x="350622" y="386414"/>
                    <a:pt x="351218" y="386053"/>
                    <a:pt x="351801" y="385671"/>
                  </a:cubicBezTo>
                  <a:cubicBezTo>
                    <a:pt x="352383" y="385289"/>
                    <a:pt x="352953" y="384887"/>
                    <a:pt x="353522" y="384479"/>
                  </a:cubicBezTo>
                  <a:cubicBezTo>
                    <a:pt x="354084" y="384070"/>
                    <a:pt x="354640" y="383642"/>
                    <a:pt x="355183" y="383206"/>
                  </a:cubicBezTo>
                  <a:cubicBezTo>
                    <a:pt x="355725" y="382771"/>
                    <a:pt x="356261" y="382322"/>
                    <a:pt x="356777" y="381860"/>
                  </a:cubicBezTo>
                  <a:cubicBezTo>
                    <a:pt x="357299" y="381398"/>
                    <a:pt x="357808" y="380916"/>
                    <a:pt x="358304" y="380427"/>
                  </a:cubicBezTo>
                  <a:cubicBezTo>
                    <a:pt x="358806" y="379938"/>
                    <a:pt x="359288" y="379443"/>
                    <a:pt x="359764" y="378927"/>
                  </a:cubicBezTo>
                  <a:cubicBezTo>
                    <a:pt x="360239" y="378411"/>
                    <a:pt x="360694" y="377889"/>
                    <a:pt x="361143" y="377353"/>
                  </a:cubicBezTo>
                  <a:cubicBezTo>
                    <a:pt x="361592" y="376824"/>
                    <a:pt x="362020" y="376275"/>
                    <a:pt x="362443" y="375719"/>
                  </a:cubicBezTo>
                  <a:cubicBezTo>
                    <a:pt x="362865" y="375163"/>
                    <a:pt x="363273" y="374594"/>
                    <a:pt x="363668" y="374018"/>
                  </a:cubicBezTo>
                  <a:cubicBezTo>
                    <a:pt x="364057" y="373442"/>
                    <a:pt x="364432" y="372859"/>
                    <a:pt x="364800" y="372263"/>
                  </a:cubicBezTo>
                  <a:cubicBezTo>
                    <a:pt x="365162" y="371667"/>
                    <a:pt x="365510" y="371058"/>
                    <a:pt x="365845" y="370448"/>
                  </a:cubicBezTo>
                  <a:cubicBezTo>
                    <a:pt x="366180" y="369839"/>
                    <a:pt x="366501" y="369216"/>
                    <a:pt x="366803" y="368586"/>
                  </a:cubicBezTo>
                  <a:cubicBezTo>
                    <a:pt x="367104" y="367963"/>
                    <a:pt x="367392" y="367327"/>
                    <a:pt x="367666" y="366684"/>
                  </a:cubicBezTo>
                  <a:cubicBezTo>
                    <a:pt x="367941" y="366041"/>
                    <a:pt x="368196" y="365392"/>
                    <a:pt x="368430" y="364735"/>
                  </a:cubicBezTo>
                  <a:cubicBezTo>
                    <a:pt x="368671" y="364086"/>
                    <a:pt x="368899" y="363423"/>
                    <a:pt x="369106" y="362753"/>
                  </a:cubicBezTo>
                  <a:cubicBezTo>
                    <a:pt x="369314" y="362090"/>
                    <a:pt x="369501" y="361420"/>
                    <a:pt x="369675" y="360744"/>
                  </a:cubicBezTo>
                  <a:cubicBezTo>
                    <a:pt x="369850" y="360067"/>
                    <a:pt x="370011" y="359391"/>
                    <a:pt x="370151" y="358708"/>
                  </a:cubicBezTo>
                  <a:cubicBezTo>
                    <a:pt x="370292" y="358025"/>
                    <a:pt x="370419" y="357335"/>
                    <a:pt x="370526" y="356645"/>
                  </a:cubicBezTo>
                  <a:cubicBezTo>
                    <a:pt x="370633" y="355955"/>
                    <a:pt x="370720" y="355265"/>
                    <a:pt x="370794" y="354576"/>
                  </a:cubicBezTo>
                  <a:cubicBezTo>
                    <a:pt x="370868" y="353879"/>
                    <a:pt x="370928" y="353183"/>
                    <a:pt x="370961" y="352486"/>
                  </a:cubicBezTo>
                  <a:cubicBezTo>
                    <a:pt x="371002" y="351790"/>
                    <a:pt x="371022" y="351093"/>
                    <a:pt x="371028" y="350397"/>
                  </a:cubicBezTo>
                  <a:cubicBezTo>
                    <a:pt x="371035" y="349700"/>
                    <a:pt x="371022" y="349004"/>
                    <a:pt x="370995" y="348307"/>
                  </a:cubicBezTo>
                  <a:cubicBezTo>
                    <a:pt x="370961" y="347610"/>
                    <a:pt x="370914" y="346914"/>
                    <a:pt x="370854" y="346218"/>
                  </a:cubicBezTo>
                  <a:cubicBezTo>
                    <a:pt x="370794" y="345528"/>
                    <a:pt x="370714" y="344831"/>
                    <a:pt x="370613" y="344141"/>
                  </a:cubicBezTo>
                  <a:cubicBezTo>
                    <a:pt x="370513" y="343452"/>
                    <a:pt x="370399" y="342762"/>
                    <a:pt x="370265" y="342079"/>
                  </a:cubicBezTo>
                  <a:cubicBezTo>
                    <a:pt x="370138" y="341396"/>
                    <a:pt x="369990" y="340712"/>
                    <a:pt x="369823" y="340036"/>
                  </a:cubicBezTo>
                  <a:cubicBezTo>
                    <a:pt x="369655" y="339359"/>
                    <a:pt x="369475" y="338683"/>
                    <a:pt x="369274" y="338013"/>
                  </a:cubicBezTo>
                  <a:cubicBezTo>
                    <a:pt x="369079" y="337344"/>
                    <a:pt x="368865" y="336681"/>
                    <a:pt x="368631" y="336024"/>
                  </a:cubicBezTo>
                  <a:cubicBezTo>
                    <a:pt x="368396" y="335368"/>
                    <a:pt x="368149" y="334718"/>
                    <a:pt x="367888" y="334069"/>
                  </a:cubicBezTo>
                  <a:cubicBezTo>
                    <a:pt x="367626" y="333419"/>
                    <a:pt x="367345" y="332783"/>
                    <a:pt x="367050" y="332153"/>
                  </a:cubicBezTo>
                  <a:cubicBezTo>
                    <a:pt x="366756" y="331517"/>
                    <a:pt x="366447" y="330894"/>
                    <a:pt x="366119" y="330278"/>
                  </a:cubicBezTo>
                  <a:cubicBezTo>
                    <a:pt x="365791" y="329662"/>
                    <a:pt x="365456" y="329052"/>
                    <a:pt x="365101" y="328450"/>
                  </a:cubicBezTo>
                  <a:cubicBezTo>
                    <a:pt x="364747" y="327854"/>
                    <a:pt x="364371" y="327258"/>
                    <a:pt x="363989" y="326675"/>
                  </a:cubicBezTo>
                  <a:cubicBezTo>
                    <a:pt x="363608" y="326092"/>
                    <a:pt x="363206" y="325523"/>
                    <a:pt x="362798" y="324960"/>
                  </a:cubicBezTo>
                  <a:cubicBezTo>
                    <a:pt x="362382" y="324398"/>
                    <a:pt x="361954" y="323849"/>
                    <a:pt x="361518" y="323306"/>
                  </a:cubicBezTo>
                  <a:cubicBezTo>
                    <a:pt x="361076" y="322764"/>
                    <a:pt x="360621" y="322235"/>
                    <a:pt x="360159" y="321712"/>
                  </a:cubicBezTo>
                  <a:cubicBezTo>
                    <a:pt x="359690" y="321197"/>
                    <a:pt x="359208" y="320687"/>
                    <a:pt x="358719" y="320192"/>
                  </a:cubicBezTo>
                  <a:cubicBezTo>
                    <a:pt x="358230" y="319696"/>
                    <a:pt x="357728" y="319214"/>
                    <a:pt x="357212" y="318745"/>
                  </a:cubicBezTo>
                  <a:cubicBezTo>
                    <a:pt x="356696" y="318270"/>
                    <a:pt x="356174" y="317814"/>
                    <a:pt x="355638" y="317372"/>
                  </a:cubicBezTo>
                  <a:cubicBezTo>
                    <a:pt x="355096" y="316924"/>
                    <a:pt x="354547" y="316495"/>
                    <a:pt x="353991" y="316073"/>
                  </a:cubicBezTo>
                  <a:cubicBezTo>
                    <a:pt x="353435" y="315658"/>
                    <a:pt x="352866" y="315256"/>
                    <a:pt x="352290" y="314868"/>
                  </a:cubicBezTo>
                  <a:cubicBezTo>
                    <a:pt x="351707" y="314472"/>
                    <a:pt x="351117" y="314097"/>
                    <a:pt x="350521" y="313736"/>
                  </a:cubicBezTo>
                  <a:cubicBezTo>
                    <a:pt x="349925" y="313381"/>
                    <a:pt x="349322" y="313032"/>
                    <a:pt x="348706" y="312698"/>
                  </a:cubicBezTo>
                  <a:cubicBezTo>
                    <a:pt x="348097" y="312369"/>
                    <a:pt x="347474" y="312055"/>
                    <a:pt x="346845" y="311753"/>
                  </a:cubicBezTo>
                  <a:cubicBezTo>
                    <a:pt x="346215" y="311452"/>
                    <a:pt x="345579" y="311171"/>
                    <a:pt x="344929" y="310896"/>
                  </a:cubicBezTo>
                  <a:cubicBezTo>
                    <a:pt x="344286" y="310628"/>
                    <a:pt x="343636" y="310374"/>
                    <a:pt x="342980" y="310139"/>
                  </a:cubicBezTo>
                  <a:cubicBezTo>
                    <a:pt x="342324" y="309905"/>
                    <a:pt x="341661" y="309684"/>
                    <a:pt x="340998" y="309476"/>
                  </a:cubicBezTo>
                  <a:cubicBezTo>
                    <a:pt x="340335" y="309269"/>
                    <a:pt x="339658" y="309081"/>
                    <a:pt x="338982" y="308914"/>
                  </a:cubicBezTo>
                  <a:cubicBezTo>
                    <a:pt x="338306" y="308740"/>
                    <a:pt x="337629" y="308585"/>
                    <a:pt x="336946" y="308445"/>
                  </a:cubicBezTo>
                  <a:cubicBezTo>
                    <a:pt x="336263" y="308304"/>
                    <a:pt x="335573" y="308184"/>
                    <a:pt x="334883" y="308083"/>
                  </a:cubicBezTo>
                  <a:cubicBezTo>
                    <a:pt x="334194" y="307983"/>
                    <a:pt x="333504" y="307896"/>
                    <a:pt x="332807" y="307822"/>
                  </a:cubicBezTo>
                  <a:cubicBezTo>
                    <a:pt x="332117" y="307748"/>
                    <a:pt x="331421" y="307695"/>
                    <a:pt x="330724" y="307661"/>
                  </a:cubicBezTo>
                  <a:cubicBezTo>
                    <a:pt x="330028" y="307628"/>
                    <a:pt x="329331" y="307608"/>
                    <a:pt x="328635" y="307608"/>
                  </a:cubicBezTo>
                  <a:cubicBezTo>
                    <a:pt x="327932" y="307601"/>
                    <a:pt x="327235" y="307621"/>
                    <a:pt x="326539" y="307655"/>
                  </a:cubicBezTo>
                  <a:cubicBezTo>
                    <a:pt x="325842" y="307688"/>
                    <a:pt x="325145" y="307735"/>
                    <a:pt x="324456" y="307802"/>
                  </a:cubicBezTo>
                  <a:cubicBezTo>
                    <a:pt x="323759" y="307869"/>
                    <a:pt x="323069" y="307956"/>
                    <a:pt x="322380" y="308057"/>
                  </a:cubicBezTo>
                  <a:cubicBezTo>
                    <a:pt x="321690" y="308157"/>
                    <a:pt x="321000" y="308271"/>
                    <a:pt x="320317" y="308411"/>
                  </a:cubicBezTo>
                  <a:cubicBezTo>
                    <a:pt x="319627" y="308545"/>
                    <a:pt x="318951" y="308699"/>
                    <a:pt x="318274" y="308867"/>
                  </a:cubicBezTo>
                  <a:cubicBezTo>
                    <a:pt x="317598" y="309034"/>
                    <a:pt x="316921" y="309215"/>
                    <a:pt x="316258" y="309416"/>
                  </a:cubicBezTo>
                  <a:cubicBezTo>
                    <a:pt x="315588" y="309624"/>
                    <a:pt x="314925" y="309838"/>
                    <a:pt x="314269" y="310072"/>
                  </a:cubicBezTo>
                  <a:close/>
                  <a:moveTo>
                    <a:pt x="218364" y="505813"/>
                  </a:moveTo>
                  <a:cubicBezTo>
                    <a:pt x="217407" y="506122"/>
                    <a:pt x="216476" y="506490"/>
                    <a:pt x="215572" y="506925"/>
                  </a:cubicBezTo>
                  <a:cubicBezTo>
                    <a:pt x="214667" y="507360"/>
                    <a:pt x="213790" y="507849"/>
                    <a:pt x="212946" y="508405"/>
                  </a:cubicBezTo>
                  <a:cubicBezTo>
                    <a:pt x="212109" y="508954"/>
                    <a:pt x="211305" y="509557"/>
                    <a:pt x="210549" y="510220"/>
                  </a:cubicBezTo>
                  <a:cubicBezTo>
                    <a:pt x="209792" y="510877"/>
                    <a:pt x="209075" y="511580"/>
                    <a:pt x="208412" y="512336"/>
                  </a:cubicBezTo>
                  <a:cubicBezTo>
                    <a:pt x="207749" y="513093"/>
                    <a:pt x="207140" y="513884"/>
                    <a:pt x="206584" y="514721"/>
                  </a:cubicBezTo>
                  <a:cubicBezTo>
                    <a:pt x="206028" y="515558"/>
                    <a:pt x="205526" y="516428"/>
                    <a:pt x="205084" y="517333"/>
                  </a:cubicBezTo>
                  <a:cubicBezTo>
                    <a:pt x="204648" y="518237"/>
                    <a:pt x="204267" y="519161"/>
                    <a:pt x="203952" y="520119"/>
                  </a:cubicBezTo>
                  <a:cubicBezTo>
                    <a:pt x="203637" y="521076"/>
                    <a:pt x="203382" y="522048"/>
                    <a:pt x="203202" y="523032"/>
                  </a:cubicBezTo>
                  <a:cubicBezTo>
                    <a:pt x="203021" y="524017"/>
                    <a:pt x="202900" y="525014"/>
                    <a:pt x="202847" y="526019"/>
                  </a:cubicBezTo>
                  <a:cubicBezTo>
                    <a:pt x="202800" y="527024"/>
                    <a:pt x="202813" y="528028"/>
                    <a:pt x="202900" y="529026"/>
                  </a:cubicBezTo>
                  <a:cubicBezTo>
                    <a:pt x="202981" y="530024"/>
                    <a:pt x="203128" y="531015"/>
                    <a:pt x="203349" y="532000"/>
                  </a:cubicBezTo>
                  <a:cubicBezTo>
                    <a:pt x="203563" y="532984"/>
                    <a:pt x="203845" y="533942"/>
                    <a:pt x="204193" y="534886"/>
                  </a:cubicBezTo>
                  <a:cubicBezTo>
                    <a:pt x="204541" y="535830"/>
                    <a:pt x="204950" y="536741"/>
                    <a:pt x="205419" y="537632"/>
                  </a:cubicBezTo>
                  <a:cubicBezTo>
                    <a:pt x="205887" y="538523"/>
                    <a:pt x="206410" y="539373"/>
                    <a:pt x="206992" y="540190"/>
                  </a:cubicBezTo>
                  <a:cubicBezTo>
                    <a:pt x="207575" y="541007"/>
                    <a:pt x="208211" y="541784"/>
                    <a:pt x="208901" y="542514"/>
                  </a:cubicBezTo>
                  <a:cubicBezTo>
                    <a:pt x="209591" y="543244"/>
                    <a:pt x="210321" y="543928"/>
                    <a:pt x="211104" y="544564"/>
                  </a:cubicBezTo>
                  <a:cubicBezTo>
                    <a:pt x="211888" y="545200"/>
                    <a:pt x="212705" y="545776"/>
                    <a:pt x="213562" y="546298"/>
                  </a:cubicBezTo>
                  <a:cubicBezTo>
                    <a:pt x="214420" y="546827"/>
                    <a:pt x="215310" y="547289"/>
                    <a:pt x="216228" y="547691"/>
                  </a:cubicBezTo>
                  <a:cubicBezTo>
                    <a:pt x="217145" y="548100"/>
                    <a:pt x="218090" y="548442"/>
                    <a:pt x="219054" y="548716"/>
                  </a:cubicBezTo>
                  <a:cubicBezTo>
                    <a:pt x="220019" y="548991"/>
                    <a:pt x="220996" y="549205"/>
                    <a:pt x="221994" y="549352"/>
                  </a:cubicBezTo>
                  <a:cubicBezTo>
                    <a:pt x="222992" y="549500"/>
                    <a:pt x="223990" y="549580"/>
                    <a:pt x="224995" y="549587"/>
                  </a:cubicBezTo>
                  <a:cubicBezTo>
                    <a:pt x="225999" y="549600"/>
                    <a:pt x="226997" y="549546"/>
                    <a:pt x="227995" y="549426"/>
                  </a:cubicBezTo>
                  <a:cubicBezTo>
                    <a:pt x="228993" y="549299"/>
                    <a:pt x="229977" y="549111"/>
                    <a:pt x="230948" y="548857"/>
                  </a:cubicBezTo>
                  <a:cubicBezTo>
                    <a:pt x="231920" y="548602"/>
                    <a:pt x="232871" y="548281"/>
                    <a:pt x="233802" y="547899"/>
                  </a:cubicBezTo>
                  <a:cubicBezTo>
                    <a:pt x="234465" y="547624"/>
                    <a:pt x="235107" y="547323"/>
                    <a:pt x="235744" y="546988"/>
                  </a:cubicBezTo>
                  <a:cubicBezTo>
                    <a:pt x="236380" y="546653"/>
                    <a:pt x="236996" y="546285"/>
                    <a:pt x="237592" y="545890"/>
                  </a:cubicBezTo>
                  <a:cubicBezTo>
                    <a:pt x="238188" y="545495"/>
                    <a:pt x="238771" y="545079"/>
                    <a:pt x="239327" y="544631"/>
                  </a:cubicBezTo>
                  <a:cubicBezTo>
                    <a:pt x="239883" y="544182"/>
                    <a:pt x="240412" y="543707"/>
                    <a:pt x="240927" y="543204"/>
                  </a:cubicBezTo>
                  <a:cubicBezTo>
                    <a:pt x="241443" y="542702"/>
                    <a:pt x="241925" y="542179"/>
                    <a:pt x="242387" y="541630"/>
                  </a:cubicBezTo>
                  <a:cubicBezTo>
                    <a:pt x="242849" y="541088"/>
                    <a:pt x="243285" y="540519"/>
                    <a:pt x="243693" y="539929"/>
                  </a:cubicBezTo>
                  <a:cubicBezTo>
                    <a:pt x="244102" y="539340"/>
                    <a:pt x="244477" y="538730"/>
                    <a:pt x="244832" y="538107"/>
                  </a:cubicBezTo>
                  <a:cubicBezTo>
                    <a:pt x="245180" y="537485"/>
                    <a:pt x="245495" y="536842"/>
                    <a:pt x="245783" y="536185"/>
                  </a:cubicBezTo>
                  <a:cubicBezTo>
                    <a:pt x="246071" y="535529"/>
                    <a:pt x="246332" y="534859"/>
                    <a:pt x="246553" y="534183"/>
                  </a:cubicBezTo>
                  <a:cubicBezTo>
                    <a:pt x="246774" y="533500"/>
                    <a:pt x="246968" y="532810"/>
                    <a:pt x="247129" y="532113"/>
                  </a:cubicBezTo>
                  <a:cubicBezTo>
                    <a:pt x="247283" y="531417"/>
                    <a:pt x="247410" y="530714"/>
                    <a:pt x="247497" y="529997"/>
                  </a:cubicBezTo>
                  <a:cubicBezTo>
                    <a:pt x="247584" y="529287"/>
                    <a:pt x="247645" y="528577"/>
                    <a:pt x="247665" y="527861"/>
                  </a:cubicBezTo>
                  <a:cubicBezTo>
                    <a:pt x="247685" y="527144"/>
                    <a:pt x="247678" y="526434"/>
                    <a:pt x="247631" y="525718"/>
                  </a:cubicBezTo>
                  <a:cubicBezTo>
                    <a:pt x="247584" y="525001"/>
                    <a:pt x="247504" y="524291"/>
                    <a:pt x="247390" y="523581"/>
                  </a:cubicBezTo>
                  <a:cubicBezTo>
                    <a:pt x="247276" y="522878"/>
                    <a:pt x="247129" y="522175"/>
                    <a:pt x="246948" y="521485"/>
                  </a:cubicBezTo>
                  <a:cubicBezTo>
                    <a:pt x="246767" y="520795"/>
                    <a:pt x="246553" y="520112"/>
                    <a:pt x="246305" y="519436"/>
                  </a:cubicBezTo>
                  <a:cubicBezTo>
                    <a:pt x="246057" y="518759"/>
                    <a:pt x="245783" y="518103"/>
                    <a:pt x="245468" y="517460"/>
                  </a:cubicBezTo>
                  <a:cubicBezTo>
                    <a:pt x="245160" y="516810"/>
                    <a:pt x="244819" y="516181"/>
                    <a:pt x="244450" y="515571"/>
                  </a:cubicBezTo>
                  <a:cubicBezTo>
                    <a:pt x="244082" y="514962"/>
                    <a:pt x="243680" y="514366"/>
                    <a:pt x="243258" y="513790"/>
                  </a:cubicBezTo>
                  <a:cubicBezTo>
                    <a:pt x="242829" y="513214"/>
                    <a:pt x="242374" y="512658"/>
                    <a:pt x="241898" y="512129"/>
                  </a:cubicBezTo>
                  <a:cubicBezTo>
                    <a:pt x="241416" y="511600"/>
                    <a:pt x="240914" y="511091"/>
                    <a:pt x="240385" y="510609"/>
                  </a:cubicBezTo>
                  <a:cubicBezTo>
                    <a:pt x="239856" y="510126"/>
                    <a:pt x="239300" y="509671"/>
                    <a:pt x="238731" y="509236"/>
                  </a:cubicBezTo>
                  <a:cubicBezTo>
                    <a:pt x="238162" y="508807"/>
                    <a:pt x="237565" y="508405"/>
                    <a:pt x="236956" y="508030"/>
                  </a:cubicBezTo>
                  <a:cubicBezTo>
                    <a:pt x="236346" y="507655"/>
                    <a:pt x="235724" y="507313"/>
                    <a:pt x="235074" y="506999"/>
                  </a:cubicBezTo>
                  <a:cubicBezTo>
                    <a:pt x="234431" y="506684"/>
                    <a:pt x="233775" y="506403"/>
                    <a:pt x="233105" y="506155"/>
                  </a:cubicBezTo>
                  <a:cubicBezTo>
                    <a:pt x="232435" y="505900"/>
                    <a:pt x="231752" y="505679"/>
                    <a:pt x="231062" y="505499"/>
                  </a:cubicBezTo>
                  <a:cubicBezTo>
                    <a:pt x="230372" y="505311"/>
                    <a:pt x="229669" y="505157"/>
                    <a:pt x="228966" y="505043"/>
                  </a:cubicBezTo>
                  <a:cubicBezTo>
                    <a:pt x="228263" y="504923"/>
                    <a:pt x="227553" y="504836"/>
                    <a:pt x="226836" y="504789"/>
                  </a:cubicBezTo>
                  <a:cubicBezTo>
                    <a:pt x="226120" y="504735"/>
                    <a:pt x="225410" y="504715"/>
                    <a:pt x="224693" y="504735"/>
                  </a:cubicBezTo>
                  <a:cubicBezTo>
                    <a:pt x="223977" y="504755"/>
                    <a:pt x="223260" y="504809"/>
                    <a:pt x="222550" y="504896"/>
                  </a:cubicBezTo>
                  <a:cubicBezTo>
                    <a:pt x="221840" y="504983"/>
                    <a:pt x="221137" y="505097"/>
                    <a:pt x="220434" y="505251"/>
                  </a:cubicBezTo>
                  <a:cubicBezTo>
                    <a:pt x="219737" y="505405"/>
                    <a:pt x="219047" y="505592"/>
                    <a:pt x="218364" y="505813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479E10F4-0065-54E9-68F2-FDC20609B173}"/>
                </a:ext>
              </a:extLst>
            </p:cNvPr>
            <p:cNvSpPr/>
            <p:nvPr/>
          </p:nvSpPr>
          <p:spPr>
            <a:xfrm>
              <a:off x="1013360" y="1232614"/>
              <a:ext cx="109398" cy="998307"/>
            </a:xfrm>
            <a:custGeom>
              <a:avLst/>
              <a:gdLst>
                <a:gd name="connsiteX0" fmla="*/ 715 w 109398"/>
                <a:gd name="connsiteY0" fmla="*/ 24258 h 998307"/>
                <a:gd name="connsiteX1" fmla="*/ 12777 w 109398"/>
                <a:gd name="connsiteY1" fmla="*/ 0 h 998307"/>
                <a:gd name="connsiteX2" fmla="*/ 34931 w 109398"/>
                <a:gd name="connsiteY2" fmla="*/ 223401 h 998307"/>
                <a:gd name="connsiteX3" fmla="*/ 52331 w 109398"/>
                <a:gd name="connsiteY3" fmla="*/ 413168 h 998307"/>
                <a:gd name="connsiteX4" fmla="*/ 77948 w 109398"/>
                <a:gd name="connsiteY4" fmla="*/ 636448 h 998307"/>
                <a:gd name="connsiteX5" fmla="*/ 97250 w 109398"/>
                <a:gd name="connsiteY5" fmla="*/ 808635 h 998307"/>
                <a:gd name="connsiteX6" fmla="*/ 109398 w 109398"/>
                <a:gd name="connsiteY6" fmla="*/ 821668 h 998307"/>
                <a:gd name="connsiteX7" fmla="*/ 98368 w 109398"/>
                <a:gd name="connsiteY7" fmla="*/ 959718 h 998307"/>
                <a:gd name="connsiteX8" fmla="*/ 97739 w 109398"/>
                <a:gd name="connsiteY8" fmla="*/ 962886 h 998307"/>
                <a:gd name="connsiteX9" fmla="*/ 95153 w 109398"/>
                <a:gd name="connsiteY9" fmla="*/ 992642 h 998307"/>
                <a:gd name="connsiteX10" fmla="*/ 90284 w 109398"/>
                <a:gd name="connsiteY10" fmla="*/ 998308 h 998307"/>
                <a:gd name="connsiteX11" fmla="*/ 74265 w 109398"/>
                <a:gd name="connsiteY11" fmla="*/ 996392 h 998307"/>
                <a:gd name="connsiteX12" fmla="*/ 81223 w 109398"/>
                <a:gd name="connsiteY12" fmla="*/ 843387 h 998307"/>
                <a:gd name="connsiteX13" fmla="*/ 12322 w 109398"/>
                <a:gd name="connsiteY13" fmla="*/ 840051 h 998307"/>
                <a:gd name="connsiteX14" fmla="*/ 12917 w 109398"/>
                <a:gd name="connsiteY14" fmla="*/ 838056 h 998307"/>
                <a:gd name="connsiteX15" fmla="*/ 32005 w 109398"/>
                <a:gd name="connsiteY15" fmla="*/ 835491 h 998307"/>
                <a:gd name="connsiteX16" fmla="*/ 79261 w 109398"/>
                <a:gd name="connsiteY16" fmla="*/ 835444 h 998307"/>
                <a:gd name="connsiteX17" fmla="*/ 74419 w 109398"/>
                <a:gd name="connsiteY17" fmla="*/ 795669 h 998307"/>
                <a:gd name="connsiteX18" fmla="*/ 72276 w 109398"/>
                <a:gd name="connsiteY18" fmla="*/ 784036 h 998307"/>
                <a:gd name="connsiteX19" fmla="*/ 69282 w 109398"/>
                <a:gd name="connsiteY19" fmla="*/ 725830 h 998307"/>
                <a:gd name="connsiteX20" fmla="*/ 17827 w 109398"/>
                <a:gd name="connsiteY20" fmla="*/ 231237 h 998307"/>
                <a:gd name="connsiteX21" fmla="*/ 715 w 109398"/>
                <a:gd name="connsiteY21" fmla="*/ 24258 h 99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398" h="998307">
                  <a:moveTo>
                    <a:pt x="715" y="24258"/>
                  </a:moveTo>
                  <a:cubicBezTo>
                    <a:pt x="3642" y="12156"/>
                    <a:pt x="3073" y="8271"/>
                    <a:pt x="12777" y="0"/>
                  </a:cubicBezTo>
                  <a:cubicBezTo>
                    <a:pt x="21148" y="73241"/>
                    <a:pt x="22146" y="151137"/>
                    <a:pt x="34931" y="223401"/>
                  </a:cubicBezTo>
                  <a:cubicBezTo>
                    <a:pt x="37430" y="286723"/>
                    <a:pt x="45533" y="350173"/>
                    <a:pt x="52331" y="413168"/>
                  </a:cubicBezTo>
                  <a:cubicBezTo>
                    <a:pt x="60040" y="487688"/>
                    <a:pt x="68579" y="562115"/>
                    <a:pt x="77948" y="636448"/>
                  </a:cubicBezTo>
                  <a:cubicBezTo>
                    <a:pt x="80975" y="669445"/>
                    <a:pt x="85094" y="784658"/>
                    <a:pt x="97250" y="808635"/>
                  </a:cubicBezTo>
                  <a:cubicBezTo>
                    <a:pt x="99855" y="813778"/>
                    <a:pt x="105146" y="817971"/>
                    <a:pt x="109398" y="821668"/>
                  </a:cubicBezTo>
                  <a:cubicBezTo>
                    <a:pt x="96781" y="859440"/>
                    <a:pt x="102842" y="918182"/>
                    <a:pt x="98368" y="959718"/>
                  </a:cubicBezTo>
                  <a:lnTo>
                    <a:pt x="97739" y="962886"/>
                  </a:lnTo>
                  <a:cubicBezTo>
                    <a:pt x="95790" y="973053"/>
                    <a:pt x="95013" y="982315"/>
                    <a:pt x="95153" y="992642"/>
                  </a:cubicBezTo>
                  <a:lnTo>
                    <a:pt x="90284" y="998308"/>
                  </a:lnTo>
                  <a:cubicBezTo>
                    <a:pt x="84860" y="997833"/>
                    <a:pt x="79636" y="997317"/>
                    <a:pt x="74265" y="996392"/>
                  </a:cubicBezTo>
                  <a:cubicBezTo>
                    <a:pt x="80084" y="944991"/>
                    <a:pt x="82509" y="895076"/>
                    <a:pt x="81223" y="843387"/>
                  </a:cubicBezTo>
                  <a:cubicBezTo>
                    <a:pt x="59048" y="839951"/>
                    <a:pt x="34918" y="841552"/>
                    <a:pt x="12322" y="840051"/>
                  </a:cubicBezTo>
                  <a:lnTo>
                    <a:pt x="12917" y="838056"/>
                  </a:lnTo>
                  <a:lnTo>
                    <a:pt x="32005" y="835491"/>
                  </a:lnTo>
                  <a:lnTo>
                    <a:pt x="79261" y="835444"/>
                  </a:lnTo>
                  <a:lnTo>
                    <a:pt x="74419" y="795669"/>
                  </a:lnTo>
                  <a:lnTo>
                    <a:pt x="72276" y="784036"/>
                  </a:lnTo>
                  <a:cubicBezTo>
                    <a:pt x="71733" y="764647"/>
                    <a:pt x="70320" y="745198"/>
                    <a:pt x="69282" y="725830"/>
                  </a:cubicBezTo>
                  <a:cubicBezTo>
                    <a:pt x="49799" y="561385"/>
                    <a:pt x="34074" y="396043"/>
                    <a:pt x="17827" y="231237"/>
                  </a:cubicBezTo>
                  <a:cubicBezTo>
                    <a:pt x="12897" y="181188"/>
                    <a:pt x="-3611" y="67930"/>
                    <a:pt x="715" y="24258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E594031B-F154-388A-00F6-BA796909C11C}"/>
                </a:ext>
              </a:extLst>
            </p:cNvPr>
            <p:cNvSpPr/>
            <p:nvPr/>
          </p:nvSpPr>
          <p:spPr>
            <a:xfrm>
              <a:off x="1026137" y="1232614"/>
              <a:ext cx="36788" cy="223400"/>
            </a:xfrm>
            <a:custGeom>
              <a:avLst/>
              <a:gdLst>
                <a:gd name="connsiteX0" fmla="*/ 0 w 36788"/>
                <a:gd name="connsiteY0" fmla="*/ 0 h 223400"/>
                <a:gd name="connsiteX1" fmla="*/ 17936 w 36788"/>
                <a:gd name="connsiteY1" fmla="*/ 9671 h 223400"/>
                <a:gd name="connsiteX2" fmla="*/ 36788 w 36788"/>
                <a:gd name="connsiteY2" fmla="*/ 213804 h 223400"/>
                <a:gd name="connsiteX3" fmla="*/ 35234 w 36788"/>
                <a:gd name="connsiteY3" fmla="*/ 211172 h 223400"/>
                <a:gd name="connsiteX4" fmla="*/ 23749 w 36788"/>
                <a:gd name="connsiteY4" fmla="*/ 132445 h 223400"/>
                <a:gd name="connsiteX5" fmla="*/ 23762 w 36788"/>
                <a:gd name="connsiteY5" fmla="*/ 164552 h 223400"/>
                <a:gd name="connsiteX6" fmla="*/ 22154 w 36788"/>
                <a:gd name="connsiteY6" fmla="*/ 223401 h 223400"/>
                <a:gd name="connsiteX7" fmla="*/ 0 w 36788"/>
                <a:gd name="connsiteY7" fmla="*/ 0 h 2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788" h="223400">
                  <a:moveTo>
                    <a:pt x="0" y="0"/>
                  </a:moveTo>
                  <a:cubicBezTo>
                    <a:pt x="7990" y="2712"/>
                    <a:pt x="12531" y="2840"/>
                    <a:pt x="17936" y="9671"/>
                  </a:cubicBezTo>
                  <a:cubicBezTo>
                    <a:pt x="27218" y="77112"/>
                    <a:pt x="31484" y="145920"/>
                    <a:pt x="36788" y="213804"/>
                  </a:cubicBezTo>
                  <a:cubicBezTo>
                    <a:pt x="36272" y="212926"/>
                    <a:pt x="35730" y="212062"/>
                    <a:pt x="35234" y="211172"/>
                  </a:cubicBezTo>
                  <a:cubicBezTo>
                    <a:pt x="20286" y="184396"/>
                    <a:pt x="31812" y="149396"/>
                    <a:pt x="23749" y="132445"/>
                  </a:cubicBezTo>
                  <a:cubicBezTo>
                    <a:pt x="18625" y="144299"/>
                    <a:pt x="20748" y="152671"/>
                    <a:pt x="23762" y="164552"/>
                  </a:cubicBezTo>
                  <a:cubicBezTo>
                    <a:pt x="28055" y="181462"/>
                    <a:pt x="25564" y="206564"/>
                    <a:pt x="22154" y="223401"/>
                  </a:cubicBezTo>
                  <a:cubicBezTo>
                    <a:pt x="9369" y="151137"/>
                    <a:pt x="8372" y="73241"/>
                    <a:pt x="0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F05A3E6C-0828-131E-1B42-CBE7B40136EC}"/>
                </a:ext>
              </a:extLst>
            </p:cNvPr>
            <p:cNvSpPr/>
            <p:nvPr/>
          </p:nvSpPr>
          <p:spPr>
            <a:xfrm>
              <a:off x="1340721" y="1294604"/>
              <a:ext cx="403476" cy="849956"/>
            </a:xfrm>
            <a:custGeom>
              <a:avLst/>
              <a:gdLst>
                <a:gd name="connsiteX0" fmla="*/ 0 w 403476"/>
                <a:gd name="connsiteY0" fmla="*/ 59244 h 849956"/>
                <a:gd name="connsiteX1" fmla="*/ 27004 w 403476"/>
                <a:gd name="connsiteY1" fmla="*/ 39005 h 849956"/>
                <a:gd name="connsiteX2" fmla="*/ 79611 w 403476"/>
                <a:gd name="connsiteY2" fmla="*/ 16355 h 849956"/>
                <a:gd name="connsiteX3" fmla="*/ 91766 w 403476"/>
                <a:gd name="connsiteY3" fmla="*/ 23748 h 849956"/>
                <a:gd name="connsiteX4" fmla="*/ 95651 w 403476"/>
                <a:gd name="connsiteY4" fmla="*/ 19141 h 849956"/>
                <a:gd name="connsiteX5" fmla="*/ 88859 w 403476"/>
                <a:gd name="connsiteY5" fmla="*/ 2090 h 849956"/>
                <a:gd name="connsiteX6" fmla="*/ 93025 w 403476"/>
                <a:gd name="connsiteY6" fmla="*/ 0 h 849956"/>
                <a:gd name="connsiteX7" fmla="*/ 243232 w 403476"/>
                <a:gd name="connsiteY7" fmla="*/ 336926 h 849956"/>
                <a:gd name="connsiteX8" fmla="*/ 349437 w 403476"/>
                <a:gd name="connsiteY8" fmla="*/ 577954 h 849956"/>
                <a:gd name="connsiteX9" fmla="*/ 386051 w 403476"/>
                <a:gd name="connsiteY9" fmla="*/ 666612 h 849956"/>
                <a:gd name="connsiteX10" fmla="*/ 387122 w 403476"/>
                <a:gd name="connsiteY10" fmla="*/ 685378 h 849956"/>
                <a:gd name="connsiteX11" fmla="*/ 388790 w 403476"/>
                <a:gd name="connsiteY11" fmla="*/ 690060 h 849956"/>
                <a:gd name="connsiteX12" fmla="*/ 399800 w 403476"/>
                <a:gd name="connsiteY12" fmla="*/ 733759 h 849956"/>
                <a:gd name="connsiteX13" fmla="*/ 400450 w 403476"/>
                <a:gd name="connsiteY13" fmla="*/ 846930 h 849956"/>
                <a:gd name="connsiteX14" fmla="*/ 398273 w 403476"/>
                <a:gd name="connsiteY14" fmla="*/ 849957 h 849956"/>
                <a:gd name="connsiteX15" fmla="*/ 397557 w 403476"/>
                <a:gd name="connsiteY15" fmla="*/ 770735 h 849956"/>
                <a:gd name="connsiteX16" fmla="*/ 234425 w 403476"/>
                <a:gd name="connsiteY16" fmla="*/ 769201 h 849956"/>
                <a:gd name="connsiteX17" fmla="*/ 390699 w 403476"/>
                <a:gd name="connsiteY17" fmla="*/ 759919 h 849956"/>
                <a:gd name="connsiteX18" fmla="*/ 389634 w 403476"/>
                <a:gd name="connsiteY18" fmla="*/ 716788 h 849956"/>
                <a:gd name="connsiteX19" fmla="*/ 377016 w 403476"/>
                <a:gd name="connsiteY19" fmla="*/ 682204 h 849956"/>
                <a:gd name="connsiteX20" fmla="*/ 369897 w 403476"/>
                <a:gd name="connsiteY20" fmla="*/ 676129 h 849956"/>
                <a:gd name="connsiteX21" fmla="*/ 248208 w 403476"/>
                <a:gd name="connsiteY21" fmla="*/ 677301 h 849956"/>
                <a:gd name="connsiteX22" fmla="*/ 278600 w 403476"/>
                <a:gd name="connsiteY22" fmla="*/ 674750 h 849956"/>
                <a:gd name="connsiteX23" fmla="*/ 234578 w 403476"/>
                <a:gd name="connsiteY23" fmla="*/ 672828 h 849956"/>
                <a:gd name="connsiteX24" fmla="*/ 235262 w 403476"/>
                <a:gd name="connsiteY24" fmla="*/ 670624 h 849956"/>
                <a:gd name="connsiteX25" fmla="*/ 276383 w 403476"/>
                <a:gd name="connsiteY25" fmla="*/ 669278 h 849956"/>
                <a:gd name="connsiteX26" fmla="*/ 198373 w 403476"/>
                <a:gd name="connsiteY26" fmla="*/ 662554 h 849956"/>
                <a:gd name="connsiteX27" fmla="*/ 166501 w 403476"/>
                <a:gd name="connsiteY27" fmla="*/ 571418 h 849956"/>
                <a:gd name="connsiteX28" fmla="*/ 123685 w 403476"/>
                <a:gd name="connsiteY28" fmla="*/ 440714 h 849956"/>
                <a:gd name="connsiteX29" fmla="*/ 7253 w 403476"/>
                <a:gd name="connsiteY29" fmla="*/ 100894 h 849956"/>
                <a:gd name="connsiteX30" fmla="*/ 35697 w 403476"/>
                <a:gd name="connsiteY30" fmla="*/ 121187 h 849956"/>
                <a:gd name="connsiteX31" fmla="*/ 83207 w 403476"/>
                <a:gd name="connsiteY31" fmla="*/ 112059 h 849956"/>
                <a:gd name="connsiteX32" fmla="*/ 93983 w 403476"/>
                <a:gd name="connsiteY32" fmla="*/ 89730 h 849956"/>
                <a:gd name="connsiteX33" fmla="*/ 82377 w 403476"/>
                <a:gd name="connsiteY33" fmla="*/ 58548 h 849956"/>
                <a:gd name="connsiteX34" fmla="*/ 79062 w 403476"/>
                <a:gd name="connsiteY34" fmla="*/ 55212 h 849956"/>
                <a:gd name="connsiteX35" fmla="*/ 75405 w 403476"/>
                <a:gd name="connsiteY35" fmla="*/ 52245 h 849956"/>
                <a:gd name="connsiteX36" fmla="*/ 71447 w 403476"/>
                <a:gd name="connsiteY36" fmla="*/ 49694 h 849956"/>
                <a:gd name="connsiteX37" fmla="*/ 67247 w 403476"/>
                <a:gd name="connsiteY37" fmla="*/ 47577 h 849956"/>
                <a:gd name="connsiteX38" fmla="*/ 62841 w 403476"/>
                <a:gd name="connsiteY38" fmla="*/ 45930 h 849956"/>
                <a:gd name="connsiteX39" fmla="*/ 58280 w 403476"/>
                <a:gd name="connsiteY39" fmla="*/ 44758 h 849956"/>
                <a:gd name="connsiteX40" fmla="*/ 53625 w 403476"/>
                <a:gd name="connsiteY40" fmla="*/ 44081 h 849956"/>
                <a:gd name="connsiteX41" fmla="*/ 48924 w 403476"/>
                <a:gd name="connsiteY41" fmla="*/ 43907 h 849956"/>
                <a:gd name="connsiteX42" fmla="*/ 8807 w 403476"/>
                <a:gd name="connsiteY42" fmla="*/ 64454 h 849956"/>
                <a:gd name="connsiteX43" fmla="*/ 0 w 403476"/>
                <a:gd name="connsiteY43" fmla="*/ 59244 h 849956"/>
                <a:gd name="connsiteX44" fmla="*/ 112046 w 403476"/>
                <a:gd name="connsiteY44" fmla="*/ 210864 h 849956"/>
                <a:gd name="connsiteX45" fmla="*/ 95503 w 403476"/>
                <a:gd name="connsiteY45" fmla="*/ 249634 h 849956"/>
                <a:gd name="connsiteX46" fmla="*/ 105107 w 403476"/>
                <a:gd name="connsiteY46" fmla="*/ 266913 h 849956"/>
                <a:gd name="connsiteX47" fmla="*/ 132278 w 403476"/>
                <a:gd name="connsiteY47" fmla="*/ 270724 h 849956"/>
                <a:gd name="connsiteX48" fmla="*/ 138192 w 403476"/>
                <a:gd name="connsiteY48" fmla="*/ 268915 h 849956"/>
                <a:gd name="connsiteX49" fmla="*/ 150079 w 403476"/>
                <a:gd name="connsiteY49" fmla="*/ 259767 h 849956"/>
                <a:gd name="connsiteX50" fmla="*/ 159589 w 403476"/>
                <a:gd name="connsiteY50" fmla="*/ 236467 h 849956"/>
                <a:gd name="connsiteX51" fmla="*/ 148539 w 403476"/>
                <a:gd name="connsiteY51" fmla="*/ 215913 h 849956"/>
                <a:gd name="connsiteX52" fmla="*/ 112046 w 403476"/>
                <a:gd name="connsiteY52" fmla="*/ 210864 h 849956"/>
                <a:gd name="connsiteX53" fmla="*/ 160855 w 403476"/>
                <a:gd name="connsiteY53" fmla="*/ 350997 h 849956"/>
                <a:gd name="connsiteX54" fmla="*/ 158772 w 403476"/>
                <a:gd name="connsiteY54" fmla="*/ 352202 h 849956"/>
                <a:gd name="connsiteX55" fmla="*/ 156863 w 403476"/>
                <a:gd name="connsiteY55" fmla="*/ 353669 h 849956"/>
                <a:gd name="connsiteX56" fmla="*/ 155162 w 403476"/>
                <a:gd name="connsiteY56" fmla="*/ 355377 h 849956"/>
                <a:gd name="connsiteX57" fmla="*/ 153709 w 403476"/>
                <a:gd name="connsiteY57" fmla="*/ 357292 h 849956"/>
                <a:gd name="connsiteX58" fmla="*/ 152517 w 403476"/>
                <a:gd name="connsiteY58" fmla="*/ 359382 h 849956"/>
                <a:gd name="connsiteX59" fmla="*/ 151613 w 403476"/>
                <a:gd name="connsiteY59" fmla="*/ 361612 h 849956"/>
                <a:gd name="connsiteX60" fmla="*/ 151003 w 403476"/>
                <a:gd name="connsiteY60" fmla="*/ 363943 h 849956"/>
                <a:gd name="connsiteX61" fmla="*/ 150715 w 403476"/>
                <a:gd name="connsiteY61" fmla="*/ 366334 h 849956"/>
                <a:gd name="connsiteX62" fmla="*/ 150742 w 403476"/>
                <a:gd name="connsiteY62" fmla="*/ 368738 h 849956"/>
                <a:gd name="connsiteX63" fmla="*/ 151084 w 403476"/>
                <a:gd name="connsiteY63" fmla="*/ 371122 h 849956"/>
                <a:gd name="connsiteX64" fmla="*/ 151740 w 403476"/>
                <a:gd name="connsiteY64" fmla="*/ 373440 h 849956"/>
                <a:gd name="connsiteX65" fmla="*/ 152698 w 403476"/>
                <a:gd name="connsiteY65" fmla="*/ 375650 h 849956"/>
                <a:gd name="connsiteX66" fmla="*/ 153937 w 403476"/>
                <a:gd name="connsiteY66" fmla="*/ 377712 h 849956"/>
                <a:gd name="connsiteX67" fmla="*/ 155437 w 403476"/>
                <a:gd name="connsiteY67" fmla="*/ 379594 h 849956"/>
                <a:gd name="connsiteX68" fmla="*/ 157172 w 403476"/>
                <a:gd name="connsiteY68" fmla="*/ 381262 h 849956"/>
                <a:gd name="connsiteX69" fmla="*/ 159114 w 403476"/>
                <a:gd name="connsiteY69" fmla="*/ 382688 h 849956"/>
                <a:gd name="connsiteX70" fmla="*/ 161223 w 403476"/>
                <a:gd name="connsiteY70" fmla="*/ 383847 h 849956"/>
                <a:gd name="connsiteX71" fmla="*/ 163467 w 403476"/>
                <a:gd name="connsiteY71" fmla="*/ 384711 h 849956"/>
                <a:gd name="connsiteX72" fmla="*/ 165811 w 403476"/>
                <a:gd name="connsiteY72" fmla="*/ 385274 h 849956"/>
                <a:gd name="connsiteX73" fmla="*/ 168202 w 403476"/>
                <a:gd name="connsiteY73" fmla="*/ 385528 h 849956"/>
                <a:gd name="connsiteX74" fmla="*/ 170613 w 403476"/>
                <a:gd name="connsiteY74" fmla="*/ 385454 h 849956"/>
                <a:gd name="connsiteX75" fmla="*/ 172984 w 403476"/>
                <a:gd name="connsiteY75" fmla="*/ 385073 h 849956"/>
                <a:gd name="connsiteX76" fmla="*/ 175294 w 403476"/>
                <a:gd name="connsiteY76" fmla="*/ 384376 h 849956"/>
                <a:gd name="connsiteX77" fmla="*/ 177484 w 403476"/>
                <a:gd name="connsiteY77" fmla="*/ 383385 h 849956"/>
                <a:gd name="connsiteX78" fmla="*/ 178998 w 403476"/>
                <a:gd name="connsiteY78" fmla="*/ 382474 h 849956"/>
                <a:gd name="connsiteX79" fmla="*/ 180418 w 403476"/>
                <a:gd name="connsiteY79" fmla="*/ 381423 h 849956"/>
                <a:gd name="connsiteX80" fmla="*/ 181730 w 403476"/>
                <a:gd name="connsiteY80" fmla="*/ 380244 h 849956"/>
                <a:gd name="connsiteX81" fmla="*/ 182923 w 403476"/>
                <a:gd name="connsiteY81" fmla="*/ 378938 h 849956"/>
                <a:gd name="connsiteX82" fmla="*/ 183981 w 403476"/>
                <a:gd name="connsiteY82" fmla="*/ 377518 h 849956"/>
                <a:gd name="connsiteX83" fmla="*/ 184898 w 403476"/>
                <a:gd name="connsiteY83" fmla="*/ 376011 h 849956"/>
                <a:gd name="connsiteX84" fmla="*/ 185668 w 403476"/>
                <a:gd name="connsiteY84" fmla="*/ 374417 h 849956"/>
                <a:gd name="connsiteX85" fmla="*/ 186271 w 403476"/>
                <a:gd name="connsiteY85" fmla="*/ 372756 h 849956"/>
                <a:gd name="connsiteX86" fmla="*/ 186720 w 403476"/>
                <a:gd name="connsiteY86" fmla="*/ 371049 h 849956"/>
                <a:gd name="connsiteX87" fmla="*/ 186994 w 403476"/>
                <a:gd name="connsiteY87" fmla="*/ 369301 h 849956"/>
                <a:gd name="connsiteX88" fmla="*/ 187102 w 403476"/>
                <a:gd name="connsiteY88" fmla="*/ 367539 h 849956"/>
                <a:gd name="connsiteX89" fmla="*/ 187035 w 403476"/>
                <a:gd name="connsiteY89" fmla="*/ 365771 h 849956"/>
                <a:gd name="connsiteX90" fmla="*/ 186800 w 403476"/>
                <a:gd name="connsiteY90" fmla="*/ 364023 h 849956"/>
                <a:gd name="connsiteX91" fmla="*/ 186392 w 403476"/>
                <a:gd name="connsiteY91" fmla="*/ 362302 h 849956"/>
                <a:gd name="connsiteX92" fmla="*/ 185823 w 403476"/>
                <a:gd name="connsiteY92" fmla="*/ 360628 h 849956"/>
                <a:gd name="connsiteX93" fmla="*/ 185092 w 403476"/>
                <a:gd name="connsiteY93" fmla="*/ 359020 h 849956"/>
                <a:gd name="connsiteX94" fmla="*/ 184208 w 403476"/>
                <a:gd name="connsiteY94" fmla="*/ 357487 h 849956"/>
                <a:gd name="connsiteX95" fmla="*/ 183184 w 403476"/>
                <a:gd name="connsiteY95" fmla="*/ 356053 h 849956"/>
                <a:gd name="connsiteX96" fmla="*/ 182025 w 403476"/>
                <a:gd name="connsiteY96" fmla="*/ 354721 h 849956"/>
                <a:gd name="connsiteX97" fmla="*/ 180739 w 403476"/>
                <a:gd name="connsiteY97" fmla="*/ 353502 h 849956"/>
                <a:gd name="connsiteX98" fmla="*/ 179339 w 403476"/>
                <a:gd name="connsiteY98" fmla="*/ 352424 h 849956"/>
                <a:gd name="connsiteX99" fmla="*/ 177846 w 403476"/>
                <a:gd name="connsiteY99" fmla="*/ 351479 h 849956"/>
                <a:gd name="connsiteX100" fmla="*/ 176266 w 403476"/>
                <a:gd name="connsiteY100" fmla="*/ 350682 h 849956"/>
                <a:gd name="connsiteX101" fmla="*/ 174618 w 403476"/>
                <a:gd name="connsiteY101" fmla="*/ 350046 h 849956"/>
                <a:gd name="connsiteX102" fmla="*/ 172910 w 403476"/>
                <a:gd name="connsiteY102" fmla="*/ 349577 h 849956"/>
                <a:gd name="connsiteX103" fmla="*/ 171176 w 403476"/>
                <a:gd name="connsiteY103" fmla="*/ 349269 h 849956"/>
                <a:gd name="connsiteX104" fmla="*/ 169408 w 403476"/>
                <a:gd name="connsiteY104" fmla="*/ 349135 h 849956"/>
                <a:gd name="connsiteX105" fmla="*/ 167639 w 403476"/>
                <a:gd name="connsiteY105" fmla="*/ 349169 h 849956"/>
                <a:gd name="connsiteX106" fmla="*/ 165885 w 403476"/>
                <a:gd name="connsiteY106" fmla="*/ 349376 h 849956"/>
                <a:gd name="connsiteX107" fmla="*/ 164157 w 403476"/>
                <a:gd name="connsiteY107" fmla="*/ 349751 h 849956"/>
                <a:gd name="connsiteX108" fmla="*/ 162476 w 403476"/>
                <a:gd name="connsiteY108" fmla="*/ 350294 h 849956"/>
                <a:gd name="connsiteX109" fmla="*/ 160855 w 403476"/>
                <a:gd name="connsiteY109" fmla="*/ 350997 h 849956"/>
                <a:gd name="connsiteX110" fmla="*/ 269197 w 403476"/>
                <a:gd name="connsiteY110" fmla="*/ 539552 h 849956"/>
                <a:gd name="connsiteX111" fmla="*/ 228444 w 403476"/>
                <a:gd name="connsiteY111" fmla="*/ 566883 h 849956"/>
                <a:gd name="connsiteX112" fmla="*/ 224914 w 403476"/>
                <a:gd name="connsiteY112" fmla="*/ 596238 h 849956"/>
                <a:gd name="connsiteX113" fmla="*/ 250391 w 403476"/>
                <a:gd name="connsiteY113" fmla="*/ 619464 h 849956"/>
                <a:gd name="connsiteX114" fmla="*/ 266525 w 403476"/>
                <a:gd name="connsiteY114" fmla="*/ 622986 h 849956"/>
                <a:gd name="connsiteX115" fmla="*/ 304016 w 403476"/>
                <a:gd name="connsiteY115" fmla="*/ 599821 h 849956"/>
                <a:gd name="connsiteX116" fmla="*/ 310994 w 403476"/>
                <a:gd name="connsiteY116" fmla="*/ 568243 h 849956"/>
                <a:gd name="connsiteX117" fmla="*/ 295504 w 403476"/>
                <a:gd name="connsiteY117" fmla="*/ 546437 h 849956"/>
                <a:gd name="connsiteX118" fmla="*/ 269197 w 403476"/>
                <a:gd name="connsiteY118" fmla="*/ 539552 h 84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403476" h="849956">
                  <a:moveTo>
                    <a:pt x="0" y="59244"/>
                  </a:moveTo>
                  <a:cubicBezTo>
                    <a:pt x="8720" y="52252"/>
                    <a:pt x="17554" y="44992"/>
                    <a:pt x="27004" y="39005"/>
                  </a:cubicBezTo>
                  <a:cubicBezTo>
                    <a:pt x="34317" y="34377"/>
                    <a:pt x="72310" y="14788"/>
                    <a:pt x="79611" y="16355"/>
                  </a:cubicBezTo>
                  <a:cubicBezTo>
                    <a:pt x="81392" y="16736"/>
                    <a:pt x="86583" y="22503"/>
                    <a:pt x="91766" y="23748"/>
                  </a:cubicBezTo>
                  <a:lnTo>
                    <a:pt x="95651" y="19141"/>
                  </a:lnTo>
                  <a:lnTo>
                    <a:pt x="88859" y="2090"/>
                  </a:lnTo>
                  <a:lnTo>
                    <a:pt x="93025" y="0"/>
                  </a:lnTo>
                  <a:cubicBezTo>
                    <a:pt x="145076" y="111443"/>
                    <a:pt x="191803" y="225276"/>
                    <a:pt x="243232" y="336926"/>
                  </a:cubicBezTo>
                  <a:cubicBezTo>
                    <a:pt x="280046" y="416858"/>
                    <a:pt x="315167" y="496904"/>
                    <a:pt x="349437" y="577954"/>
                  </a:cubicBezTo>
                  <a:cubicBezTo>
                    <a:pt x="361311" y="606042"/>
                    <a:pt x="378416" y="637319"/>
                    <a:pt x="386051" y="666612"/>
                  </a:cubicBezTo>
                  <a:cubicBezTo>
                    <a:pt x="382146" y="674361"/>
                    <a:pt x="384557" y="677670"/>
                    <a:pt x="387122" y="685378"/>
                  </a:cubicBezTo>
                  <a:cubicBezTo>
                    <a:pt x="387645" y="686952"/>
                    <a:pt x="388261" y="688492"/>
                    <a:pt x="388790" y="690060"/>
                  </a:cubicBezTo>
                  <a:cubicBezTo>
                    <a:pt x="393558" y="704177"/>
                    <a:pt x="396345" y="719260"/>
                    <a:pt x="399800" y="733759"/>
                  </a:cubicBezTo>
                  <a:cubicBezTo>
                    <a:pt x="408319" y="769469"/>
                    <a:pt x="399191" y="810168"/>
                    <a:pt x="400450" y="846930"/>
                  </a:cubicBezTo>
                  <a:lnTo>
                    <a:pt x="398273" y="849957"/>
                  </a:lnTo>
                  <a:cubicBezTo>
                    <a:pt x="396659" y="823657"/>
                    <a:pt x="397449" y="797088"/>
                    <a:pt x="397557" y="770735"/>
                  </a:cubicBezTo>
                  <a:cubicBezTo>
                    <a:pt x="337864" y="770674"/>
                    <a:pt x="296260" y="775001"/>
                    <a:pt x="234425" y="769201"/>
                  </a:cubicBezTo>
                  <a:cubicBezTo>
                    <a:pt x="283750" y="757843"/>
                    <a:pt x="342311" y="773889"/>
                    <a:pt x="390699" y="759919"/>
                  </a:cubicBezTo>
                  <a:cubicBezTo>
                    <a:pt x="397952" y="747857"/>
                    <a:pt x="392801" y="729881"/>
                    <a:pt x="389634" y="716788"/>
                  </a:cubicBezTo>
                  <a:cubicBezTo>
                    <a:pt x="387042" y="706093"/>
                    <a:pt x="383974" y="690508"/>
                    <a:pt x="377016" y="682204"/>
                  </a:cubicBezTo>
                  <a:cubicBezTo>
                    <a:pt x="374645" y="680181"/>
                    <a:pt x="372797" y="677281"/>
                    <a:pt x="369897" y="676129"/>
                  </a:cubicBezTo>
                  <a:cubicBezTo>
                    <a:pt x="350870" y="668581"/>
                    <a:pt x="281057" y="685659"/>
                    <a:pt x="248208" y="677301"/>
                  </a:cubicBezTo>
                  <a:lnTo>
                    <a:pt x="278600" y="674750"/>
                  </a:lnTo>
                  <a:lnTo>
                    <a:pt x="234578" y="672828"/>
                  </a:lnTo>
                  <a:lnTo>
                    <a:pt x="235262" y="670624"/>
                  </a:lnTo>
                  <a:lnTo>
                    <a:pt x="276383" y="669278"/>
                  </a:lnTo>
                  <a:cubicBezTo>
                    <a:pt x="250331" y="668072"/>
                    <a:pt x="224325" y="665085"/>
                    <a:pt x="198373" y="662554"/>
                  </a:cubicBezTo>
                  <a:cubicBezTo>
                    <a:pt x="188944" y="631800"/>
                    <a:pt x="176781" y="601897"/>
                    <a:pt x="166501" y="571418"/>
                  </a:cubicBezTo>
                  <a:cubicBezTo>
                    <a:pt x="151847" y="527972"/>
                    <a:pt x="139370" y="483810"/>
                    <a:pt x="123685" y="440714"/>
                  </a:cubicBezTo>
                  <a:cubicBezTo>
                    <a:pt x="101913" y="380907"/>
                    <a:pt x="4769" y="150260"/>
                    <a:pt x="7253" y="100894"/>
                  </a:cubicBezTo>
                  <a:cubicBezTo>
                    <a:pt x="15404" y="110063"/>
                    <a:pt x="23173" y="118555"/>
                    <a:pt x="35697" y="121187"/>
                  </a:cubicBezTo>
                  <a:cubicBezTo>
                    <a:pt x="50377" y="124268"/>
                    <a:pt x="71507" y="122131"/>
                    <a:pt x="83207" y="112059"/>
                  </a:cubicBezTo>
                  <a:cubicBezTo>
                    <a:pt x="89958" y="106252"/>
                    <a:pt x="93447" y="98503"/>
                    <a:pt x="93983" y="89730"/>
                  </a:cubicBezTo>
                  <a:cubicBezTo>
                    <a:pt x="94673" y="78284"/>
                    <a:pt x="90005" y="66973"/>
                    <a:pt x="82377" y="58548"/>
                  </a:cubicBezTo>
                  <a:cubicBezTo>
                    <a:pt x="81332" y="57375"/>
                    <a:pt x="80227" y="56264"/>
                    <a:pt x="79062" y="55212"/>
                  </a:cubicBezTo>
                  <a:cubicBezTo>
                    <a:pt x="77889" y="54161"/>
                    <a:pt x="76670" y="53170"/>
                    <a:pt x="75405" y="52245"/>
                  </a:cubicBezTo>
                  <a:cubicBezTo>
                    <a:pt x="74132" y="51328"/>
                    <a:pt x="72813" y="50477"/>
                    <a:pt x="71447" y="49694"/>
                  </a:cubicBezTo>
                  <a:cubicBezTo>
                    <a:pt x="70087" y="48910"/>
                    <a:pt x="68687" y="48207"/>
                    <a:pt x="67247" y="47577"/>
                  </a:cubicBezTo>
                  <a:cubicBezTo>
                    <a:pt x="65808" y="46948"/>
                    <a:pt x="64341" y="46399"/>
                    <a:pt x="62841" y="45930"/>
                  </a:cubicBezTo>
                  <a:cubicBezTo>
                    <a:pt x="61341" y="45454"/>
                    <a:pt x="59820" y="45066"/>
                    <a:pt x="58280" y="44758"/>
                  </a:cubicBezTo>
                  <a:cubicBezTo>
                    <a:pt x="56746" y="44450"/>
                    <a:pt x="55192" y="44222"/>
                    <a:pt x="53625" y="44081"/>
                  </a:cubicBezTo>
                  <a:cubicBezTo>
                    <a:pt x="52065" y="43941"/>
                    <a:pt x="50498" y="43880"/>
                    <a:pt x="48924" y="43907"/>
                  </a:cubicBezTo>
                  <a:cubicBezTo>
                    <a:pt x="30901" y="44101"/>
                    <a:pt x="21351" y="52533"/>
                    <a:pt x="8807" y="64454"/>
                  </a:cubicBezTo>
                  <a:lnTo>
                    <a:pt x="0" y="59244"/>
                  </a:lnTo>
                  <a:close/>
                  <a:moveTo>
                    <a:pt x="112046" y="210864"/>
                  </a:moveTo>
                  <a:cubicBezTo>
                    <a:pt x="101551" y="222892"/>
                    <a:pt x="93702" y="232676"/>
                    <a:pt x="95503" y="249634"/>
                  </a:cubicBezTo>
                  <a:cubicBezTo>
                    <a:pt x="96220" y="256391"/>
                    <a:pt x="99435" y="263089"/>
                    <a:pt x="105107" y="266913"/>
                  </a:cubicBezTo>
                  <a:cubicBezTo>
                    <a:pt x="113706" y="272713"/>
                    <a:pt x="122413" y="273503"/>
                    <a:pt x="132278" y="270724"/>
                  </a:cubicBezTo>
                  <a:cubicBezTo>
                    <a:pt x="134260" y="270161"/>
                    <a:pt x="136216" y="269518"/>
                    <a:pt x="138192" y="268915"/>
                  </a:cubicBezTo>
                  <a:cubicBezTo>
                    <a:pt x="142484" y="266216"/>
                    <a:pt x="146483" y="263390"/>
                    <a:pt x="150079" y="259767"/>
                  </a:cubicBezTo>
                  <a:cubicBezTo>
                    <a:pt x="156596" y="253197"/>
                    <a:pt x="160011" y="245850"/>
                    <a:pt x="159589" y="236467"/>
                  </a:cubicBezTo>
                  <a:cubicBezTo>
                    <a:pt x="159201" y="227888"/>
                    <a:pt x="155357" y="221070"/>
                    <a:pt x="148539" y="215913"/>
                  </a:cubicBezTo>
                  <a:cubicBezTo>
                    <a:pt x="136644" y="206919"/>
                    <a:pt x="125688" y="208519"/>
                    <a:pt x="112046" y="210864"/>
                  </a:cubicBezTo>
                  <a:close/>
                  <a:moveTo>
                    <a:pt x="160855" y="350997"/>
                  </a:moveTo>
                  <a:cubicBezTo>
                    <a:pt x="160132" y="351352"/>
                    <a:pt x="159435" y="351754"/>
                    <a:pt x="158772" y="352202"/>
                  </a:cubicBezTo>
                  <a:cubicBezTo>
                    <a:pt x="158103" y="352651"/>
                    <a:pt x="157466" y="353140"/>
                    <a:pt x="156863" y="353669"/>
                  </a:cubicBezTo>
                  <a:cubicBezTo>
                    <a:pt x="156261" y="354198"/>
                    <a:pt x="155691" y="354768"/>
                    <a:pt x="155162" y="355377"/>
                  </a:cubicBezTo>
                  <a:cubicBezTo>
                    <a:pt x="154634" y="355986"/>
                    <a:pt x="154151" y="356623"/>
                    <a:pt x="153709" y="357292"/>
                  </a:cubicBezTo>
                  <a:cubicBezTo>
                    <a:pt x="153260" y="357962"/>
                    <a:pt x="152865" y="358659"/>
                    <a:pt x="152517" y="359382"/>
                  </a:cubicBezTo>
                  <a:cubicBezTo>
                    <a:pt x="152162" y="360105"/>
                    <a:pt x="151861" y="360849"/>
                    <a:pt x="151613" y="361612"/>
                  </a:cubicBezTo>
                  <a:cubicBezTo>
                    <a:pt x="151358" y="362376"/>
                    <a:pt x="151157" y="363153"/>
                    <a:pt x="151003" y="363943"/>
                  </a:cubicBezTo>
                  <a:cubicBezTo>
                    <a:pt x="150856" y="364733"/>
                    <a:pt x="150762" y="365530"/>
                    <a:pt x="150715" y="366334"/>
                  </a:cubicBezTo>
                  <a:cubicBezTo>
                    <a:pt x="150668" y="367137"/>
                    <a:pt x="150682" y="367941"/>
                    <a:pt x="150742" y="368738"/>
                  </a:cubicBezTo>
                  <a:cubicBezTo>
                    <a:pt x="150803" y="369542"/>
                    <a:pt x="150917" y="370339"/>
                    <a:pt x="151084" y="371122"/>
                  </a:cubicBezTo>
                  <a:cubicBezTo>
                    <a:pt x="151251" y="371906"/>
                    <a:pt x="151472" y="372683"/>
                    <a:pt x="151740" y="373440"/>
                  </a:cubicBezTo>
                  <a:cubicBezTo>
                    <a:pt x="152015" y="374196"/>
                    <a:pt x="152330" y="374933"/>
                    <a:pt x="152698" y="375650"/>
                  </a:cubicBezTo>
                  <a:cubicBezTo>
                    <a:pt x="153066" y="376366"/>
                    <a:pt x="153475" y="377049"/>
                    <a:pt x="153937" y="377712"/>
                  </a:cubicBezTo>
                  <a:cubicBezTo>
                    <a:pt x="154399" y="378375"/>
                    <a:pt x="154895" y="378998"/>
                    <a:pt x="155437" y="379594"/>
                  </a:cubicBezTo>
                  <a:cubicBezTo>
                    <a:pt x="155980" y="380190"/>
                    <a:pt x="156556" y="380746"/>
                    <a:pt x="157172" y="381262"/>
                  </a:cubicBezTo>
                  <a:cubicBezTo>
                    <a:pt x="157788" y="381778"/>
                    <a:pt x="158438" y="382253"/>
                    <a:pt x="159114" y="382688"/>
                  </a:cubicBezTo>
                  <a:cubicBezTo>
                    <a:pt x="159790" y="383124"/>
                    <a:pt x="160494" y="383506"/>
                    <a:pt x="161223" y="383847"/>
                  </a:cubicBezTo>
                  <a:cubicBezTo>
                    <a:pt x="161953" y="384182"/>
                    <a:pt x="162703" y="384470"/>
                    <a:pt x="163467" y="384711"/>
                  </a:cubicBezTo>
                  <a:cubicBezTo>
                    <a:pt x="164237" y="384952"/>
                    <a:pt x="165014" y="385140"/>
                    <a:pt x="165811" y="385274"/>
                  </a:cubicBezTo>
                  <a:cubicBezTo>
                    <a:pt x="166601" y="385414"/>
                    <a:pt x="167399" y="385495"/>
                    <a:pt x="168202" y="385528"/>
                  </a:cubicBezTo>
                  <a:cubicBezTo>
                    <a:pt x="169006" y="385555"/>
                    <a:pt x="169809" y="385528"/>
                    <a:pt x="170613" y="385454"/>
                  </a:cubicBezTo>
                  <a:cubicBezTo>
                    <a:pt x="171410" y="385381"/>
                    <a:pt x="172200" y="385253"/>
                    <a:pt x="172984" y="385073"/>
                  </a:cubicBezTo>
                  <a:cubicBezTo>
                    <a:pt x="173768" y="384892"/>
                    <a:pt x="174538" y="384657"/>
                    <a:pt x="175294" y="384376"/>
                  </a:cubicBezTo>
                  <a:cubicBezTo>
                    <a:pt x="176044" y="384095"/>
                    <a:pt x="176774" y="383767"/>
                    <a:pt x="177484" y="383385"/>
                  </a:cubicBezTo>
                  <a:cubicBezTo>
                    <a:pt x="178000" y="383110"/>
                    <a:pt x="178509" y="382802"/>
                    <a:pt x="178998" y="382474"/>
                  </a:cubicBezTo>
                  <a:cubicBezTo>
                    <a:pt x="179487" y="382146"/>
                    <a:pt x="179962" y="381798"/>
                    <a:pt x="180418" y="381423"/>
                  </a:cubicBezTo>
                  <a:cubicBezTo>
                    <a:pt x="180880" y="381054"/>
                    <a:pt x="181315" y="380659"/>
                    <a:pt x="181730" y="380244"/>
                  </a:cubicBezTo>
                  <a:cubicBezTo>
                    <a:pt x="182152" y="379822"/>
                    <a:pt x="182548" y="379387"/>
                    <a:pt x="182923" y="378938"/>
                  </a:cubicBezTo>
                  <a:cubicBezTo>
                    <a:pt x="183298" y="378483"/>
                    <a:pt x="183652" y="378007"/>
                    <a:pt x="183981" y="377518"/>
                  </a:cubicBezTo>
                  <a:cubicBezTo>
                    <a:pt x="184309" y="377029"/>
                    <a:pt x="184617" y="376527"/>
                    <a:pt x="184898" y="376011"/>
                  </a:cubicBezTo>
                  <a:cubicBezTo>
                    <a:pt x="185180" y="375496"/>
                    <a:pt x="185434" y="374960"/>
                    <a:pt x="185668" y="374417"/>
                  </a:cubicBezTo>
                  <a:cubicBezTo>
                    <a:pt x="185896" y="373875"/>
                    <a:pt x="186097" y="373319"/>
                    <a:pt x="186271" y="372756"/>
                  </a:cubicBezTo>
                  <a:cubicBezTo>
                    <a:pt x="186452" y="372194"/>
                    <a:pt x="186599" y="371625"/>
                    <a:pt x="186720" y="371049"/>
                  </a:cubicBezTo>
                  <a:cubicBezTo>
                    <a:pt x="186840" y="370473"/>
                    <a:pt x="186934" y="369890"/>
                    <a:pt x="186994" y="369301"/>
                  </a:cubicBezTo>
                  <a:cubicBezTo>
                    <a:pt x="187055" y="368718"/>
                    <a:pt x="187095" y="368129"/>
                    <a:pt x="187102" y="367539"/>
                  </a:cubicBezTo>
                  <a:cubicBezTo>
                    <a:pt x="187109" y="366950"/>
                    <a:pt x="187082" y="366361"/>
                    <a:pt x="187035" y="365771"/>
                  </a:cubicBezTo>
                  <a:cubicBezTo>
                    <a:pt x="186981" y="365189"/>
                    <a:pt x="186901" y="364606"/>
                    <a:pt x="186800" y="364023"/>
                  </a:cubicBezTo>
                  <a:cubicBezTo>
                    <a:pt x="186693" y="363441"/>
                    <a:pt x="186559" y="362871"/>
                    <a:pt x="186392" y="362302"/>
                  </a:cubicBezTo>
                  <a:cubicBezTo>
                    <a:pt x="186231" y="361733"/>
                    <a:pt x="186044" y="361177"/>
                    <a:pt x="185823" y="360628"/>
                  </a:cubicBezTo>
                  <a:cubicBezTo>
                    <a:pt x="185601" y="360085"/>
                    <a:pt x="185360" y="359549"/>
                    <a:pt x="185092" y="359020"/>
                  </a:cubicBezTo>
                  <a:cubicBezTo>
                    <a:pt x="184825" y="358491"/>
                    <a:pt x="184530" y="357982"/>
                    <a:pt x="184208" y="357487"/>
                  </a:cubicBezTo>
                  <a:cubicBezTo>
                    <a:pt x="183894" y="356991"/>
                    <a:pt x="183552" y="356516"/>
                    <a:pt x="183184" y="356053"/>
                  </a:cubicBezTo>
                  <a:cubicBezTo>
                    <a:pt x="182815" y="355591"/>
                    <a:pt x="182434" y="355143"/>
                    <a:pt x="182025" y="354721"/>
                  </a:cubicBezTo>
                  <a:cubicBezTo>
                    <a:pt x="181617" y="354292"/>
                    <a:pt x="181188" y="353884"/>
                    <a:pt x="180739" y="353502"/>
                  </a:cubicBezTo>
                  <a:cubicBezTo>
                    <a:pt x="180291" y="353120"/>
                    <a:pt x="179822" y="352758"/>
                    <a:pt x="179339" y="352424"/>
                  </a:cubicBezTo>
                  <a:cubicBezTo>
                    <a:pt x="178858" y="352082"/>
                    <a:pt x="178362" y="351767"/>
                    <a:pt x="177846" y="351479"/>
                  </a:cubicBezTo>
                  <a:cubicBezTo>
                    <a:pt x="177330" y="351191"/>
                    <a:pt x="176808" y="350923"/>
                    <a:pt x="176266" y="350682"/>
                  </a:cubicBezTo>
                  <a:cubicBezTo>
                    <a:pt x="175723" y="350448"/>
                    <a:pt x="175174" y="350234"/>
                    <a:pt x="174618" y="350046"/>
                  </a:cubicBezTo>
                  <a:cubicBezTo>
                    <a:pt x="174055" y="349865"/>
                    <a:pt x="173486" y="349704"/>
                    <a:pt x="172910" y="349577"/>
                  </a:cubicBezTo>
                  <a:cubicBezTo>
                    <a:pt x="172341" y="349450"/>
                    <a:pt x="171758" y="349343"/>
                    <a:pt x="171176" y="349269"/>
                  </a:cubicBezTo>
                  <a:cubicBezTo>
                    <a:pt x="170586" y="349196"/>
                    <a:pt x="169997" y="349155"/>
                    <a:pt x="169408" y="349135"/>
                  </a:cubicBezTo>
                  <a:cubicBezTo>
                    <a:pt x="168818" y="349115"/>
                    <a:pt x="168229" y="349129"/>
                    <a:pt x="167639" y="349169"/>
                  </a:cubicBezTo>
                  <a:cubicBezTo>
                    <a:pt x="167057" y="349209"/>
                    <a:pt x="166467" y="349276"/>
                    <a:pt x="165885" y="349376"/>
                  </a:cubicBezTo>
                  <a:cubicBezTo>
                    <a:pt x="165302" y="349477"/>
                    <a:pt x="164726" y="349597"/>
                    <a:pt x="164157" y="349751"/>
                  </a:cubicBezTo>
                  <a:cubicBezTo>
                    <a:pt x="163588" y="349905"/>
                    <a:pt x="163032" y="350086"/>
                    <a:pt x="162476" y="350294"/>
                  </a:cubicBezTo>
                  <a:cubicBezTo>
                    <a:pt x="161927" y="350501"/>
                    <a:pt x="161384" y="350736"/>
                    <a:pt x="160855" y="350997"/>
                  </a:cubicBezTo>
                  <a:close/>
                  <a:moveTo>
                    <a:pt x="269197" y="539552"/>
                  </a:moveTo>
                  <a:cubicBezTo>
                    <a:pt x="252400" y="545204"/>
                    <a:pt x="237412" y="550495"/>
                    <a:pt x="228444" y="566883"/>
                  </a:cubicBezTo>
                  <a:cubicBezTo>
                    <a:pt x="223682" y="575583"/>
                    <a:pt x="221271" y="586721"/>
                    <a:pt x="224914" y="596238"/>
                  </a:cubicBezTo>
                  <a:cubicBezTo>
                    <a:pt x="229141" y="607288"/>
                    <a:pt x="239166" y="616015"/>
                    <a:pt x="250391" y="619464"/>
                  </a:cubicBezTo>
                  <a:cubicBezTo>
                    <a:pt x="255776" y="621118"/>
                    <a:pt x="260973" y="622183"/>
                    <a:pt x="266525" y="622986"/>
                  </a:cubicBezTo>
                  <a:cubicBezTo>
                    <a:pt x="283114" y="618968"/>
                    <a:pt x="294445" y="614668"/>
                    <a:pt x="304016" y="599821"/>
                  </a:cubicBezTo>
                  <a:cubicBezTo>
                    <a:pt x="309863" y="590759"/>
                    <a:pt x="313305" y="578972"/>
                    <a:pt x="310994" y="568243"/>
                  </a:cubicBezTo>
                  <a:cubicBezTo>
                    <a:pt x="309059" y="559269"/>
                    <a:pt x="303621" y="550957"/>
                    <a:pt x="295504" y="546437"/>
                  </a:cubicBezTo>
                  <a:cubicBezTo>
                    <a:pt x="287487" y="541976"/>
                    <a:pt x="278211" y="540262"/>
                    <a:pt x="269197" y="539552"/>
                  </a:cubicBez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FF5F8B8F-D91F-6142-23C1-71CF06DD1D1D}"/>
                </a:ext>
              </a:extLst>
            </p:cNvPr>
            <p:cNvSpPr/>
            <p:nvPr/>
          </p:nvSpPr>
          <p:spPr>
            <a:xfrm>
              <a:off x="1088030" y="1304944"/>
              <a:ext cx="97972" cy="94353"/>
            </a:xfrm>
            <a:custGeom>
              <a:avLst/>
              <a:gdLst>
                <a:gd name="connsiteX0" fmla="*/ 62736 w 97972"/>
                <a:gd name="connsiteY0" fmla="*/ 94170 h 94353"/>
                <a:gd name="connsiteX1" fmla="*/ 36309 w 97972"/>
                <a:gd name="connsiteY1" fmla="*/ 93105 h 94353"/>
                <a:gd name="connsiteX2" fmla="*/ 5924 w 97972"/>
                <a:gd name="connsiteY2" fmla="*/ 70696 h 94353"/>
                <a:gd name="connsiteX3" fmla="*/ 3921 w 97972"/>
                <a:gd name="connsiteY3" fmla="*/ 66919 h 94353"/>
                <a:gd name="connsiteX4" fmla="*/ 2314 w 97972"/>
                <a:gd name="connsiteY4" fmla="*/ 62954 h 94353"/>
                <a:gd name="connsiteX5" fmla="*/ 1121 w 97972"/>
                <a:gd name="connsiteY5" fmla="*/ 58849 h 94353"/>
                <a:gd name="connsiteX6" fmla="*/ 351 w 97972"/>
                <a:gd name="connsiteY6" fmla="*/ 54643 h 94353"/>
                <a:gd name="connsiteX7" fmla="*/ 17 w 97972"/>
                <a:gd name="connsiteY7" fmla="*/ 50383 h 94353"/>
                <a:gd name="connsiteX8" fmla="*/ 110 w 97972"/>
                <a:gd name="connsiteY8" fmla="*/ 46104 h 94353"/>
                <a:gd name="connsiteX9" fmla="*/ 646 w 97972"/>
                <a:gd name="connsiteY9" fmla="*/ 41865 h 94353"/>
                <a:gd name="connsiteX10" fmla="*/ 1610 w 97972"/>
                <a:gd name="connsiteY10" fmla="*/ 37699 h 94353"/>
                <a:gd name="connsiteX11" fmla="*/ 38171 w 97972"/>
                <a:gd name="connsiteY11" fmla="*/ 0 h 94353"/>
                <a:gd name="connsiteX12" fmla="*/ 54465 w 97972"/>
                <a:gd name="connsiteY12" fmla="*/ 2250 h 94353"/>
                <a:gd name="connsiteX13" fmla="*/ 93410 w 97972"/>
                <a:gd name="connsiteY13" fmla="*/ 32817 h 94353"/>
                <a:gd name="connsiteX14" fmla="*/ 94441 w 97972"/>
                <a:gd name="connsiteY14" fmla="*/ 67950 h 94353"/>
                <a:gd name="connsiteX15" fmla="*/ 62736 w 97972"/>
                <a:gd name="connsiteY15" fmla="*/ 94170 h 94353"/>
                <a:gd name="connsiteX16" fmla="*/ 33181 w 97972"/>
                <a:gd name="connsiteY16" fmla="*/ 19194 h 94353"/>
                <a:gd name="connsiteX17" fmla="*/ 29022 w 97972"/>
                <a:gd name="connsiteY17" fmla="*/ 20855 h 94353"/>
                <a:gd name="connsiteX18" fmla="*/ 25118 w 97972"/>
                <a:gd name="connsiteY18" fmla="*/ 23052 h 94353"/>
                <a:gd name="connsiteX19" fmla="*/ 21548 w 97972"/>
                <a:gd name="connsiteY19" fmla="*/ 25751 h 94353"/>
                <a:gd name="connsiteX20" fmla="*/ 18367 w 97972"/>
                <a:gd name="connsiteY20" fmla="*/ 28899 h 94353"/>
                <a:gd name="connsiteX21" fmla="*/ 15628 w 97972"/>
                <a:gd name="connsiteY21" fmla="*/ 32448 h 94353"/>
                <a:gd name="connsiteX22" fmla="*/ 13391 w 97972"/>
                <a:gd name="connsiteY22" fmla="*/ 36326 h 94353"/>
                <a:gd name="connsiteX23" fmla="*/ 11690 w 97972"/>
                <a:gd name="connsiteY23" fmla="*/ 40465 h 94353"/>
                <a:gd name="connsiteX24" fmla="*/ 10551 w 97972"/>
                <a:gd name="connsiteY24" fmla="*/ 44798 h 94353"/>
                <a:gd name="connsiteX25" fmla="*/ 10002 w 97972"/>
                <a:gd name="connsiteY25" fmla="*/ 49245 h 94353"/>
                <a:gd name="connsiteX26" fmla="*/ 10049 w 97972"/>
                <a:gd name="connsiteY26" fmla="*/ 53719 h 94353"/>
                <a:gd name="connsiteX27" fmla="*/ 10692 w 97972"/>
                <a:gd name="connsiteY27" fmla="*/ 58152 h 94353"/>
                <a:gd name="connsiteX28" fmla="*/ 11917 w 97972"/>
                <a:gd name="connsiteY28" fmla="*/ 62459 h 94353"/>
                <a:gd name="connsiteX29" fmla="*/ 13706 w 97972"/>
                <a:gd name="connsiteY29" fmla="*/ 66564 h 94353"/>
                <a:gd name="connsiteX30" fmla="*/ 16030 w 97972"/>
                <a:gd name="connsiteY30" fmla="*/ 70395 h 94353"/>
                <a:gd name="connsiteX31" fmla="*/ 18836 w 97972"/>
                <a:gd name="connsiteY31" fmla="*/ 73884 h 94353"/>
                <a:gd name="connsiteX32" fmla="*/ 22084 w 97972"/>
                <a:gd name="connsiteY32" fmla="*/ 76965 h 94353"/>
                <a:gd name="connsiteX33" fmla="*/ 25714 w 97972"/>
                <a:gd name="connsiteY33" fmla="*/ 79590 h 94353"/>
                <a:gd name="connsiteX34" fmla="*/ 29658 w 97972"/>
                <a:gd name="connsiteY34" fmla="*/ 81707 h 94353"/>
                <a:gd name="connsiteX35" fmla="*/ 33851 w 97972"/>
                <a:gd name="connsiteY35" fmla="*/ 83280 h 94353"/>
                <a:gd name="connsiteX36" fmla="*/ 38218 w 97972"/>
                <a:gd name="connsiteY36" fmla="*/ 84278 h 94353"/>
                <a:gd name="connsiteX37" fmla="*/ 42678 w 97972"/>
                <a:gd name="connsiteY37" fmla="*/ 84687 h 94353"/>
                <a:gd name="connsiteX38" fmla="*/ 47152 w 97972"/>
                <a:gd name="connsiteY38" fmla="*/ 84506 h 94353"/>
                <a:gd name="connsiteX39" fmla="*/ 51559 w 97972"/>
                <a:gd name="connsiteY39" fmla="*/ 83723 h 94353"/>
                <a:gd name="connsiteX40" fmla="*/ 55825 w 97972"/>
                <a:gd name="connsiteY40" fmla="*/ 82363 h 94353"/>
                <a:gd name="connsiteX41" fmla="*/ 57312 w 97972"/>
                <a:gd name="connsiteY41" fmla="*/ 81733 h 94353"/>
                <a:gd name="connsiteX42" fmla="*/ 58772 w 97972"/>
                <a:gd name="connsiteY42" fmla="*/ 81037 h 94353"/>
                <a:gd name="connsiteX43" fmla="*/ 60191 w 97972"/>
                <a:gd name="connsiteY43" fmla="*/ 80267 h 94353"/>
                <a:gd name="connsiteX44" fmla="*/ 61571 w 97972"/>
                <a:gd name="connsiteY44" fmla="*/ 79429 h 94353"/>
                <a:gd name="connsiteX45" fmla="*/ 62910 w 97972"/>
                <a:gd name="connsiteY45" fmla="*/ 78532 h 94353"/>
                <a:gd name="connsiteX46" fmla="*/ 64203 w 97972"/>
                <a:gd name="connsiteY46" fmla="*/ 77568 h 94353"/>
                <a:gd name="connsiteX47" fmla="*/ 65455 w 97972"/>
                <a:gd name="connsiteY47" fmla="*/ 76543 h 94353"/>
                <a:gd name="connsiteX48" fmla="*/ 66647 w 97972"/>
                <a:gd name="connsiteY48" fmla="*/ 75458 h 94353"/>
                <a:gd name="connsiteX49" fmla="*/ 67793 w 97972"/>
                <a:gd name="connsiteY49" fmla="*/ 74313 h 94353"/>
                <a:gd name="connsiteX50" fmla="*/ 68878 w 97972"/>
                <a:gd name="connsiteY50" fmla="*/ 73121 h 94353"/>
                <a:gd name="connsiteX51" fmla="*/ 69909 w 97972"/>
                <a:gd name="connsiteY51" fmla="*/ 71875 h 94353"/>
                <a:gd name="connsiteX52" fmla="*/ 70874 w 97972"/>
                <a:gd name="connsiteY52" fmla="*/ 70582 h 94353"/>
                <a:gd name="connsiteX53" fmla="*/ 71777 w 97972"/>
                <a:gd name="connsiteY53" fmla="*/ 69243 h 94353"/>
                <a:gd name="connsiteX54" fmla="*/ 72615 w 97972"/>
                <a:gd name="connsiteY54" fmla="*/ 67863 h 94353"/>
                <a:gd name="connsiteX55" fmla="*/ 73392 w 97972"/>
                <a:gd name="connsiteY55" fmla="*/ 66444 h 94353"/>
                <a:gd name="connsiteX56" fmla="*/ 74088 w 97972"/>
                <a:gd name="connsiteY56" fmla="*/ 64990 h 94353"/>
                <a:gd name="connsiteX57" fmla="*/ 74724 w 97972"/>
                <a:gd name="connsiteY57" fmla="*/ 63503 h 94353"/>
                <a:gd name="connsiteX58" fmla="*/ 75280 w 97972"/>
                <a:gd name="connsiteY58" fmla="*/ 61990 h 94353"/>
                <a:gd name="connsiteX59" fmla="*/ 75763 w 97972"/>
                <a:gd name="connsiteY59" fmla="*/ 60450 h 94353"/>
                <a:gd name="connsiteX60" fmla="*/ 76178 w 97972"/>
                <a:gd name="connsiteY60" fmla="*/ 58882 h 94353"/>
                <a:gd name="connsiteX61" fmla="*/ 76513 w 97972"/>
                <a:gd name="connsiteY61" fmla="*/ 57309 h 94353"/>
                <a:gd name="connsiteX62" fmla="*/ 76767 w 97972"/>
                <a:gd name="connsiteY62" fmla="*/ 55715 h 94353"/>
                <a:gd name="connsiteX63" fmla="*/ 76955 w 97972"/>
                <a:gd name="connsiteY63" fmla="*/ 54107 h 94353"/>
                <a:gd name="connsiteX64" fmla="*/ 77055 w 97972"/>
                <a:gd name="connsiteY64" fmla="*/ 52493 h 94353"/>
                <a:gd name="connsiteX65" fmla="*/ 77082 w 97972"/>
                <a:gd name="connsiteY65" fmla="*/ 50879 h 94353"/>
                <a:gd name="connsiteX66" fmla="*/ 77035 w 97972"/>
                <a:gd name="connsiteY66" fmla="*/ 49265 h 94353"/>
                <a:gd name="connsiteX67" fmla="*/ 76901 w 97972"/>
                <a:gd name="connsiteY67" fmla="*/ 47658 h 94353"/>
                <a:gd name="connsiteX68" fmla="*/ 76700 w 97972"/>
                <a:gd name="connsiteY68" fmla="*/ 46057 h 94353"/>
                <a:gd name="connsiteX69" fmla="*/ 76412 w 97972"/>
                <a:gd name="connsiteY69" fmla="*/ 44463 h 94353"/>
                <a:gd name="connsiteX70" fmla="*/ 76057 w 97972"/>
                <a:gd name="connsiteY70" fmla="*/ 42889 h 94353"/>
                <a:gd name="connsiteX71" fmla="*/ 75622 w 97972"/>
                <a:gd name="connsiteY71" fmla="*/ 41336 h 94353"/>
                <a:gd name="connsiteX72" fmla="*/ 75113 w 97972"/>
                <a:gd name="connsiteY72" fmla="*/ 39802 h 94353"/>
                <a:gd name="connsiteX73" fmla="*/ 74530 w 97972"/>
                <a:gd name="connsiteY73" fmla="*/ 38295 h 94353"/>
                <a:gd name="connsiteX74" fmla="*/ 73881 w 97972"/>
                <a:gd name="connsiteY74" fmla="*/ 36821 h 94353"/>
                <a:gd name="connsiteX75" fmla="*/ 73157 w 97972"/>
                <a:gd name="connsiteY75" fmla="*/ 35375 h 94353"/>
                <a:gd name="connsiteX76" fmla="*/ 72360 w 97972"/>
                <a:gd name="connsiteY76" fmla="*/ 33968 h 94353"/>
                <a:gd name="connsiteX77" fmla="*/ 71503 w 97972"/>
                <a:gd name="connsiteY77" fmla="*/ 32602 h 94353"/>
                <a:gd name="connsiteX78" fmla="*/ 70579 w 97972"/>
                <a:gd name="connsiteY78" fmla="*/ 31276 h 94353"/>
                <a:gd name="connsiteX79" fmla="*/ 69594 w 97972"/>
                <a:gd name="connsiteY79" fmla="*/ 29997 h 94353"/>
                <a:gd name="connsiteX80" fmla="*/ 68549 w 97972"/>
                <a:gd name="connsiteY80" fmla="*/ 28765 h 94353"/>
                <a:gd name="connsiteX81" fmla="*/ 67445 w 97972"/>
                <a:gd name="connsiteY81" fmla="*/ 27593 h 94353"/>
                <a:gd name="connsiteX82" fmla="*/ 66286 w 97972"/>
                <a:gd name="connsiteY82" fmla="*/ 26468 h 94353"/>
                <a:gd name="connsiteX83" fmla="*/ 65074 w 97972"/>
                <a:gd name="connsiteY83" fmla="*/ 25403 h 94353"/>
                <a:gd name="connsiteX84" fmla="*/ 63808 w 97972"/>
                <a:gd name="connsiteY84" fmla="*/ 24391 h 94353"/>
                <a:gd name="connsiteX85" fmla="*/ 62502 w 97972"/>
                <a:gd name="connsiteY85" fmla="*/ 23447 h 94353"/>
                <a:gd name="connsiteX86" fmla="*/ 61149 w 97972"/>
                <a:gd name="connsiteY86" fmla="*/ 22570 h 94353"/>
                <a:gd name="connsiteX87" fmla="*/ 59749 w 97972"/>
                <a:gd name="connsiteY87" fmla="*/ 21753 h 94353"/>
                <a:gd name="connsiteX88" fmla="*/ 58323 w 97972"/>
                <a:gd name="connsiteY88" fmla="*/ 21003 h 94353"/>
                <a:gd name="connsiteX89" fmla="*/ 56856 w 97972"/>
                <a:gd name="connsiteY89" fmla="*/ 20326 h 94353"/>
                <a:gd name="connsiteX90" fmla="*/ 55356 w 97972"/>
                <a:gd name="connsiteY90" fmla="*/ 19723 h 94353"/>
                <a:gd name="connsiteX91" fmla="*/ 53836 w 97972"/>
                <a:gd name="connsiteY91" fmla="*/ 19188 h 94353"/>
                <a:gd name="connsiteX92" fmla="*/ 52289 w 97972"/>
                <a:gd name="connsiteY92" fmla="*/ 18732 h 94353"/>
                <a:gd name="connsiteX93" fmla="*/ 50715 w 97972"/>
                <a:gd name="connsiteY93" fmla="*/ 18344 h 94353"/>
                <a:gd name="connsiteX94" fmla="*/ 49134 w 97972"/>
                <a:gd name="connsiteY94" fmla="*/ 18036 h 94353"/>
                <a:gd name="connsiteX95" fmla="*/ 47533 w 97972"/>
                <a:gd name="connsiteY95" fmla="*/ 17808 h 94353"/>
                <a:gd name="connsiteX96" fmla="*/ 45926 w 97972"/>
                <a:gd name="connsiteY96" fmla="*/ 17654 h 94353"/>
                <a:gd name="connsiteX97" fmla="*/ 44312 w 97972"/>
                <a:gd name="connsiteY97" fmla="*/ 17574 h 94353"/>
                <a:gd name="connsiteX98" fmla="*/ 42698 w 97972"/>
                <a:gd name="connsiteY98" fmla="*/ 17574 h 94353"/>
                <a:gd name="connsiteX99" fmla="*/ 41084 w 97972"/>
                <a:gd name="connsiteY99" fmla="*/ 17654 h 94353"/>
                <a:gd name="connsiteX100" fmla="*/ 39477 w 97972"/>
                <a:gd name="connsiteY100" fmla="*/ 17808 h 94353"/>
                <a:gd name="connsiteX101" fmla="*/ 37883 w 97972"/>
                <a:gd name="connsiteY101" fmla="*/ 18042 h 94353"/>
                <a:gd name="connsiteX102" fmla="*/ 36296 w 97972"/>
                <a:gd name="connsiteY102" fmla="*/ 18350 h 94353"/>
                <a:gd name="connsiteX103" fmla="*/ 34728 w 97972"/>
                <a:gd name="connsiteY103" fmla="*/ 18732 h 94353"/>
                <a:gd name="connsiteX104" fmla="*/ 33181 w 97972"/>
                <a:gd name="connsiteY104" fmla="*/ 19194 h 9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97972" h="94353">
                  <a:moveTo>
                    <a:pt x="62736" y="94170"/>
                  </a:moveTo>
                  <a:cubicBezTo>
                    <a:pt x="54117" y="94304"/>
                    <a:pt x="44788" y="94840"/>
                    <a:pt x="36309" y="93105"/>
                  </a:cubicBezTo>
                  <a:cubicBezTo>
                    <a:pt x="23966" y="90580"/>
                    <a:pt x="12246" y="81479"/>
                    <a:pt x="5924" y="70696"/>
                  </a:cubicBezTo>
                  <a:cubicBezTo>
                    <a:pt x="5194" y="69471"/>
                    <a:pt x="4524" y="68212"/>
                    <a:pt x="3921" y="66919"/>
                  </a:cubicBezTo>
                  <a:cubicBezTo>
                    <a:pt x="3318" y="65626"/>
                    <a:pt x="2782" y="64300"/>
                    <a:pt x="2314" y="62954"/>
                  </a:cubicBezTo>
                  <a:cubicBezTo>
                    <a:pt x="1845" y="61608"/>
                    <a:pt x="1450" y="60235"/>
                    <a:pt x="1121" y="58849"/>
                  </a:cubicBezTo>
                  <a:cubicBezTo>
                    <a:pt x="793" y="57462"/>
                    <a:pt x="532" y="56056"/>
                    <a:pt x="351" y="54643"/>
                  </a:cubicBezTo>
                  <a:cubicBezTo>
                    <a:pt x="171" y="53230"/>
                    <a:pt x="57" y="51810"/>
                    <a:pt x="17" y="50383"/>
                  </a:cubicBezTo>
                  <a:cubicBezTo>
                    <a:pt x="-24" y="48957"/>
                    <a:pt x="10" y="47530"/>
                    <a:pt x="110" y="46104"/>
                  </a:cubicBezTo>
                  <a:cubicBezTo>
                    <a:pt x="217" y="44684"/>
                    <a:pt x="398" y="43271"/>
                    <a:pt x="646" y="41865"/>
                  </a:cubicBezTo>
                  <a:cubicBezTo>
                    <a:pt x="894" y="40458"/>
                    <a:pt x="1215" y="39072"/>
                    <a:pt x="1610" y="37699"/>
                  </a:cubicBezTo>
                  <a:cubicBezTo>
                    <a:pt x="7223" y="17533"/>
                    <a:pt x="20517" y="9148"/>
                    <a:pt x="38171" y="0"/>
                  </a:cubicBezTo>
                  <a:cubicBezTo>
                    <a:pt x="43602" y="489"/>
                    <a:pt x="49154" y="985"/>
                    <a:pt x="54465" y="2250"/>
                  </a:cubicBezTo>
                  <a:cubicBezTo>
                    <a:pt x="70559" y="6081"/>
                    <a:pt x="85916" y="18103"/>
                    <a:pt x="93410" y="32817"/>
                  </a:cubicBezTo>
                  <a:cubicBezTo>
                    <a:pt x="98895" y="43579"/>
                    <a:pt x="99672" y="56900"/>
                    <a:pt x="94441" y="67950"/>
                  </a:cubicBezTo>
                  <a:cubicBezTo>
                    <a:pt x="87965" y="81646"/>
                    <a:pt x="75769" y="87995"/>
                    <a:pt x="62736" y="94170"/>
                  </a:cubicBezTo>
                  <a:close/>
                  <a:moveTo>
                    <a:pt x="33181" y="19194"/>
                  </a:moveTo>
                  <a:cubicBezTo>
                    <a:pt x="31755" y="19656"/>
                    <a:pt x="30368" y="20206"/>
                    <a:pt x="29022" y="20855"/>
                  </a:cubicBezTo>
                  <a:cubicBezTo>
                    <a:pt x="27676" y="21505"/>
                    <a:pt x="26370" y="22235"/>
                    <a:pt x="25118" y="23052"/>
                  </a:cubicBezTo>
                  <a:cubicBezTo>
                    <a:pt x="23865" y="23876"/>
                    <a:pt x="22680" y="24773"/>
                    <a:pt x="21548" y="25751"/>
                  </a:cubicBezTo>
                  <a:cubicBezTo>
                    <a:pt x="20417" y="26729"/>
                    <a:pt x="19352" y="27780"/>
                    <a:pt x="18367" y="28899"/>
                  </a:cubicBezTo>
                  <a:cubicBezTo>
                    <a:pt x="17376" y="30017"/>
                    <a:pt x="16465" y="31203"/>
                    <a:pt x="15628" y="32448"/>
                  </a:cubicBezTo>
                  <a:cubicBezTo>
                    <a:pt x="14797" y="33687"/>
                    <a:pt x="14054" y="34980"/>
                    <a:pt x="13391" y="36326"/>
                  </a:cubicBezTo>
                  <a:cubicBezTo>
                    <a:pt x="12728" y="37672"/>
                    <a:pt x="12165" y="39052"/>
                    <a:pt x="11690" y="40465"/>
                  </a:cubicBezTo>
                  <a:cubicBezTo>
                    <a:pt x="11214" y="41885"/>
                    <a:pt x="10833" y="43331"/>
                    <a:pt x="10551" y="44798"/>
                  </a:cubicBezTo>
                  <a:cubicBezTo>
                    <a:pt x="10270" y="46265"/>
                    <a:pt x="10089" y="47752"/>
                    <a:pt x="10002" y="49245"/>
                  </a:cubicBezTo>
                  <a:cubicBezTo>
                    <a:pt x="9915" y="50738"/>
                    <a:pt x="9935" y="52225"/>
                    <a:pt x="10049" y="53719"/>
                  </a:cubicBezTo>
                  <a:cubicBezTo>
                    <a:pt x="10163" y="55212"/>
                    <a:pt x="10377" y="56686"/>
                    <a:pt x="10692" y="58152"/>
                  </a:cubicBezTo>
                  <a:cubicBezTo>
                    <a:pt x="11007" y="59619"/>
                    <a:pt x="11415" y="61052"/>
                    <a:pt x="11917" y="62459"/>
                  </a:cubicBezTo>
                  <a:cubicBezTo>
                    <a:pt x="12420" y="63865"/>
                    <a:pt x="13016" y="65231"/>
                    <a:pt x="13706" y="66564"/>
                  </a:cubicBezTo>
                  <a:cubicBezTo>
                    <a:pt x="14395" y="67897"/>
                    <a:pt x="15166" y="69169"/>
                    <a:pt x="16030" y="70395"/>
                  </a:cubicBezTo>
                  <a:cubicBezTo>
                    <a:pt x="16887" y="71621"/>
                    <a:pt x="17825" y="72779"/>
                    <a:pt x="18836" y="73884"/>
                  </a:cubicBezTo>
                  <a:cubicBezTo>
                    <a:pt x="19847" y="74982"/>
                    <a:pt x="20932" y="76007"/>
                    <a:pt x="22084" y="76965"/>
                  </a:cubicBezTo>
                  <a:cubicBezTo>
                    <a:pt x="23236" y="77923"/>
                    <a:pt x="24448" y="78793"/>
                    <a:pt x="25714" y="79590"/>
                  </a:cubicBezTo>
                  <a:cubicBezTo>
                    <a:pt x="26980" y="80380"/>
                    <a:pt x="28299" y="81084"/>
                    <a:pt x="29658" y="81707"/>
                  </a:cubicBezTo>
                  <a:cubicBezTo>
                    <a:pt x="31018" y="82323"/>
                    <a:pt x="32418" y="82845"/>
                    <a:pt x="33851" y="83280"/>
                  </a:cubicBezTo>
                  <a:cubicBezTo>
                    <a:pt x="35284" y="83709"/>
                    <a:pt x="36737" y="84044"/>
                    <a:pt x="38218" y="84278"/>
                  </a:cubicBezTo>
                  <a:cubicBezTo>
                    <a:pt x="39698" y="84513"/>
                    <a:pt x="41184" y="84653"/>
                    <a:pt x="42678" y="84687"/>
                  </a:cubicBezTo>
                  <a:cubicBezTo>
                    <a:pt x="44172" y="84727"/>
                    <a:pt x="45658" y="84667"/>
                    <a:pt x="47152" y="84506"/>
                  </a:cubicBezTo>
                  <a:cubicBezTo>
                    <a:pt x="48639" y="84339"/>
                    <a:pt x="50105" y="84077"/>
                    <a:pt x="51559" y="83723"/>
                  </a:cubicBezTo>
                  <a:cubicBezTo>
                    <a:pt x="53012" y="83368"/>
                    <a:pt x="54432" y="82912"/>
                    <a:pt x="55825" y="82363"/>
                  </a:cubicBezTo>
                  <a:cubicBezTo>
                    <a:pt x="56327" y="82169"/>
                    <a:pt x="56823" y="81954"/>
                    <a:pt x="57312" y="81733"/>
                  </a:cubicBezTo>
                  <a:cubicBezTo>
                    <a:pt x="57800" y="81512"/>
                    <a:pt x="58289" y="81285"/>
                    <a:pt x="58772" y="81037"/>
                  </a:cubicBezTo>
                  <a:cubicBezTo>
                    <a:pt x="59247" y="80789"/>
                    <a:pt x="59722" y="80535"/>
                    <a:pt x="60191" y="80267"/>
                  </a:cubicBezTo>
                  <a:cubicBezTo>
                    <a:pt x="60654" y="79999"/>
                    <a:pt x="61116" y="79717"/>
                    <a:pt x="61571" y="79429"/>
                  </a:cubicBezTo>
                  <a:cubicBezTo>
                    <a:pt x="62026" y="79141"/>
                    <a:pt x="62475" y="78847"/>
                    <a:pt x="62910" y="78532"/>
                  </a:cubicBezTo>
                  <a:cubicBezTo>
                    <a:pt x="63352" y="78217"/>
                    <a:pt x="63781" y="77896"/>
                    <a:pt x="64203" y="77568"/>
                  </a:cubicBezTo>
                  <a:cubicBezTo>
                    <a:pt x="64632" y="77233"/>
                    <a:pt x="65047" y="76891"/>
                    <a:pt x="65455" y="76543"/>
                  </a:cubicBezTo>
                  <a:cubicBezTo>
                    <a:pt x="65864" y="76188"/>
                    <a:pt x="66259" y="75826"/>
                    <a:pt x="66647" y="75458"/>
                  </a:cubicBezTo>
                  <a:cubicBezTo>
                    <a:pt x="67043" y="75090"/>
                    <a:pt x="67424" y="74708"/>
                    <a:pt x="67793" y="74313"/>
                  </a:cubicBezTo>
                  <a:cubicBezTo>
                    <a:pt x="68161" y="73924"/>
                    <a:pt x="68523" y="73529"/>
                    <a:pt x="68878" y="73121"/>
                  </a:cubicBezTo>
                  <a:cubicBezTo>
                    <a:pt x="69233" y="72712"/>
                    <a:pt x="69574" y="72297"/>
                    <a:pt x="69909" y="71875"/>
                  </a:cubicBezTo>
                  <a:cubicBezTo>
                    <a:pt x="70237" y="71453"/>
                    <a:pt x="70559" y="71018"/>
                    <a:pt x="70874" y="70582"/>
                  </a:cubicBezTo>
                  <a:cubicBezTo>
                    <a:pt x="71188" y="70147"/>
                    <a:pt x="71490" y="69698"/>
                    <a:pt x="71777" y="69243"/>
                  </a:cubicBezTo>
                  <a:cubicBezTo>
                    <a:pt x="72066" y="68794"/>
                    <a:pt x="72347" y="68332"/>
                    <a:pt x="72615" y="67863"/>
                  </a:cubicBezTo>
                  <a:cubicBezTo>
                    <a:pt x="72889" y="67395"/>
                    <a:pt x="73144" y="66919"/>
                    <a:pt x="73392" y="66444"/>
                  </a:cubicBezTo>
                  <a:cubicBezTo>
                    <a:pt x="73639" y="65968"/>
                    <a:pt x="73867" y="65479"/>
                    <a:pt x="74088" y="64990"/>
                  </a:cubicBezTo>
                  <a:cubicBezTo>
                    <a:pt x="74309" y="64501"/>
                    <a:pt x="74524" y="64006"/>
                    <a:pt x="74724" y="63503"/>
                  </a:cubicBezTo>
                  <a:cubicBezTo>
                    <a:pt x="74919" y="63001"/>
                    <a:pt x="75106" y="62499"/>
                    <a:pt x="75280" y="61990"/>
                  </a:cubicBezTo>
                  <a:cubicBezTo>
                    <a:pt x="75454" y="61481"/>
                    <a:pt x="75615" y="60965"/>
                    <a:pt x="75763" y="60450"/>
                  </a:cubicBezTo>
                  <a:cubicBezTo>
                    <a:pt x="75917" y="59934"/>
                    <a:pt x="76050" y="59411"/>
                    <a:pt x="76178" y="58882"/>
                  </a:cubicBezTo>
                  <a:cubicBezTo>
                    <a:pt x="76305" y="58360"/>
                    <a:pt x="76412" y="57837"/>
                    <a:pt x="76513" y="57309"/>
                  </a:cubicBezTo>
                  <a:cubicBezTo>
                    <a:pt x="76613" y="56779"/>
                    <a:pt x="76693" y="56244"/>
                    <a:pt x="76767" y="55715"/>
                  </a:cubicBezTo>
                  <a:cubicBezTo>
                    <a:pt x="76841" y="55179"/>
                    <a:pt x="76908" y="54643"/>
                    <a:pt x="76955" y="54107"/>
                  </a:cubicBezTo>
                  <a:cubicBezTo>
                    <a:pt x="77002" y="53571"/>
                    <a:pt x="77035" y="53036"/>
                    <a:pt x="77055" y="52493"/>
                  </a:cubicBezTo>
                  <a:cubicBezTo>
                    <a:pt x="77075" y="51957"/>
                    <a:pt x="77089" y="51422"/>
                    <a:pt x="77082" y="50879"/>
                  </a:cubicBezTo>
                  <a:cubicBezTo>
                    <a:pt x="77075" y="50343"/>
                    <a:pt x="77062" y="49807"/>
                    <a:pt x="77035" y="49265"/>
                  </a:cubicBezTo>
                  <a:cubicBezTo>
                    <a:pt x="77002" y="48729"/>
                    <a:pt x="76961" y="48193"/>
                    <a:pt x="76901" y="47658"/>
                  </a:cubicBezTo>
                  <a:cubicBezTo>
                    <a:pt x="76847" y="47122"/>
                    <a:pt x="76780" y="46586"/>
                    <a:pt x="76700" y="46057"/>
                  </a:cubicBezTo>
                  <a:cubicBezTo>
                    <a:pt x="76613" y="45521"/>
                    <a:pt x="76519" y="44992"/>
                    <a:pt x="76412" y="44463"/>
                  </a:cubicBezTo>
                  <a:cubicBezTo>
                    <a:pt x="76305" y="43934"/>
                    <a:pt x="76184" y="43412"/>
                    <a:pt x="76057" y="42889"/>
                  </a:cubicBezTo>
                  <a:cubicBezTo>
                    <a:pt x="75923" y="42367"/>
                    <a:pt x="75776" y="41851"/>
                    <a:pt x="75622" y="41336"/>
                  </a:cubicBezTo>
                  <a:cubicBezTo>
                    <a:pt x="75468" y="40820"/>
                    <a:pt x="75294" y="40311"/>
                    <a:pt x="75113" y="39802"/>
                  </a:cubicBezTo>
                  <a:cubicBezTo>
                    <a:pt x="74932" y="39299"/>
                    <a:pt x="74738" y="38797"/>
                    <a:pt x="74530" y="38295"/>
                  </a:cubicBezTo>
                  <a:cubicBezTo>
                    <a:pt x="74322" y="37799"/>
                    <a:pt x="74108" y="37310"/>
                    <a:pt x="73881" y="36821"/>
                  </a:cubicBezTo>
                  <a:cubicBezTo>
                    <a:pt x="73646" y="36333"/>
                    <a:pt x="73405" y="35850"/>
                    <a:pt x="73157" y="35375"/>
                  </a:cubicBezTo>
                  <a:cubicBezTo>
                    <a:pt x="72903" y="34899"/>
                    <a:pt x="72635" y="34431"/>
                    <a:pt x="72360" y="33968"/>
                  </a:cubicBezTo>
                  <a:cubicBezTo>
                    <a:pt x="72086" y="33506"/>
                    <a:pt x="71804" y="33051"/>
                    <a:pt x="71503" y="32602"/>
                  </a:cubicBezTo>
                  <a:cubicBezTo>
                    <a:pt x="71208" y="32154"/>
                    <a:pt x="70900" y="31711"/>
                    <a:pt x="70579" y="31276"/>
                  </a:cubicBezTo>
                  <a:cubicBezTo>
                    <a:pt x="70264" y="30841"/>
                    <a:pt x="69936" y="30419"/>
                    <a:pt x="69594" y="29997"/>
                  </a:cubicBezTo>
                  <a:cubicBezTo>
                    <a:pt x="69253" y="29575"/>
                    <a:pt x="68905" y="29166"/>
                    <a:pt x="68549" y="28765"/>
                  </a:cubicBezTo>
                  <a:cubicBezTo>
                    <a:pt x="68188" y="28370"/>
                    <a:pt x="67820" y="27974"/>
                    <a:pt x="67445" y="27593"/>
                  </a:cubicBezTo>
                  <a:cubicBezTo>
                    <a:pt x="67063" y="27211"/>
                    <a:pt x="66681" y="26836"/>
                    <a:pt x="66286" y="26468"/>
                  </a:cubicBezTo>
                  <a:cubicBezTo>
                    <a:pt x="65891" y="26099"/>
                    <a:pt x="65482" y="25744"/>
                    <a:pt x="65074" y="25403"/>
                  </a:cubicBezTo>
                  <a:cubicBezTo>
                    <a:pt x="64658" y="25054"/>
                    <a:pt x="64237" y="24720"/>
                    <a:pt x="63808" y="24391"/>
                  </a:cubicBezTo>
                  <a:cubicBezTo>
                    <a:pt x="63379" y="24063"/>
                    <a:pt x="62944" y="23748"/>
                    <a:pt x="62502" y="23447"/>
                  </a:cubicBezTo>
                  <a:cubicBezTo>
                    <a:pt x="62053" y="23146"/>
                    <a:pt x="61604" y="22851"/>
                    <a:pt x="61149" y="22570"/>
                  </a:cubicBezTo>
                  <a:cubicBezTo>
                    <a:pt x="60687" y="22282"/>
                    <a:pt x="60225" y="22014"/>
                    <a:pt x="59749" y="21753"/>
                  </a:cubicBezTo>
                  <a:cubicBezTo>
                    <a:pt x="59281" y="21491"/>
                    <a:pt x="58805" y="21244"/>
                    <a:pt x="58323" y="21003"/>
                  </a:cubicBezTo>
                  <a:cubicBezTo>
                    <a:pt x="57834" y="20768"/>
                    <a:pt x="57345" y="20540"/>
                    <a:pt x="56856" y="20326"/>
                  </a:cubicBezTo>
                  <a:cubicBezTo>
                    <a:pt x="56360" y="20112"/>
                    <a:pt x="55858" y="19911"/>
                    <a:pt x="55356" y="19723"/>
                  </a:cubicBezTo>
                  <a:cubicBezTo>
                    <a:pt x="54854" y="19529"/>
                    <a:pt x="54345" y="19355"/>
                    <a:pt x="53836" y="19188"/>
                  </a:cubicBezTo>
                  <a:cubicBezTo>
                    <a:pt x="53320" y="19020"/>
                    <a:pt x="52804" y="18873"/>
                    <a:pt x="52289" y="18732"/>
                  </a:cubicBezTo>
                  <a:cubicBezTo>
                    <a:pt x="51766" y="18592"/>
                    <a:pt x="51244" y="18458"/>
                    <a:pt x="50715" y="18344"/>
                  </a:cubicBezTo>
                  <a:cubicBezTo>
                    <a:pt x="50192" y="18230"/>
                    <a:pt x="49663" y="18123"/>
                    <a:pt x="49134" y="18036"/>
                  </a:cubicBezTo>
                  <a:cubicBezTo>
                    <a:pt x="48605" y="17949"/>
                    <a:pt x="48069" y="17868"/>
                    <a:pt x="47533" y="17808"/>
                  </a:cubicBezTo>
                  <a:cubicBezTo>
                    <a:pt x="46998" y="17741"/>
                    <a:pt x="46462" y="17687"/>
                    <a:pt x="45926" y="17654"/>
                  </a:cubicBezTo>
                  <a:cubicBezTo>
                    <a:pt x="45390" y="17614"/>
                    <a:pt x="44855" y="17587"/>
                    <a:pt x="44312" y="17574"/>
                  </a:cubicBezTo>
                  <a:cubicBezTo>
                    <a:pt x="43776" y="17560"/>
                    <a:pt x="43241" y="17560"/>
                    <a:pt x="42698" y="17574"/>
                  </a:cubicBezTo>
                  <a:cubicBezTo>
                    <a:pt x="42162" y="17587"/>
                    <a:pt x="41627" y="17614"/>
                    <a:pt x="41084" y="17654"/>
                  </a:cubicBezTo>
                  <a:cubicBezTo>
                    <a:pt x="40548" y="17687"/>
                    <a:pt x="40012" y="17741"/>
                    <a:pt x="39477" y="17808"/>
                  </a:cubicBezTo>
                  <a:cubicBezTo>
                    <a:pt x="38948" y="17868"/>
                    <a:pt x="38412" y="17949"/>
                    <a:pt x="37883" y="18042"/>
                  </a:cubicBezTo>
                  <a:cubicBezTo>
                    <a:pt x="37354" y="18130"/>
                    <a:pt x="36824" y="18237"/>
                    <a:pt x="36296" y="18350"/>
                  </a:cubicBezTo>
                  <a:cubicBezTo>
                    <a:pt x="35767" y="18464"/>
                    <a:pt x="35244" y="18592"/>
                    <a:pt x="34728" y="18732"/>
                  </a:cubicBezTo>
                  <a:cubicBezTo>
                    <a:pt x="34213" y="18873"/>
                    <a:pt x="33697" y="19027"/>
                    <a:pt x="33181" y="19194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0D3522F8-8FF3-98A7-D294-0DF1D8E65C0E}"/>
                </a:ext>
              </a:extLst>
            </p:cNvPr>
            <p:cNvSpPr/>
            <p:nvPr/>
          </p:nvSpPr>
          <p:spPr>
            <a:xfrm>
              <a:off x="1097978" y="1322508"/>
              <a:ext cx="67135" cy="67135"/>
            </a:xfrm>
            <a:custGeom>
              <a:avLst/>
              <a:gdLst>
                <a:gd name="connsiteX0" fmla="*/ 45877 w 67135"/>
                <a:gd name="connsiteY0" fmla="*/ 64799 h 67135"/>
                <a:gd name="connsiteX1" fmla="*/ 41611 w 67135"/>
                <a:gd name="connsiteY1" fmla="*/ 66159 h 67135"/>
                <a:gd name="connsiteX2" fmla="*/ 37204 w 67135"/>
                <a:gd name="connsiteY2" fmla="*/ 66942 h 67135"/>
                <a:gd name="connsiteX3" fmla="*/ 32730 w 67135"/>
                <a:gd name="connsiteY3" fmla="*/ 67123 h 67135"/>
                <a:gd name="connsiteX4" fmla="*/ 28270 w 67135"/>
                <a:gd name="connsiteY4" fmla="*/ 66715 h 67135"/>
                <a:gd name="connsiteX5" fmla="*/ 23903 w 67135"/>
                <a:gd name="connsiteY5" fmla="*/ 65717 h 67135"/>
                <a:gd name="connsiteX6" fmla="*/ 19710 w 67135"/>
                <a:gd name="connsiteY6" fmla="*/ 64143 h 67135"/>
                <a:gd name="connsiteX7" fmla="*/ 15766 w 67135"/>
                <a:gd name="connsiteY7" fmla="*/ 62027 h 67135"/>
                <a:gd name="connsiteX8" fmla="*/ 12136 w 67135"/>
                <a:gd name="connsiteY8" fmla="*/ 59401 h 67135"/>
                <a:gd name="connsiteX9" fmla="*/ 8888 w 67135"/>
                <a:gd name="connsiteY9" fmla="*/ 56321 h 67135"/>
                <a:gd name="connsiteX10" fmla="*/ 6082 w 67135"/>
                <a:gd name="connsiteY10" fmla="*/ 52831 h 67135"/>
                <a:gd name="connsiteX11" fmla="*/ 3758 w 67135"/>
                <a:gd name="connsiteY11" fmla="*/ 49000 h 67135"/>
                <a:gd name="connsiteX12" fmla="*/ 1969 w 67135"/>
                <a:gd name="connsiteY12" fmla="*/ 44895 h 67135"/>
                <a:gd name="connsiteX13" fmla="*/ 744 w 67135"/>
                <a:gd name="connsiteY13" fmla="*/ 40589 h 67135"/>
                <a:gd name="connsiteX14" fmla="*/ 101 w 67135"/>
                <a:gd name="connsiteY14" fmla="*/ 36155 h 67135"/>
                <a:gd name="connsiteX15" fmla="*/ 54 w 67135"/>
                <a:gd name="connsiteY15" fmla="*/ 31681 h 67135"/>
                <a:gd name="connsiteX16" fmla="*/ 603 w 67135"/>
                <a:gd name="connsiteY16" fmla="*/ 27234 h 67135"/>
                <a:gd name="connsiteX17" fmla="*/ 1742 w 67135"/>
                <a:gd name="connsiteY17" fmla="*/ 22901 h 67135"/>
                <a:gd name="connsiteX18" fmla="*/ 3443 w 67135"/>
                <a:gd name="connsiteY18" fmla="*/ 18762 h 67135"/>
                <a:gd name="connsiteX19" fmla="*/ 5680 w 67135"/>
                <a:gd name="connsiteY19" fmla="*/ 14885 h 67135"/>
                <a:gd name="connsiteX20" fmla="*/ 8419 w 67135"/>
                <a:gd name="connsiteY20" fmla="*/ 11335 h 67135"/>
                <a:gd name="connsiteX21" fmla="*/ 11600 w 67135"/>
                <a:gd name="connsiteY21" fmla="*/ 8187 h 67135"/>
                <a:gd name="connsiteX22" fmla="*/ 15170 w 67135"/>
                <a:gd name="connsiteY22" fmla="*/ 5488 h 67135"/>
                <a:gd name="connsiteX23" fmla="*/ 19074 w 67135"/>
                <a:gd name="connsiteY23" fmla="*/ 3292 h 67135"/>
                <a:gd name="connsiteX24" fmla="*/ 23233 w 67135"/>
                <a:gd name="connsiteY24" fmla="*/ 1631 h 67135"/>
                <a:gd name="connsiteX25" fmla="*/ 24780 w 67135"/>
                <a:gd name="connsiteY25" fmla="*/ 1169 h 67135"/>
                <a:gd name="connsiteX26" fmla="*/ 26348 w 67135"/>
                <a:gd name="connsiteY26" fmla="*/ 787 h 67135"/>
                <a:gd name="connsiteX27" fmla="*/ 27935 w 67135"/>
                <a:gd name="connsiteY27" fmla="*/ 479 h 67135"/>
                <a:gd name="connsiteX28" fmla="*/ 29529 w 67135"/>
                <a:gd name="connsiteY28" fmla="*/ 244 h 67135"/>
                <a:gd name="connsiteX29" fmla="*/ 31136 w 67135"/>
                <a:gd name="connsiteY29" fmla="*/ 90 h 67135"/>
                <a:gd name="connsiteX30" fmla="*/ 32750 w 67135"/>
                <a:gd name="connsiteY30" fmla="*/ 10 h 67135"/>
                <a:gd name="connsiteX31" fmla="*/ 34364 w 67135"/>
                <a:gd name="connsiteY31" fmla="*/ 10 h 67135"/>
                <a:gd name="connsiteX32" fmla="*/ 35978 w 67135"/>
                <a:gd name="connsiteY32" fmla="*/ 90 h 67135"/>
                <a:gd name="connsiteX33" fmla="*/ 37585 w 67135"/>
                <a:gd name="connsiteY33" fmla="*/ 244 h 67135"/>
                <a:gd name="connsiteX34" fmla="*/ 39186 w 67135"/>
                <a:gd name="connsiteY34" fmla="*/ 472 h 67135"/>
                <a:gd name="connsiteX35" fmla="*/ 40767 w 67135"/>
                <a:gd name="connsiteY35" fmla="*/ 780 h 67135"/>
                <a:gd name="connsiteX36" fmla="*/ 42341 w 67135"/>
                <a:gd name="connsiteY36" fmla="*/ 1169 h 67135"/>
                <a:gd name="connsiteX37" fmla="*/ 43888 w 67135"/>
                <a:gd name="connsiteY37" fmla="*/ 1624 h 67135"/>
                <a:gd name="connsiteX38" fmla="*/ 45408 w 67135"/>
                <a:gd name="connsiteY38" fmla="*/ 2160 h 67135"/>
                <a:gd name="connsiteX39" fmla="*/ 46908 w 67135"/>
                <a:gd name="connsiteY39" fmla="*/ 2763 h 67135"/>
                <a:gd name="connsiteX40" fmla="*/ 48375 w 67135"/>
                <a:gd name="connsiteY40" fmla="*/ 3439 h 67135"/>
                <a:gd name="connsiteX41" fmla="*/ 49801 w 67135"/>
                <a:gd name="connsiteY41" fmla="*/ 4189 h 67135"/>
                <a:gd name="connsiteX42" fmla="*/ 51201 w 67135"/>
                <a:gd name="connsiteY42" fmla="*/ 5006 h 67135"/>
                <a:gd name="connsiteX43" fmla="*/ 52554 w 67135"/>
                <a:gd name="connsiteY43" fmla="*/ 5884 h 67135"/>
                <a:gd name="connsiteX44" fmla="*/ 53860 w 67135"/>
                <a:gd name="connsiteY44" fmla="*/ 6828 h 67135"/>
                <a:gd name="connsiteX45" fmla="*/ 55126 w 67135"/>
                <a:gd name="connsiteY45" fmla="*/ 7839 h 67135"/>
                <a:gd name="connsiteX46" fmla="*/ 56338 w 67135"/>
                <a:gd name="connsiteY46" fmla="*/ 8904 h 67135"/>
                <a:gd name="connsiteX47" fmla="*/ 57497 w 67135"/>
                <a:gd name="connsiteY47" fmla="*/ 10029 h 67135"/>
                <a:gd name="connsiteX48" fmla="*/ 58601 w 67135"/>
                <a:gd name="connsiteY48" fmla="*/ 11201 h 67135"/>
                <a:gd name="connsiteX49" fmla="*/ 59646 w 67135"/>
                <a:gd name="connsiteY49" fmla="*/ 12433 h 67135"/>
                <a:gd name="connsiteX50" fmla="*/ 60631 w 67135"/>
                <a:gd name="connsiteY50" fmla="*/ 13713 h 67135"/>
                <a:gd name="connsiteX51" fmla="*/ 61555 w 67135"/>
                <a:gd name="connsiteY51" fmla="*/ 15039 h 67135"/>
                <a:gd name="connsiteX52" fmla="*/ 62412 w 67135"/>
                <a:gd name="connsiteY52" fmla="*/ 16405 h 67135"/>
                <a:gd name="connsiteX53" fmla="*/ 63209 w 67135"/>
                <a:gd name="connsiteY53" fmla="*/ 17811 h 67135"/>
                <a:gd name="connsiteX54" fmla="*/ 63933 w 67135"/>
                <a:gd name="connsiteY54" fmla="*/ 19258 h 67135"/>
                <a:gd name="connsiteX55" fmla="*/ 64582 w 67135"/>
                <a:gd name="connsiteY55" fmla="*/ 20731 h 67135"/>
                <a:gd name="connsiteX56" fmla="*/ 65165 w 67135"/>
                <a:gd name="connsiteY56" fmla="*/ 22238 h 67135"/>
                <a:gd name="connsiteX57" fmla="*/ 65674 w 67135"/>
                <a:gd name="connsiteY57" fmla="*/ 23772 h 67135"/>
                <a:gd name="connsiteX58" fmla="*/ 66109 w 67135"/>
                <a:gd name="connsiteY58" fmla="*/ 25326 h 67135"/>
                <a:gd name="connsiteX59" fmla="*/ 66464 w 67135"/>
                <a:gd name="connsiteY59" fmla="*/ 26900 h 67135"/>
                <a:gd name="connsiteX60" fmla="*/ 66752 w 67135"/>
                <a:gd name="connsiteY60" fmla="*/ 28493 h 67135"/>
                <a:gd name="connsiteX61" fmla="*/ 66953 w 67135"/>
                <a:gd name="connsiteY61" fmla="*/ 30094 h 67135"/>
                <a:gd name="connsiteX62" fmla="*/ 67087 w 67135"/>
                <a:gd name="connsiteY62" fmla="*/ 31701 h 67135"/>
                <a:gd name="connsiteX63" fmla="*/ 67134 w 67135"/>
                <a:gd name="connsiteY63" fmla="*/ 33315 h 67135"/>
                <a:gd name="connsiteX64" fmla="*/ 67107 w 67135"/>
                <a:gd name="connsiteY64" fmla="*/ 34929 h 67135"/>
                <a:gd name="connsiteX65" fmla="*/ 67007 w 67135"/>
                <a:gd name="connsiteY65" fmla="*/ 36543 h 67135"/>
                <a:gd name="connsiteX66" fmla="*/ 66819 w 67135"/>
                <a:gd name="connsiteY66" fmla="*/ 38151 h 67135"/>
                <a:gd name="connsiteX67" fmla="*/ 66565 w 67135"/>
                <a:gd name="connsiteY67" fmla="*/ 39745 h 67135"/>
                <a:gd name="connsiteX68" fmla="*/ 66230 w 67135"/>
                <a:gd name="connsiteY68" fmla="*/ 41319 h 67135"/>
                <a:gd name="connsiteX69" fmla="*/ 65815 w 67135"/>
                <a:gd name="connsiteY69" fmla="*/ 42886 h 67135"/>
                <a:gd name="connsiteX70" fmla="*/ 65332 w 67135"/>
                <a:gd name="connsiteY70" fmla="*/ 44426 h 67135"/>
                <a:gd name="connsiteX71" fmla="*/ 64776 w 67135"/>
                <a:gd name="connsiteY71" fmla="*/ 45940 h 67135"/>
                <a:gd name="connsiteX72" fmla="*/ 64140 w 67135"/>
                <a:gd name="connsiteY72" fmla="*/ 47427 h 67135"/>
                <a:gd name="connsiteX73" fmla="*/ 63444 w 67135"/>
                <a:gd name="connsiteY73" fmla="*/ 48880 h 67135"/>
                <a:gd name="connsiteX74" fmla="*/ 62667 w 67135"/>
                <a:gd name="connsiteY74" fmla="*/ 50300 h 67135"/>
                <a:gd name="connsiteX75" fmla="*/ 61829 w 67135"/>
                <a:gd name="connsiteY75" fmla="*/ 51679 h 67135"/>
                <a:gd name="connsiteX76" fmla="*/ 60926 w 67135"/>
                <a:gd name="connsiteY76" fmla="*/ 53019 h 67135"/>
                <a:gd name="connsiteX77" fmla="*/ 59961 w 67135"/>
                <a:gd name="connsiteY77" fmla="*/ 54311 h 67135"/>
                <a:gd name="connsiteX78" fmla="*/ 58930 w 67135"/>
                <a:gd name="connsiteY78" fmla="*/ 55557 h 67135"/>
                <a:gd name="connsiteX79" fmla="*/ 57845 w 67135"/>
                <a:gd name="connsiteY79" fmla="*/ 56749 h 67135"/>
                <a:gd name="connsiteX80" fmla="*/ 56699 w 67135"/>
                <a:gd name="connsiteY80" fmla="*/ 57894 h 67135"/>
                <a:gd name="connsiteX81" fmla="*/ 55507 w 67135"/>
                <a:gd name="connsiteY81" fmla="*/ 58979 h 67135"/>
                <a:gd name="connsiteX82" fmla="*/ 54262 w 67135"/>
                <a:gd name="connsiteY82" fmla="*/ 60004 h 67135"/>
                <a:gd name="connsiteX83" fmla="*/ 52962 w 67135"/>
                <a:gd name="connsiteY83" fmla="*/ 60968 h 67135"/>
                <a:gd name="connsiteX84" fmla="*/ 51623 w 67135"/>
                <a:gd name="connsiteY84" fmla="*/ 61866 h 67135"/>
                <a:gd name="connsiteX85" fmla="*/ 50243 w 67135"/>
                <a:gd name="connsiteY85" fmla="*/ 62703 h 67135"/>
                <a:gd name="connsiteX86" fmla="*/ 48824 w 67135"/>
                <a:gd name="connsiteY86" fmla="*/ 63473 h 67135"/>
                <a:gd name="connsiteX87" fmla="*/ 47364 w 67135"/>
                <a:gd name="connsiteY87" fmla="*/ 64170 h 67135"/>
                <a:gd name="connsiteX88" fmla="*/ 45877 w 67135"/>
                <a:gd name="connsiteY88" fmla="*/ 64799 h 6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35" h="67135">
                  <a:moveTo>
                    <a:pt x="45877" y="64799"/>
                  </a:moveTo>
                  <a:cubicBezTo>
                    <a:pt x="44484" y="65349"/>
                    <a:pt x="43064" y="65804"/>
                    <a:pt x="41611" y="66159"/>
                  </a:cubicBezTo>
                  <a:cubicBezTo>
                    <a:pt x="40157" y="66514"/>
                    <a:pt x="38691" y="66775"/>
                    <a:pt x="37204" y="66942"/>
                  </a:cubicBezTo>
                  <a:cubicBezTo>
                    <a:pt x="35710" y="67103"/>
                    <a:pt x="34224" y="67164"/>
                    <a:pt x="32730" y="67123"/>
                  </a:cubicBezTo>
                  <a:cubicBezTo>
                    <a:pt x="31236" y="67090"/>
                    <a:pt x="29750" y="66949"/>
                    <a:pt x="28270" y="66715"/>
                  </a:cubicBezTo>
                  <a:cubicBezTo>
                    <a:pt x="26789" y="66480"/>
                    <a:pt x="25336" y="66145"/>
                    <a:pt x="23903" y="65717"/>
                  </a:cubicBezTo>
                  <a:cubicBezTo>
                    <a:pt x="22470" y="65282"/>
                    <a:pt x="21070" y="64759"/>
                    <a:pt x="19710" y="64143"/>
                  </a:cubicBezTo>
                  <a:cubicBezTo>
                    <a:pt x="18351" y="63520"/>
                    <a:pt x="17032" y="62817"/>
                    <a:pt x="15766" y="62027"/>
                  </a:cubicBezTo>
                  <a:cubicBezTo>
                    <a:pt x="14500" y="61230"/>
                    <a:pt x="13288" y="60359"/>
                    <a:pt x="12136" y="59401"/>
                  </a:cubicBezTo>
                  <a:cubicBezTo>
                    <a:pt x="10984" y="58444"/>
                    <a:pt x="9899" y="57419"/>
                    <a:pt x="8888" y="56321"/>
                  </a:cubicBezTo>
                  <a:cubicBezTo>
                    <a:pt x="7876" y="55216"/>
                    <a:pt x="6939" y="54057"/>
                    <a:pt x="6082" y="52831"/>
                  </a:cubicBezTo>
                  <a:cubicBezTo>
                    <a:pt x="5218" y="51606"/>
                    <a:pt x="4447" y="50333"/>
                    <a:pt x="3758" y="49000"/>
                  </a:cubicBezTo>
                  <a:cubicBezTo>
                    <a:pt x="3068" y="47668"/>
                    <a:pt x="2472" y="46301"/>
                    <a:pt x="1969" y="44895"/>
                  </a:cubicBezTo>
                  <a:cubicBezTo>
                    <a:pt x="1467" y="43489"/>
                    <a:pt x="1059" y="42056"/>
                    <a:pt x="744" y="40589"/>
                  </a:cubicBezTo>
                  <a:cubicBezTo>
                    <a:pt x="429" y="39122"/>
                    <a:pt x="215" y="37649"/>
                    <a:pt x="101" y="36155"/>
                  </a:cubicBezTo>
                  <a:cubicBezTo>
                    <a:pt x="-13" y="34662"/>
                    <a:pt x="-33" y="33175"/>
                    <a:pt x="54" y="31681"/>
                  </a:cubicBezTo>
                  <a:cubicBezTo>
                    <a:pt x="141" y="30188"/>
                    <a:pt x="322" y="28701"/>
                    <a:pt x="603" y="27234"/>
                  </a:cubicBezTo>
                  <a:cubicBezTo>
                    <a:pt x="884" y="25768"/>
                    <a:pt x="1266" y="24321"/>
                    <a:pt x="1742" y="22901"/>
                  </a:cubicBezTo>
                  <a:cubicBezTo>
                    <a:pt x="2217" y="21488"/>
                    <a:pt x="2780" y="20109"/>
                    <a:pt x="3443" y="18762"/>
                  </a:cubicBezTo>
                  <a:cubicBezTo>
                    <a:pt x="4106" y="17416"/>
                    <a:pt x="4849" y="16124"/>
                    <a:pt x="5680" y="14885"/>
                  </a:cubicBezTo>
                  <a:cubicBezTo>
                    <a:pt x="6517" y="13639"/>
                    <a:pt x="7428" y="12453"/>
                    <a:pt x="8419" y="11335"/>
                  </a:cubicBezTo>
                  <a:cubicBezTo>
                    <a:pt x="9404" y="10217"/>
                    <a:pt x="10468" y="9165"/>
                    <a:pt x="11600" y="8187"/>
                  </a:cubicBezTo>
                  <a:cubicBezTo>
                    <a:pt x="12732" y="7210"/>
                    <a:pt x="13917" y="6312"/>
                    <a:pt x="15170" y="5488"/>
                  </a:cubicBezTo>
                  <a:cubicBezTo>
                    <a:pt x="16422" y="4671"/>
                    <a:pt x="17728" y="3941"/>
                    <a:pt x="19074" y="3292"/>
                  </a:cubicBezTo>
                  <a:cubicBezTo>
                    <a:pt x="20420" y="2642"/>
                    <a:pt x="21807" y="2093"/>
                    <a:pt x="23233" y="1631"/>
                  </a:cubicBezTo>
                  <a:cubicBezTo>
                    <a:pt x="23749" y="1463"/>
                    <a:pt x="24265" y="1309"/>
                    <a:pt x="24780" y="1169"/>
                  </a:cubicBezTo>
                  <a:cubicBezTo>
                    <a:pt x="25296" y="1028"/>
                    <a:pt x="25819" y="901"/>
                    <a:pt x="26348" y="787"/>
                  </a:cubicBezTo>
                  <a:cubicBezTo>
                    <a:pt x="26876" y="673"/>
                    <a:pt x="27406" y="566"/>
                    <a:pt x="27935" y="479"/>
                  </a:cubicBezTo>
                  <a:cubicBezTo>
                    <a:pt x="28464" y="385"/>
                    <a:pt x="29000" y="305"/>
                    <a:pt x="29529" y="244"/>
                  </a:cubicBezTo>
                  <a:cubicBezTo>
                    <a:pt x="30064" y="177"/>
                    <a:pt x="30600" y="124"/>
                    <a:pt x="31136" y="90"/>
                  </a:cubicBezTo>
                  <a:cubicBezTo>
                    <a:pt x="31679" y="50"/>
                    <a:pt x="32214" y="23"/>
                    <a:pt x="32750" y="10"/>
                  </a:cubicBezTo>
                  <a:cubicBezTo>
                    <a:pt x="33292" y="-3"/>
                    <a:pt x="33828" y="-3"/>
                    <a:pt x="34364" y="10"/>
                  </a:cubicBezTo>
                  <a:cubicBezTo>
                    <a:pt x="34907" y="23"/>
                    <a:pt x="35442" y="50"/>
                    <a:pt x="35978" y="90"/>
                  </a:cubicBezTo>
                  <a:cubicBezTo>
                    <a:pt x="36514" y="124"/>
                    <a:pt x="37050" y="177"/>
                    <a:pt x="37585" y="244"/>
                  </a:cubicBezTo>
                  <a:cubicBezTo>
                    <a:pt x="38121" y="305"/>
                    <a:pt x="38657" y="385"/>
                    <a:pt x="39186" y="472"/>
                  </a:cubicBezTo>
                  <a:cubicBezTo>
                    <a:pt x="39715" y="559"/>
                    <a:pt x="40244" y="666"/>
                    <a:pt x="40767" y="780"/>
                  </a:cubicBezTo>
                  <a:cubicBezTo>
                    <a:pt x="41296" y="894"/>
                    <a:pt x="41818" y="1028"/>
                    <a:pt x="42341" y="1169"/>
                  </a:cubicBezTo>
                  <a:cubicBezTo>
                    <a:pt x="42856" y="1309"/>
                    <a:pt x="43372" y="1457"/>
                    <a:pt x="43888" y="1624"/>
                  </a:cubicBezTo>
                  <a:cubicBezTo>
                    <a:pt x="44397" y="1791"/>
                    <a:pt x="44906" y="1966"/>
                    <a:pt x="45408" y="2160"/>
                  </a:cubicBezTo>
                  <a:cubicBezTo>
                    <a:pt x="45910" y="2347"/>
                    <a:pt x="46412" y="2548"/>
                    <a:pt x="46908" y="2763"/>
                  </a:cubicBezTo>
                  <a:cubicBezTo>
                    <a:pt x="47397" y="2977"/>
                    <a:pt x="47886" y="3204"/>
                    <a:pt x="48375" y="3439"/>
                  </a:cubicBezTo>
                  <a:cubicBezTo>
                    <a:pt x="48857" y="3680"/>
                    <a:pt x="49333" y="3928"/>
                    <a:pt x="49801" y="4189"/>
                  </a:cubicBezTo>
                  <a:cubicBezTo>
                    <a:pt x="50277" y="4450"/>
                    <a:pt x="50739" y="4718"/>
                    <a:pt x="51201" y="5006"/>
                  </a:cubicBezTo>
                  <a:cubicBezTo>
                    <a:pt x="51656" y="5287"/>
                    <a:pt x="52105" y="5582"/>
                    <a:pt x="52554" y="5884"/>
                  </a:cubicBezTo>
                  <a:cubicBezTo>
                    <a:pt x="52996" y="6185"/>
                    <a:pt x="53431" y="6500"/>
                    <a:pt x="53860" y="6828"/>
                  </a:cubicBezTo>
                  <a:cubicBezTo>
                    <a:pt x="54288" y="7156"/>
                    <a:pt x="54710" y="7491"/>
                    <a:pt x="55126" y="7839"/>
                  </a:cubicBezTo>
                  <a:cubicBezTo>
                    <a:pt x="55534" y="8181"/>
                    <a:pt x="55943" y="8536"/>
                    <a:pt x="56338" y="8904"/>
                  </a:cubicBezTo>
                  <a:cubicBezTo>
                    <a:pt x="56733" y="9272"/>
                    <a:pt x="57115" y="9647"/>
                    <a:pt x="57497" y="10029"/>
                  </a:cubicBezTo>
                  <a:cubicBezTo>
                    <a:pt x="57872" y="10411"/>
                    <a:pt x="58240" y="10806"/>
                    <a:pt x="58601" y="11201"/>
                  </a:cubicBezTo>
                  <a:cubicBezTo>
                    <a:pt x="58957" y="11603"/>
                    <a:pt x="59305" y="12011"/>
                    <a:pt x="59646" y="12433"/>
                  </a:cubicBezTo>
                  <a:cubicBezTo>
                    <a:pt x="59988" y="12855"/>
                    <a:pt x="60316" y="13277"/>
                    <a:pt x="60631" y="13713"/>
                  </a:cubicBezTo>
                  <a:cubicBezTo>
                    <a:pt x="60952" y="14148"/>
                    <a:pt x="61260" y="14590"/>
                    <a:pt x="61555" y="15039"/>
                  </a:cubicBezTo>
                  <a:cubicBezTo>
                    <a:pt x="61856" y="15487"/>
                    <a:pt x="62138" y="15943"/>
                    <a:pt x="62412" y="16405"/>
                  </a:cubicBezTo>
                  <a:cubicBezTo>
                    <a:pt x="62687" y="16867"/>
                    <a:pt x="62955" y="17336"/>
                    <a:pt x="63209" y="17811"/>
                  </a:cubicBezTo>
                  <a:cubicBezTo>
                    <a:pt x="63457" y="18287"/>
                    <a:pt x="63698" y="18769"/>
                    <a:pt x="63933" y="19258"/>
                  </a:cubicBezTo>
                  <a:cubicBezTo>
                    <a:pt x="64160" y="19747"/>
                    <a:pt x="64374" y="20236"/>
                    <a:pt x="64582" y="20731"/>
                  </a:cubicBezTo>
                  <a:cubicBezTo>
                    <a:pt x="64790" y="21234"/>
                    <a:pt x="64984" y="21736"/>
                    <a:pt x="65165" y="22238"/>
                  </a:cubicBezTo>
                  <a:cubicBezTo>
                    <a:pt x="65346" y="22747"/>
                    <a:pt x="65520" y="23256"/>
                    <a:pt x="65674" y="23772"/>
                  </a:cubicBezTo>
                  <a:cubicBezTo>
                    <a:pt x="65828" y="24288"/>
                    <a:pt x="65975" y="24803"/>
                    <a:pt x="66109" y="25326"/>
                  </a:cubicBezTo>
                  <a:cubicBezTo>
                    <a:pt x="66236" y="25848"/>
                    <a:pt x="66357" y="26370"/>
                    <a:pt x="66464" y="26900"/>
                  </a:cubicBezTo>
                  <a:cubicBezTo>
                    <a:pt x="66571" y="27429"/>
                    <a:pt x="66665" y="27958"/>
                    <a:pt x="66752" y="28493"/>
                  </a:cubicBezTo>
                  <a:cubicBezTo>
                    <a:pt x="66832" y="29023"/>
                    <a:pt x="66899" y="29558"/>
                    <a:pt x="66953" y="30094"/>
                  </a:cubicBezTo>
                  <a:cubicBezTo>
                    <a:pt x="67013" y="30630"/>
                    <a:pt x="67054" y="31166"/>
                    <a:pt x="67087" y="31701"/>
                  </a:cubicBezTo>
                  <a:cubicBezTo>
                    <a:pt x="67114" y="32244"/>
                    <a:pt x="67127" y="32780"/>
                    <a:pt x="67134" y="33315"/>
                  </a:cubicBezTo>
                  <a:cubicBezTo>
                    <a:pt x="67141" y="33858"/>
                    <a:pt x="67127" y="34394"/>
                    <a:pt x="67107" y="34929"/>
                  </a:cubicBezTo>
                  <a:cubicBezTo>
                    <a:pt x="67087" y="35472"/>
                    <a:pt x="67054" y="36008"/>
                    <a:pt x="67007" y="36543"/>
                  </a:cubicBezTo>
                  <a:cubicBezTo>
                    <a:pt x="66960" y="37079"/>
                    <a:pt x="66893" y="37615"/>
                    <a:pt x="66819" y="38151"/>
                  </a:cubicBezTo>
                  <a:cubicBezTo>
                    <a:pt x="66745" y="38680"/>
                    <a:pt x="66665" y="39216"/>
                    <a:pt x="66565" y="39745"/>
                  </a:cubicBezTo>
                  <a:cubicBezTo>
                    <a:pt x="66464" y="40274"/>
                    <a:pt x="66357" y="40796"/>
                    <a:pt x="66230" y="41319"/>
                  </a:cubicBezTo>
                  <a:cubicBezTo>
                    <a:pt x="66102" y="41848"/>
                    <a:pt x="65969" y="42370"/>
                    <a:pt x="65815" y="42886"/>
                  </a:cubicBezTo>
                  <a:cubicBezTo>
                    <a:pt x="65667" y="43402"/>
                    <a:pt x="65506" y="43917"/>
                    <a:pt x="65332" y="44426"/>
                  </a:cubicBezTo>
                  <a:cubicBezTo>
                    <a:pt x="65158" y="44935"/>
                    <a:pt x="64971" y="45437"/>
                    <a:pt x="64776" y="45940"/>
                  </a:cubicBezTo>
                  <a:cubicBezTo>
                    <a:pt x="64576" y="46442"/>
                    <a:pt x="64361" y="46938"/>
                    <a:pt x="64140" y="47427"/>
                  </a:cubicBezTo>
                  <a:cubicBezTo>
                    <a:pt x="63919" y="47916"/>
                    <a:pt x="63691" y="48404"/>
                    <a:pt x="63444" y="48880"/>
                  </a:cubicBezTo>
                  <a:cubicBezTo>
                    <a:pt x="63196" y="49355"/>
                    <a:pt x="62941" y="49831"/>
                    <a:pt x="62667" y="50300"/>
                  </a:cubicBezTo>
                  <a:cubicBezTo>
                    <a:pt x="62399" y="50769"/>
                    <a:pt x="62118" y="51231"/>
                    <a:pt x="61829" y="51679"/>
                  </a:cubicBezTo>
                  <a:cubicBezTo>
                    <a:pt x="61542" y="52135"/>
                    <a:pt x="61240" y="52584"/>
                    <a:pt x="60926" y="53019"/>
                  </a:cubicBezTo>
                  <a:cubicBezTo>
                    <a:pt x="60611" y="53454"/>
                    <a:pt x="60289" y="53890"/>
                    <a:pt x="59961" y="54311"/>
                  </a:cubicBezTo>
                  <a:cubicBezTo>
                    <a:pt x="59626" y="54733"/>
                    <a:pt x="59285" y="55149"/>
                    <a:pt x="58930" y="55557"/>
                  </a:cubicBezTo>
                  <a:cubicBezTo>
                    <a:pt x="58575" y="55966"/>
                    <a:pt x="58213" y="56361"/>
                    <a:pt x="57845" y="56749"/>
                  </a:cubicBezTo>
                  <a:cubicBezTo>
                    <a:pt x="57476" y="57144"/>
                    <a:pt x="57095" y="57526"/>
                    <a:pt x="56699" y="57894"/>
                  </a:cubicBezTo>
                  <a:cubicBezTo>
                    <a:pt x="56311" y="58263"/>
                    <a:pt x="55916" y="58625"/>
                    <a:pt x="55507" y="58979"/>
                  </a:cubicBezTo>
                  <a:cubicBezTo>
                    <a:pt x="55099" y="59328"/>
                    <a:pt x="54684" y="59669"/>
                    <a:pt x="54262" y="60004"/>
                  </a:cubicBezTo>
                  <a:cubicBezTo>
                    <a:pt x="53840" y="60332"/>
                    <a:pt x="53404" y="60654"/>
                    <a:pt x="52962" y="60968"/>
                  </a:cubicBezTo>
                  <a:cubicBezTo>
                    <a:pt x="52527" y="61283"/>
                    <a:pt x="52078" y="61578"/>
                    <a:pt x="51623" y="61866"/>
                  </a:cubicBezTo>
                  <a:cubicBezTo>
                    <a:pt x="51168" y="62154"/>
                    <a:pt x="50706" y="62435"/>
                    <a:pt x="50243" y="62703"/>
                  </a:cubicBezTo>
                  <a:cubicBezTo>
                    <a:pt x="49774" y="62971"/>
                    <a:pt x="49299" y="63225"/>
                    <a:pt x="48824" y="63473"/>
                  </a:cubicBezTo>
                  <a:cubicBezTo>
                    <a:pt x="48341" y="63721"/>
                    <a:pt x="47852" y="63949"/>
                    <a:pt x="47364" y="64170"/>
                  </a:cubicBezTo>
                  <a:cubicBezTo>
                    <a:pt x="46875" y="64391"/>
                    <a:pt x="46379" y="64605"/>
                    <a:pt x="45877" y="64799"/>
                  </a:cubicBezTo>
                  <a:close/>
                </a:path>
              </a:pathLst>
            </a:custGeom>
            <a:solidFill>
              <a:srgbClr val="FF5D3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3B5F6640-C7E3-3601-CAF2-1DDE61AE9935}"/>
                </a:ext>
              </a:extLst>
            </p:cNvPr>
            <p:cNvSpPr/>
            <p:nvPr/>
          </p:nvSpPr>
          <p:spPr>
            <a:xfrm>
              <a:off x="1346636" y="1338505"/>
              <a:ext cx="88135" cy="78587"/>
            </a:xfrm>
            <a:custGeom>
              <a:avLst/>
              <a:gdLst>
                <a:gd name="connsiteX0" fmla="*/ 2892 w 88135"/>
                <a:gd name="connsiteY0" fmla="*/ 20553 h 78587"/>
                <a:gd name="connsiteX1" fmla="*/ 43009 w 88135"/>
                <a:gd name="connsiteY1" fmla="*/ 6 h 78587"/>
                <a:gd name="connsiteX2" fmla="*/ 47710 w 88135"/>
                <a:gd name="connsiteY2" fmla="*/ 180 h 78587"/>
                <a:gd name="connsiteX3" fmla="*/ 52365 w 88135"/>
                <a:gd name="connsiteY3" fmla="*/ 857 h 78587"/>
                <a:gd name="connsiteX4" fmla="*/ 56926 w 88135"/>
                <a:gd name="connsiteY4" fmla="*/ 2029 h 78587"/>
                <a:gd name="connsiteX5" fmla="*/ 61333 w 88135"/>
                <a:gd name="connsiteY5" fmla="*/ 3676 h 78587"/>
                <a:gd name="connsiteX6" fmla="*/ 65532 w 88135"/>
                <a:gd name="connsiteY6" fmla="*/ 5793 h 78587"/>
                <a:gd name="connsiteX7" fmla="*/ 69490 w 88135"/>
                <a:gd name="connsiteY7" fmla="*/ 8344 h 78587"/>
                <a:gd name="connsiteX8" fmla="*/ 73147 w 88135"/>
                <a:gd name="connsiteY8" fmla="*/ 11311 h 78587"/>
                <a:gd name="connsiteX9" fmla="*/ 76462 w 88135"/>
                <a:gd name="connsiteY9" fmla="*/ 14646 h 78587"/>
                <a:gd name="connsiteX10" fmla="*/ 88068 w 88135"/>
                <a:gd name="connsiteY10" fmla="*/ 45829 h 78587"/>
                <a:gd name="connsiteX11" fmla="*/ 77292 w 88135"/>
                <a:gd name="connsiteY11" fmla="*/ 68158 h 78587"/>
                <a:gd name="connsiteX12" fmla="*/ 29782 w 88135"/>
                <a:gd name="connsiteY12" fmla="*/ 77286 h 78587"/>
                <a:gd name="connsiteX13" fmla="*/ 1338 w 88135"/>
                <a:gd name="connsiteY13" fmla="*/ 56993 h 78587"/>
                <a:gd name="connsiteX14" fmla="*/ 2892 w 88135"/>
                <a:gd name="connsiteY14" fmla="*/ 20553 h 7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135" h="78587">
                  <a:moveTo>
                    <a:pt x="2892" y="20553"/>
                  </a:moveTo>
                  <a:cubicBezTo>
                    <a:pt x="15436" y="8632"/>
                    <a:pt x="24987" y="200"/>
                    <a:pt x="43009" y="6"/>
                  </a:cubicBezTo>
                  <a:cubicBezTo>
                    <a:pt x="44583" y="-21"/>
                    <a:pt x="46150" y="40"/>
                    <a:pt x="47710" y="180"/>
                  </a:cubicBezTo>
                  <a:cubicBezTo>
                    <a:pt x="49278" y="321"/>
                    <a:pt x="50831" y="549"/>
                    <a:pt x="52365" y="857"/>
                  </a:cubicBezTo>
                  <a:cubicBezTo>
                    <a:pt x="53905" y="1165"/>
                    <a:pt x="55426" y="1553"/>
                    <a:pt x="56926" y="2029"/>
                  </a:cubicBezTo>
                  <a:cubicBezTo>
                    <a:pt x="58426" y="2498"/>
                    <a:pt x="59893" y="3047"/>
                    <a:pt x="61333" y="3676"/>
                  </a:cubicBezTo>
                  <a:cubicBezTo>
                    <a:pt x="62773" y="4306"/>
                    <a:pt x="64172" y="5009"/>
                    <a:pt x="65532" y="5793"/>
                  </a:cubicBezTo>
                  <a:cubicBezTo>
                    <a:pt x="66898" y="6576"/>
                    <a:pt x="68217" y="7427"/>
                    <a:pt x="69490" y="8344"/>
                  </a:cubicBezTo>
                  <a:cubicBezTo>
                    <a:pt x="70756" y="9268"/>
                    <a:pt x="71974" y="10260"/>
                    <a:pt x="73147" y="11311"/>
                  </a:cubicBezTo>
                  <a:cubicBezTo>
                    <a:pt x="74312" y="12363"/>
                    <a:pt x="75417" y="13474"/>
                    <a:pt x="76462" y="14646"/>
                  </a:cubicBezTo>
                  <a:cubicBezTo>
                    <a:pt x="84090" y="23072"/>
                    <a:pt x="88758" y="34383"/>
                    <a:pt x="88068" y="45829"/>
                  </a:cubicBezTo>
                  <a:cubicBezTo>
                    <a:pt x="87532" y="54602"/>
                    <a:pt x="84043" y="62351"/>
                    <a:pt x="77292" y="68158"/>
                  </a:cubicBezTo>
                  <a:cubicBezTo>
                    <a:pt x="65592" y="78230"/>
                    <a:pt x="44462" y="80367"/>
                    <a:pt x="29782" y="77286"/>
                  </a:cubicBezTo>
                  <a:cubicBezTo>
                    <a:pt x="17258" y="74654"/>
                    <a:pt x="9489" y="66162"/>
                    <a:pt x="1338" y="56993"/>
                  </a:cubicBezTo>
                  <a:cubicBezTo>
                    <a:pt x="-28" y="43706"/>
                    <a:pt x="-1381" y="33379"/>
                    <a:pt x="2892" y="20553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F5AB952-F69E-9487-950E-5E76D62E6AA3}"/>
                </a:ext>
              </a:extLst>
            </p:cNvPr>
            <p:cNvSpPr/>
            <p:nvPr/>
          </p:nvSpPr>
          <p:spPr>
            <a:xfrm>
              <a:off x="549419" y="1349073"/>
              <a:ext cx="191582" cy="821017"/>
            </a:xfrm>
            <a:custGeom>
              <a:avLst/>
              <a:gdLst>
                <a:gd name="connsiteX0" fmla="*/ 191080 w 191582"/>
                <a:gd name="connsiteY0" fmla="*/ 9503 h 821017"/>
                <a:gd name="connsiteX1" fmla="*/ 131695 w 191582"/>
                <a:gd name="connsiteY1" fmla="*/ 215659 h 821017"/>
                <a:gd name="connsiteX2" fmla="*/ 81660 w 191582"/>
                <a:gd name="connsiteY2" fmla="*/ 418566 h 821017"/>
                <a:gd name="connsiteX3" fmla="*/ 16603 w 191582"/>
                <a:gd name="connsiteY3" fmla="*/ 821018 h 821017"/>
                <a:gd name="connsiteX4" fmla="*/ 10836 w 191582"/>
                <a:gd name="connsiteY4" fmla="*/ 816671 h 821017"/>
                <a:gd name="connsiteX5" fmla="*/ 0 w 191582"/>
                <a:gd name="connsiteY5" fmla="*/ 752217 h 821017"/>
                <a:gd name="connsiteX6" fmla="*/ 275 w 191582"/>
                <a:gd name="connsiteY6" fmla="*/ 736753 h 821017"/>
                <a:gd name="connsiteX7" fmla="*/ 136423 w 191582"/>
                <a:gd name="connsiteY7" fmla="*/ 165436 h 821017"/>
                <a:gd name="connsiteX8" fmla="*/ 188977 w 191582"/>
                <a:gd name="connsiteY8" fmla="*/ 0 h 821017"/>
                <a:gd name="connsiteX9" fmla="*/ 191582 w 191582"/>
                <a:gd name="connsiteY9" fmla="*/ 167 h 821017"/>
                <a:gd name="connsiteX10" fmla="*/ 191080 w 191582"/>
                <a:gd name="connsiteY10" fmla="*/ 9503 h 82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1582" h="821017">
                  <a:moveTo>
                    <a:pt x="191080" y="9503"/>
                  </a:moveTo>
                  <a:cubicBezTo>
                    <a:pt x="174745" y="79101"/>
                    <a:pt x="151070" y="146911"/>
                    <a:pt x="131695" y="215659"/>
                  </a:cubicBezTo>
                  <a:cubicBezTo>
                    <a:pt x="112842" y="282578"/>
                    <a:pt x="97760" y="350937"/>
                    <a:pt x="81660" y="418566"/>
                  </a:cubicBezTo>
                  <a:cubicBezTo>
                    <a:pt x="50471" y="549598"/>
                    <a:pt x="15069" y="685552"/>
                    <a:pt x="16603" y="821018"/>
                  </a:cubicBezTo>
                  <a:lnTo>
                    <a:pt x="10836" y="816671"/>
                  </a:lnTo>
                  <a:cubicBezTo>
                    <a:pt x="3563" y="797289"/>
                    <a:pt x="2686" y="772804"/>
                    <a:pt x="0" y="752217"/>
                  </a:cubicBezTo>
                  <a:lnTo>
                    <a:pt x="275" y="736753"/>
                  </a:lnTo>
                  <a:cubicBezTo>
                    <a:pt x="21250" y="559778"/>
                    <a:pt x="86160" y="339076"/>
                    <a:pt x="136423" y="165436"/>
                  </a:cubicBezTo>
                  <a:cubicBezTo>
                    <a:pt x="151733" y="112561"/>
                    <a:pt x="164974" y="49325"/>
                    <a:pt x="188977" y="0"/>
                  </a:cubicBezTo>
                  <a:lnTo>
                    <a:pt x="191582" y="167"/>
                  </a:lnTo>
                  <a:lnTo>
                    <a:pt x="191080" y="9503"/>
                  </a:lnTo>
                  <a:close/>
                </a:path>
              </a:pathLst>
            </a:custGeom>
            <a:gradFill>
              <a:gsLst>
                <a:gs pos="0">
                  <a:srgbClr val="CA3D1D"/>
                </a:gs>
                <a:gs pos="50000">
                  <a:srgbClr val="E13F1F"/>
                </a:gs>
                <a:gs pos="100000">
                  <a:srgbClr val="F94221"/>
                </a:gs>
              </a:gsLst>
              <a:lin ang="11336655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29E33B92-EF37-FFE7-D562-8E8C56384A96}"/>
                </a:ext>
              </a:extLst>
            </p:cNvPr>
            <p:cNvSpPr/>
            <p:nvPr/>
          </p:nvSpPr>
          <p:spPr>
            <a:xfrm>
              <a:off x="769732" y="1356189"/>
              <a:ext cx="73077" cy="73074"/>
            </a:xfrm>
            <a:custGeom>
              <a:avLst/>
              <a:gdLst>
                <a:gd name="connsiteX0" fmla="*/ 48924 w 73077"/>
                <a:gd name="connsiteY0" fmla="*/ 70913 h 73074"/>
                <a:gd name="connsiteX1" fmla="*/ 44270 w 73077"/>
                <a:gd name="connsiteY1" fmla="*/ 72246 h 73074"/>
                <a:gd name="connsiteX2" fmla="*/ 39481 w 73077"/>
                <a:gd name="connsiteY2" fmla="*/ 72956 h 73074"/>
                <a:gd name="connsiteX3" fmla="*/ 34639 w 73077"/>
                <a:gd name="connsiteY3" fmla="*/ 73029 h 73074"/>
                <a:gd name="connsiteX4" fmla="*/ 29830 w 73077"/>
                <a:gd name="connsiteY4" fmla="*/ 72454 h 73074"/>
                <a:gd name="connsiteX5" fmla="*/ 25142 w 73077"/>
                <a:gd name="connsiteY5" fmla="*/ 71255 h 73074"/>
                <a:gd name="connsiteX6" fmla="*/ 20655 w 73077"/>
                <a:gd name="connsiteY6" fmla="*/ 69440 h 73074"/>
                <a:gd name="connsiteX7" fmla="*/ 16443 w 73077"/>
                <a:gd name="connsiteY7" fmla="*/ 67056 h 73074"/>
                <a:gd name="connsiteX8" fmla="*/ 12585 w 73077"/>
                <a:gd name="connsiteY8" fmla="*/ 64129 h 73074"/>
                <a:gd name="connsiteX9" fmla="*/ 9149 w 73077"/>
                <a:gd name="connsiteY9" fmla="*/ 60720 h 73074"/>
                <a:gd name="connsiteX10" fmla="*/ 6189 w 73077"/>
                <a:gd name="connsiteY10" fmla="*/ 56889 h 73074"/>
                <a:gd name="connsiteX11" fmla="*/ 3765 w 73077"/>
                <a:gd name="connsiteY11" fmla="*/ 52696 h 73074"/>
                <a:gd name="connsiteX12" fmla="*/ 1916 w 73077"/>
                <a:gd name="connsiteY12" fmla="*/ 48223 h 73074"/>
                <a:gd name="connsiteX13" fmla="*/ 677 w 73077"/>
                <a:gd name="connsiteY13" fmla="*/ 43541 h 73074"/>
                <a:gd name="connsiteX14" fmla="*/ 68 w 73077"/>
                <a:gd name="connsiteY14" fmla="*/ 38739 h 73074"/>
                <a:gd name="connsiteX15" fmla="*/ 94 w 73077"/>
                <a:gd name="connsiteY15" fmla="*/ 33897 h 73074"/>
                <a:gd name="connsiteX16" fmla="*/ 764 w 73077"/>
                <a:gd name="connsiteY16" fmla="*/ 29102 h 73074"/>
                <a:gd name="connsiteX17" fmla="*/ 2063 w 73077"/>
                <a:gd name="connsiteY17" fmla="*/ 24441 h 73074"/>
                <a:gd name="connsiteX18" fmla="*/ 3965 w 73077"/>
                <a:gd name="connsiteY18" fmla="*/ 19987 h 73074"/>
                <a:gd name="connsiteX19" fmla="*/ 6437 w 73077"/>
                <a:gd name="connsiteY19" fmla="*/ 15828 h 73074"/>
                <a:gd name="connsiteX20" fmla="*/ 9437 w 73077"/>
                <a:gd name="connsiteY20" fmla="*/ 12031 h 73074"/>
                <a:gd name="connsiteX21" fmla="*/ 12920 w 73077"/>
                <a:gd name="connsiteY21" fmla="*/ 8662 h 73074"/>
                <a:gd name="connsiteX22" fmla="*/ 16811 w 73077"/>
                <a:gd name="connsiteY22" fmla="*/ 5782 h 73074"/>
                <a:gd name="connsiteX23" fmla="*/ 21050 w 73077"/>
                <a:gd name="connsiteY23" fmla="*/ 3445 h 73074"/>
                <a:gd name="connsiteX24" fmla="*/ 25557 w 73077"/>
                <a:gd name="connsiteY24" fmla="*/ 1690 h 73074"/>
                <a:gd name="connsiteX25" fmla="*/ 27259 w 73077"/>
                <a:gd name="connsiteY25" fmla="*/ 1201 h 73074"/>
                <a:gd name="connsiteX26" fmla="*/ 28980 w 73077"/>
                <a:gd name="connsiteY26" fmla="*/ 793 h 73074"/>
                <a:gd name="connsiteX27" fmla="*/ 30721 w 73077"/>
                <a:gd name="connsiteY27" fmla="*/ 465 h 73074"/>
                <a:gd name="connsiteX28" fmla="*/ 32476 w 73077"/>
                <a:gd name="connsiteY28" fmla="*/ 230 h 73074"/>
                <a:gd name="connsiteX29" fmla="*/ 34237 w 73077"/>
                <a:gd name="connsiteY29" fmla="*/ 76 h 73074"/>
                <a:gd name="connsiteX30" fmla="*/ 36005 w 73077"/>
                <a:gd name="connsiteY30" fmla="*/ 3 h 73074"/>
                <a:gd name="connsiteX31" fmla="*/ 37780 w 73077"/>
                <a:gd name="connsiteY31" fmla="*/ 23 h 73074"/>
                <a:gd name="connsiteX32" fmla="*/ 39541 w 73077"/>
                <a:gd name="connsiteY32" fmla="*/ 123 h 73074"/>
                <a:gd name="connsiteX33" fmla="*/ 41303 w 73077"/>
                <a:gd name="connsiteY33" fmla="*/ 311 h 73074"/>
                <a:gd name="connsiteX34" fmla="*/ 43051 w 73077"/>
                <a:gd name="connsiteY34" fmla="*/ 585 h 73074"/>
                <a:gd name="connsiteX35" fmla="*/ 44785 w 73077"/>
                <a:gd name="connsiteY35" fmla="*/ 947 h 73074"/>
                <a:gd name="connsiteX36" fmla="*/ 46500 w 73077"/>
                <a:gd name="connsiteY36" fmla="*/ 1382 h 73074"/>
                <a:gd name="connsiteX37" fmla="*/ 48194 w 73077"/>
                <a:gd name="connsiteY37" fmla="*/ 1911 h 73074"/>
                <a:gd name="connsiteX38" fmla="*/ 49855 w 73077"/>
                <a:gd name="connsiteY38" fmla="*/ 2514 h 73074"/>
                <a:gd name="connsiteX39" fmla="*/ 51489 w 73077"/>
                <a:gd name="connsiteY39" fmla="*/ 3197 h 73074"/>
                <a:gd name="connsiteX40" fmla="*/ 53083 w 73077"/>
                <a:gd name="connsiteY40" fmla="*/ 3960 h 73074"/>
                <a:gd name="connsiteX41" fmla="*/ 54644 w 73077"/>
                <a:gd name="connsiteY41" fmla="*/ 4798 h 73074"/>
                <a:gd name="connsiteX42" fmla="*/ 56157 w 73077"/>
                <a:gd name="connsiteY42" fmla="*/ 5715 h 73074"/>
                <a:gd name="connsiteX43" fmla="*/ 57631 w 73077"/>
                <a:gd name="connsiteY43" fmla="*/ 6700 h 73074"/>
                <a:gd name="connsiteX44" fmla="*/ 59051 w 73077"/>
                <a:gd name="connsiteY44" fmla="*/ 7758 h 73074"/>
                <a:gd name="connsiteX45" fmla="*/ 60417 w 73077"/>
                <a:gd name="connsiteY45" fmla="*/ 8883 h 73074"/>
                <a:gd name="connsiteX46" fmla="*/ 61729 w 73077"/>
                <a:gd name="connsiteY46" fmla="*/ 10068 h 73074"/>
                <a:gd name="connsiteX47" fmla="*/ 62982 w 73077"/>
                <a:gd name="connsiteY47" fmla="*/ 11321 h 73074"/>
                <a:gd name="connsiteX48" fmla="*/ 64174 w 73077"/>
                <a:gd name="connsiteY48" fmla="*/ 12633 h 73074"/>
                <a:gd name="connsiteX49" fmla="*/ 65299 w 73077"/>
                <a:gd name="connsiteY49" fmla="*/ 14000 h 73074"/>
                <a:gd name="connsiteX50" fmla="*/ 66357 w 73077"/>
                <a:gd name="connsiteY50" fmla="*/ 15419 h 73074"/>
                <a:gd name="connsiteX51" fmla="*/ 67342 w 73077"/>
                <a:gd name="connsiteY51" fmla="*/ 16886 h 73074"/>
                <a:gd name="connsiteX52" fmla="*/ 68259 w 73077"/>
                <a:gd name="connsiteY52" fmla="*/ 18400 h 73074"/>
                <a:gd name="connsiteX53" fmla="*/ 69103 w 73077"/>
                <a:gd name="connsiteY53" fmla="*/ 19960 h 73074"/>
                <a:gd name="connsiteX54" fmla="*/ 69867 w 73077"/>
                <a:gd name="connsiteY54" fmla="*/ 21554 h 73074"/>
                <a:gd name="connsiteX55" fmla="*/ 70550 w 73077"/>
                <a:gd name="connsiteY55" fmla="*/ 23188 h 73074"/>
                <a:gd name="connsiteX56" fmla="*/ 71159 w 73077"/>
                <a:gd name="connsiteY56" fmla="*/ 24849 h 73074"/>
                <a:gd name="connsiteX57" fmla="*/ 71681 w 73077"/>
                <a:gd name="connsiteY57" fmla="*/ 26537 h 73074"/>
                <a:gd name="connsiteX58" fmla="*/ 72130 w 73077"/>
                <a:gd name="connsiteY58" fmla="*/ 28252 h 73074"/>
                <a:gd name="connsiteX59" fmla="*/ 72485 w 73077"/>
                <a:gd name="connsiteY59" fmla="*/ 29986 h 73074"/>
                <a:gd name="connsiteX60" fmla="*/ 72760 w 73077"/>
                <a:gd name="connsiteY60" fmla="*/ 31734 h 73074"/>
                <a:gd name="connsiteX61" fmla="*/ 72954 w 73077"/>
                <a:gd name="connsiteY61" fmla="*/ 33495 h 73074"/>
                <a:gd name="connsiteX62" fmla="*/ 73055 w 73077"/>
                <a:gd name="connsiteY62" fmla="*/ 35264 h 73074"/>
                <a:gd name="connsiteX63" fmla="*/ 73075 w 73077"/>
                <a:gd name="connsiteY63" fmla="*/ 37032 h 73074"/>
                <a:gd name="connsiteX64" fmla="*/ 73008 w 73077"/>
                <a:gd name="connsiteY64" fmla="*/ 38806 h 73074"/>
                <a:gd name="connsiteX65" fmla="*/ 72854 w 73077"/>
                <a:gd name="connsiteY65" fmla="*/ 40568 h 73074"/>
                <a:gd name="connsiteX66" fmla="*/ 72619 w 73077"/>
                <a:gd name="connsiteY66" fmla="*/ 42323 h 73074"/>
                <a:gd name="connsiteX67" fmla="*/ 72298 w 73077"/>
                <a:gd name="connsiteY67" fmla="*/ 44064 h 73074"/>
                <a:gd name="connsiteX68" fmla="*/ 71889 w 73077"/>
                <a:gd name="connsiteY68" fmla="*/ 45785 h 73074"/>
                <a:gd name="connsiteX69" fmla="*/ 71400 w 73077"/>
                <a:gd name="connsiteY69" fmla="*/ 47486 h 73074"/>
                <a:gd name="connsiteX70" fmla="*/ 70831 w 73077"/>
                <a:gd name="connsiteY70" fmla="*/ 49160 h 73074"/>
                <a:gd name="connsiteX71" fmla="*/ 70175 w 73077"/>
                <a:gd name="connsiteY71" fmla="*/ 50808 h 73074"/>
                <a:gd name="connsiteX72" fmla="*/ 69445 w 73077"/>
                <a:gd name="connsiteY72" fmla="*/ 52422 h 73074"/>
                <a:gd name="connsiteX73" fmla="*/ 68634 w 73077"/>
                <a:gd name="connsiteY73" fmla="*/ 53996 h 73074"/>
                <a:gd name="connsiteX74" fmla="*/ 67757 w 73077"/>
                <a:gd name="connsiteY74" fmla="*/ 55529 h 73074"/>
                <a:gd name="connsiteX75" fmla="*/ 66799 w 73077"/>
                <a:gd name="connsiteY75" fmla="*/ 57016 h 73074"/>
                <a:gd name="connsiteX76" fmla="*/ 65768 w 73077"/>
                <a:gd name="connsiteY76" fmla="*/ 58463 h 73074"/>
                <a:gd name="connsiteX77" fmla="*/ 64676 w 73077"/>
                <a:gd name="connsiteY77" fmla="*/ 59849 h 73074"/>
                <a:gd name="connsiteX78" fmla="*/ 63511 w 73077"/>
                <a:gd name="connsiteY78" fmla="*/ 61189 h 73074"/>
                <a:gd name="connsiteX79" fmla="*/ 62285 w 73077"/>
                <a:gd name="connsiteY79" fmla="*/ 62461 h 73074"/>
                <a:gd name="connsiteX80" fmla="*/ 60999 w 73077"/>
                <a:gd name="connsiteY80" fmla="*/ 63680 h 73074"/>
                <a:gd name="connsiteX81" fmla="*/ 59653 w 73077"/>
                <a:gd name="connsiteY81" fmla="*/ 64832 h 73074"/>
                <a:gd name="connsiteX82" fmla="*/ 58260 w 73077"/>
                <a:gd name="connsiteY82" fmla="*/ 65917 h 73074"/>
                <a:gd name="connsiteX83" fmla="*/ 56807 w 73077"/>
                <a:gd name="connsiteY83" fmla="*/ 66935 h 73074"/>
                <a:gd name="connsiteX84" fmla="*/ 55313 w 73077"/>
                <a:gd name="connsiteY84" fmla="*/ 67886 h 73074"/>
                <a:gd name="connsiteX85" fmla="*/ 53773 w 73077"/>
                <a:gd name="connsiteY85" fmla="*/ 68757 h 73074"/>
                <a:gd name="connsiteX86" fmla="*/ 52193 w 73077"/>
                <a:gd name="connsiteY86" fmla="*/ 69554 h 73074"/>
                <a:gd name="connsiteX87" fmla="*/ 50572 w 73077"/>
                <a:gd name="connsiteY87" fmla="*/ 70270 h 73074"/>
                <a:gd name="connsiteX88" fmla="*/ 48924 w 73077"/>
                <a:gd name="connsiteY88" fmla="*/ 70913 h 73074"/>
                <a:gd name="connsiteX89" fmla="*/ 21017 w 73077"/>
                <a:gd name="connsiteY89" fmla="*/ 11883 h 73074"/>
                <a:gd name="connsiteX90" fmla="*/ 17969 w 73077"/>
                <a:gd name="connsiteY90" fmla="*/ 13283 h 73074"/>
                <a:gd name="connsiteX91" fmla="*/ 15143 w 73077"/>
                <a:gd name="connsiteY91" fmla="*/ 15091 h 73074"/>
                <a:gd name="connsiteX92" fmla="*/ 12598 w 73077"/>
                <a:gd name="connsiteY92" fmla="*/ 17275 h 73074"/>
                <a:gd name="connsiteX93" fmla="*/ 10381 w 73077"/>
                <a:gd name="connsiteY93" fmla="*/ 19793 h 73074"/>
                <a:gd name="connsiteX94" fmla="*/ 8526 w 73077"/>
                <a:gd name="connsiteY94" fmla="*/ 22586 h 73074"/>
                <a:gd name="connsiteX95" fmla="*/ 7086 w 73077"/>
                <a:gd name="connsiteY95" fmla="*/ 25619 h 73074"/>
                <a:gd name="connsiteX96" fmla="*/ 6075 w 73077"/>
                <a:gd name="connsiteY96" fmla="*/ 28814 h 73074"/>
                <a:gd name="connsiteX97" fmla="*/ 5519 w 73077"/>
                <a:gd name="connsiteY97" fmla="*/ 32123 h 73074"/>
                <a:gd name="connsiteX98" fmla="*/ 5426 w 73077"/>
                <a:gd name="connsiteY98" fmla="*/ 35478 h 73074"/>
                <a:gd name="connsiteX99" fmla="*/ 5801 w 73077"/>
                <a:gd name="connsiteY99" fmla="*/ 38813 h 73074"/>
                <a:gd name="connsiteX100" fmla="*/ 6631 w 73077"/>
                <a:gd name="connsiteY100" fmla="*/ 42061 h 73074"/>
                <a:gd name="connsiteX101" fmla="*/ 7910 w 73077"/>
                <a:gd name="connsiteY101" fmla="*/ 45162 h 73074"/>
                <a:gd name="connsiteX102" fmla="*/ 9598 w 73077"/>
                <a:gd name="connsiteY102" fmla="*/ 48062 h 73074"/>
                <a:gd name="connsiteX103" fmla="*/ 11681 w 73077"/>
                <a:gd name="connsiteY103" fmla="*/ 50694 h 73074"/>
                <a:gd name="connsiteX104" fmla="*/ 14105 w 73077"/>
                <a:gd name="connsiteY104" fmla="*/ 53011 h 73074"/>
                <a:gd name="connsiteX105" fmla="*/ 16824 w 73077"/>
                <a:gd name="connsiteY105" fmla="*/ 54974 h 73074"/>
                <a:gd name="connsiteX106" fmla="*/ 19791 w 73077"/>
                <a:gd name="connsiteY106" fmla="*/ 56541 h 73074"/>
                <a:gd name="connsiteX107" fmla="*/ 22946 w 73077"/>
                <a:gd name="connsiteY107" fmla="*/ 57679 h 73074"/>
                <a:gd name="connsiteX108" fmla="*/ 26227 w 73077"/>
                <a:gd name="connsiteY108" fmla="*/ 58369 h 73074"/>
                <a:gd name="connsiteX109" fmla="*/ 29576 w 73077"/>
                <a:gd name="connsiteY109" fmla="*/ 58597 h 73074"/>
                <a:gd name="connsiteX110" fmla="*/ 32924 w 73077"/>
                <a:gd name="connsiteY110" fmla="*/ 58362 h 73074"/>
                <a:gd name="connsiteX111" fmla="*/ 36206 w 73077"/>
                <a:gd name="connsiteY111" fmla="*/ 57659 h 73074"/>
                <a:gd name="connsiteX112" fmla="*/ 39361 w 73077"/>
                <a:gd name="connsiteY112" fmla="*/ 56514 h 73074"/>
                <a:gd name="connsiteX113" fmla="*/ 42321 w 73077"/>
                <a:gd name="connsiteY113" fmla="*/ 54940 h 73074"/>
                <a:gd name="connsiteX114" fmla="*/ 44149 w 73077"/>
                <a:gd name="connsiteY114" fmla="*/ 53681 h 73074"/>
                <a:gd name="connsiteX115" fmla="*/ 45850 w 73077"/>
                <a:gd name="connsiteY115" fmla="*/ 52254 h 73074"/>
                <a:gd name="connsiteX116" fmla="*/ 47417 w 73077"/>
                <a:gd name="connsiteY116" fmla="*/ 50681 h 73074"/>
                <a:gd name="connsiteX117" fmla="*/ 48830 w 73077"/>
                <a:gd name="connsiteY117" fmla="*/ 48973 h 73074"/>
                <a:gd name="connsiteX118" fmla="*/ 50083 w 73077"/>
                <a:gd name="connsiteY118" fmla="*/ 47138 h 73074"/>
                <a:gd name="connsiteX119" fmla="*/ 51161 w 73077"/>
                <a:gd name="connsiteY119" fmla="*/ 45196 h 73074"/>
                <a:gd name="connsiteX120" fmla="*/ 52052 w 73077"/>
                <a:gd name="connsiteY120" fmla="*/ 43166 h 73074"/>
                <a:gd name="connsiteX121" fmla="*/ 52762 w 73077"/>
                <a:gd name="connsiteY121" fmla="*/ 41057 h 73074"/>
                <a:gd name="connsiteX122" fmla="*/ 53264 w 73077"/>
                <a:gd name="connsiteY122" fmla="*/ 38900 h 73074"/>
                <a:gd name="connsiteX123" fmla="*/ 53572 w 73077"/>
                <a:gd name="connsiteY123" fmla="*/ 36697 h 73074"/>
                <a:gd name="connsiteX124" fmla="*/ 53679 w 73077"/>
                <a:gd name="connsiteY124" fmla="*/ 34480 h 73074"/>
                <a:gd name="connsiteX125" fmla="*/ 53579 w 73077"/>
                <a:gd name="connsiteY125" fmla="*/ 32263 h 73074"/>
                <a:gd name="connsiteX126" fmla="*/ 53271 w 73077"/>
                <a:gd name="connsiteY126" fmla="*/ 30066 h 73074"/>
                <a:gd name="connsiteX127" fmla="*/ 52769 w 73077"/>
                <a:gd name="connsiteY127" fmla="*/ 27903 h 73074"/>
                <a:gd name="connsiteX128" fmla="*/ 52065 w 73077"/>
                <a:gd name="connsiteY128" fmla="*/ 25800 h 73074"/>
                <a:gd name="connsiteX129" fmla="*/ 51175 w 73077"/>
                <a:gd name="connsiteY129" fmla="*/ 23764 h 73074"/>
                <a:gd name="connsiteX130" fmla="*/ 50096 w 73077"/>
                <a:gd name="connsiteY130" fmla="*/ 21822 h 73074"/>
                <a:gd name="connsiteX131" fmla="*/ 48850 w 73077"/>
                <a:gd name="connsiteY131" fmla="*/ 19987 h 73074"/>
                <a:gd name="connsiteX132" fmla="*/ 47437 w 73077"/>
                <a:gd name="connsiteY132" fmla="*/ 18273 h 73074"/>
                <a:gd name="connsiteX133" fmla="*/ 45877 w 73077"/>
                <a:gd name="connsiteY133" fmla="*/ 16699 h 73074"/>
                <a:gd name="connsiteX134" fmla="*/ 44176 w 73077"/>
                <a:gd name="connsiteY134" fmla="*/ 15272 h 73074"/>
                <a:gd name="connsiteX135" fmla="*/ 42348 w 73077"/>
                <a:gd name="connsiteY135" fmla="*/ 14006 h 73074"/>
                <a:gd name="connsiteX136" fmla="*/ 40412 w 73077"/>
                <a:gd name="connsiteY136" fmla="*/ 12915 h 73074"/>
                <a:gd name="connsiteX137" fmla="*/ 38389 w 73077"/>
                <a:gd name="connsiteY137" fmla="*/ 12011 h 73074"/>
                <a:gd name="connsiteX138" fmla="*/ 36287 w 73077"/>
                <a:gd name="connsiteY138" fmla="*/ 11287 h 73074"/>
                <a:gd name="connsiteX139" fmla="*/ 34130 w 73077"/>
                <a:gd name="connsiteY139" fmla="*/ 10765 h 73074"/>
                <a:gd name="connsiteX140" fmla="*/ 31933 w 73077"/>
                <a:gd name="connsiteY140" fmla="*/ 10444 h 73074"/>
                <a:gd name="connsiteX141" fmla="*/ 29710 w 73077"/>
                <a:gd name="connsiteY141" fmla="*/ 10330 h 73074"/>
                <a:gd name="connsiteX142" fmla="*/ 27493 w 73077"/>
                <a:gd name="connsiteY142" fmla="*/ 10417 h 73074"/>
                <a:gd name="connsiteX143" fmla="*/ 25296 w 73077"/>
                <a:gd name="connsiteY143" fmla="*/ 10705 h 73074"/>
                <a:gd name="connsiteX144" fmla="*/ 23126 w 73077"/>
                <a:gd name="connsiteY144" fmla="*/ 11194 h 73074"/>
                <a:gd name="connsiteX145" fmla="*/ 21017 w 73077"/>
                <a:gd name="connsiteY145" fmla="*/ 11883 h 7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73077" h="73074">
                  <a:moveTo>
                    <a:pt x="48924" y="70913"/>
                  </a:moveTo>
                  <a:cubicBezTo>
                    <a:pt x="47404" y="71462"/>
                    <a:pt x="45850" y="71904"/>
                    <a:pt x="44270" y="72246"/>
                  </a:cubicBezTo>
                  <a:cubicBezTo>
                    <a:pt x="42689" y="72587"/>
                    <a:pt x="41095" y="72829"/>
                    <a:pt x="39481" y="72956"/>
                  </a:cubicBezTo>
                  <a:cubicBezTo>
                    <a:pt x="37867" y="73083"/>
                    <a:pt x="36253" y="73110"/>
                    <a:pt x="34639" y="73029"/>
                  </a:cubicBezTo>
                  <a:cubicBezTo>
                    <a:pt x="33025" y="72942"/>
                    <a:pt x="31424" y="72755"/>
                    <a:pt x="29830" y="72454"/>
                  </a:cubicBezTo>
                  <a:cubicBezTo>
                    <a:pt x="28243" y="72159"/>
                    <a:pt x="26676" y="71757"/>
                    <a:pt x="25142" y="71255"/>
                  </a:cubicBezTo>
                  <a:cubicBezTo>
                    <a:pt x="23609" y="70752"/>
                    <a:pt x="22108" y="70143"/>
                    <a:pt x="20655" y="69440"/>
                  </a:cubicBezTo>
                  <a:cubicBezTo>
                    <a:pt x="19202" y="68737"/>
                    <a:pt x="17795" y="67946"/>
                    <a:pt x="16443" y="67056"/>
                  </a:cubicBezTo>
                  <a:cubicBezTo>
                    <a:pt x="15096" y="66165"/>
                    <a:pt x="13810" y="65187"/>
                    <a:pt x="12585" y="64129"/>
                  </a:cubicBezTo>
                  <a:cubicBezTo>
                    <a:pt x="11359" y="63071"/>
                    <a:pt x="10214" y="61932"/>
                    <a:pt x="9149" y="60720"/>
                  </a:cubicBezTo>
                  <a:cubicBezTo>
                    <a:pt x="8078" y="59508"/>
                    <a:pt x="7093" y="58229"/>
                    <a:pt x="6189" y="56889"/>
                  </a:cubicBezTo>
                  <a:cubicBezTo>
                    <a:pt x="5285" y="55543"/>
                    <a:pt x="4481" y="54150"/>
                    <a:pt x="3765" y="52696"/>
                  </a:cubicBezTo>
                  <a:cubicBezTo>
                    <a:pt x="3048" y="51243"/>
                    <a:pt x="2432" y="49756"/>
                    <a:pt x="1916" y="48223"/>
                  </a:cubicBezTo>
                  <a:cubicBezTo>
                    <a:pt x="1400" y="46689"/>
                    <a:pt x="985" y="45129"/>
                    <a:pt x="677" y="43541"/>
                  </a:cubicBezTo>
                  <a:cubicBezTo>
                    <a:pt x="369" y="41954"/>
                    <a:pt x="168" y="40354"/>
                    <a:pt x="68" y="38739"/>
                  </a:cubicBezTo>
                  <a:cubicBezTo>
                    <a:pt x="-33" y="37125"/>
                    <a:pt x="-19" y="35511"/>
                    <a:pt x="94" y="33897"/>
                  </a:cubicBezTo>
                  <a:cubicBezTo>
                    <a:pt x="208" y="32283"/>
                    <a:pt x="436" y="30689"/>
                    <a:pt x="764" y="29102"/>
                  </a:cubicBezTo>
                  <a:cubicBezTo>
                    <a:pt x="1092" y="27515"/>
                    <a:pt x="1528" y="25961"/>
                    <a:pt x="2063" y="24441"/>
                  </a:cubicBezTo>
                  <a:cubicBezTo>
                    <a:pt x="2599" y="22914"/>
                    <a:pt x="3235" y="21427"/>
                    <a:pt x="3965" y="19987"/>
                  </a:cubicBezTo>
                  <a:cubicBezTo>
                    <a:pt x="4696" y="18547"/>
                    <a:pt x="5519" y="17161"/>
                    <a:pt x="6437" y="15828"/>
                  </a:cubicBezTo>
                  <a:cubicBezTo>
                    <a:pt x="7354" y="14495"/>
                    <a:pt x="8352" y="13229"/>
                    <a:pt x="9437" y="12031"/>
                  </a:cubicBezTo>
                  <a:cubicBezTo>
                    <a:pt x="10522" y="10832"/>
                    <a:pt x="11681" y="9707"/>
                    <a:pt x="12920" y="8662"/>
                  </a:cubicBezTo>
                  <a:cubicBezTo>
                    <a:pt x="14152" y="7617"/>
                    <a:pt x="15451" y="6660"/>
                    <a:pt x="16811" y="5782"/>
                  </a:cubicBezTo>
                  <a:cubicBezTo>
                    <a:pt x="18170" y="4911"/>
                    <a:pt x="19583" y="4135"/>
                    <a:pt x="21050" y="3445"/>
                  </a:cubicBezTo>
                  <a:cubicBezTo>
                    <a:pt x="22517" y="2762"/>
                    <a:pt x="24017" y="2179"/>
                    <a:pt x="25557" y="1690"/>
                  </a:cubicBezTo>
                  <a:cubicBezTo>
                    <a:pt x="26120" y="1509"/>
                    <a:pt x="26689" y="1349"/>
                    <a:pt x="27259" y="1201"/>
                  </a:cubicBezTo>
                  <a:cubicBezTo>
                    <a:pt x="27828" y="1047"/>
                    <a:pt x="28404" y="913"/>
                    <a:pt x="28980" y="793"/>
                  </a:cubicBezTo>
                  <a:cubicBezTo>
                    <a:pt x="29556" y="666"/>
                    <a:pt x="30138" y="558"/>
                    <a:pt x="30721" y="465"/>
                  </a:cubicBezTo>
                  <a:cubicBezTo>
                    <a:pt x="31304" y="371"/>
                    <a:pt x="31886" y="291"/>
                    <a:pt x="32476" y="230"/>
                  </a:cubicBezTo>
                  <a:cubicBezTo>
                    <a:pt x="33058" y="163"/>
                    <a:pt x="33648" y="110"/>
                    <a:pt x="34237" y="76"/>
                  </a:cubicBezTo>
                  <a:cubicBezTo>
                    <a:pt x="34826" y="36"/>
                    <a:pt x="35416" y="9"/>
                    <a:pt x="36005" y="3"/>
                  </a:cubicBezTo>
                  <a:cubicBezTo>
                    <a:pt x="36595" y="-4"/>
                    <a:pt x="37184" y="3"/>
                    <a:pt x="37780" y="23"/>
                  </a:cubicBezTo>
                  <a:cubicBezTo>
                    <a:pt x="38369" y="43"/>
                    <a:pt x="38959" y="76"/>
                    <a:pt x="39541" y="123"/>
                  </a:cubicBezTo>
                  <a:cubicBezTo>
                    <a:pt x="40131" y="170"/>
                    <a:pt x="40720" y="237"/>
                    <a:pt x="41303" y="311"/>
                  </a:cubicBezTo>
                  <a:cubicBezTo>
                    <a:pt x="41885" y="391"/>
                    <a:pt x="42468" y="485"/>
                    <a:pt x="43051" y="585"/>
                  </a:cubicBezTo>
                  <a:cubicBezTo>
                    <a:pt x="43633" y="692"/>
                    <a:pt x="44209" y="813"/>
                    <a:pt x="44785" y="947"/>
                  </a:cubicBezTo>
                  <a:cubicBezTo>
                    <a:pt x="45361" y="1074"/>
                    <a:pt x="45930" y="1221"/>
                    <a:pt x="46500" y="1382"/>
                  </a:cubicBezTo>
                  <a:cubicBezTo>
                    <a:pt x="47069" y="1543"/>
                    <a:pt x="47632" y="1717"/>
                    <a:pt x="48194" y="1911"/>
                  </a:cubicBezTo>
                  <a:cubicBezTo>
                    <a:pt x="48750" y="2099"/>
                    <a:pt x="49306" y="2300"/>
                    <a:pt x="49855" y="2514"/>
                  </a:cubicBezTo>
                  <a:cubicBezTo>
                    <a:pt x="50404" y="2728"/>
                    <a:pt x="50947" y="2956"/>
                    <a:pt x="51489" y="3197"/>
                  </a:cubicBezTo>
                  <a:cubicBezTo>
                    <a:pt x="52032" y="3438"/>
                    <a:pt x="52561" y="3693"/>
                    <a:pt x="53083" y="3960"/>
                  </a:cubicBezTo>
                  <a:cubicBezTo>
                    <a:pt x="53612" y="4228"/>
                    <a:pt x="54128" y="4510"/>
                    <a:pt x="54644" y="4798"/>
                  </a:cubicBezTo>
                  <a:cubicBezTo>
                    <a:pt x="55159" y="5092"/>
                    <a:pt x="55662" y="5401"/>
                    <a:pt x="56157" y="5715"/>
                  </a:cubicBezTo>
                  <a:cubicBezTo>
                    <a:pt x="56660" y="6030"/>
                    <a:pt x="57149" y="6358"/>
                    <a:pt x="57631" y="6700"/>
                  </a:cubicBezTo>
                  <a:cubicBezTo>
                    <a:pt x="58113" y="7041"/>
                    <a:pt x="58588" y="7396"/>
                    <a:pt x="59051" y="7758"/>
                  </a:cubicBezTo>
                  <a:cubicBezTo>
                    <a:pt x="59513" y="8119"/>
                    <a:pt x="59968" y="8494"/>
                    <a:pt x="60417" y="8883"/>
                  </a:cubicBezTo>
                  <a:cubicBezTo>
                    <a:pt x="60865" y="9265"/>
                    <a:pt x="61301" y="9660"/>
                    <a:pt x="61729" y="10068"/>
                  </a:cubicBezTo>
                  <a:cubicBezTo>
                    <a:pt x="62158" y="10477"/>
                    <a:pt x="62573" y="10892"/>
                    <a:pt x="62982" y="11321"/>
                  </a:cubicBezTo>
                  <a:cubicBezTo>
                    <a:pt x="63390" y="11750"/>
                    <a:pt x="63785" y="12185"/>
                    <a:pt x="64174" y="12633"/>
                  </a:cubicBezTo>
                  <a:cubicBezTo>
                    <a:pt x="64556" y="13082"/>
                    <a:pt x="64931" y="13538"/>
                    <a:pt x="65299" y="14000"/>
                  </a:cubicBezTo>
                  <a:cubicBezTo>
                    <a:pt x="65661" y="14462"/>
                    <a:pt x="66016" y="14937"/>
                    <a:pt x="66357" y="15419"/>
                  </a:cubicBezTo>
                  <a:cubicBezTo>
                    <a:pt x="66699" y="15895"/>
                    <a:pt x="67027" y="16384"/>
                    <a:pt x="67342" y="16886"/>
                  </a:cubicBezTo>
                  <a:cubicBezTo>
                    <a:pt x="67657" y="17382"/>
                    <a:pt x="67965" y="17884"/>
                    <a:pt x="68259" y="18400"/>
                  </a:cubicBezTo>
                  <a:cubicBezTo>
                    <a:pt x="68554" y="18915"/>
                    <a:pt x="68835" y="19431"/>
                    <a:pt x="69103" y="19960"/>
                  </a:cubicBezTo>
                  <a:cubicBezTo>
                    <a:pt x="69371" y="20489"/>
                    <a:pt x="69626" y="21019"/>
                    <a:pt x="69867" y="21554"/>
                  </a:cubicBezTo>
                  <a:cubicBezTo>
                    <a:pt x="70108" y="22097"/>
                    <a:pt x="70335" y="22639"/>
                    <a:pt x="70550" y="23188"/>
                  </a:cubicBezTo>
                  <a:cubicBezTo>
                    <a:pt x="70771" y="23737"/>
                    <a:pt x="70972" y="24293"/>
                    <a:pt x="71159" y="24849"/>
                  </a:cubicBezTo>
                  <a:cubicBezTo>
                    <a:pt x="71347" y="25405"/>
                    <a:pt x="71521" y="25968"/>
                    <a:pt x="71681" y="26537"/>
                  </a:cubicBezTo>
                  <a:cubicBezTo>
                    <a:pt x="71849" y="27106"/>
                    <a:pt x="71996" y="27682"/>
                    <a:pt x="72130" y="28252"/>
                  </a:cubicBezTo>
                  <a:cubicBezTo>
                    <a:pt x="72264" y="28827"/>
                    <a:pt x="72385" y="29403"/>
                    <a:pt x="72485" y="29986"/>
                  </a:cubicBezTo>
                  <a:cubicBezTo>
                    <a:pt x="72592" y="30569"/>
                    <a:pt x="72686" y="31152"/>
                    <a:pt x="72760" y="31734"/>
                  </a:cubicBezTo>
                  <a:cubicBezTo>
                    <a:pt x="72840" y="32317"/>
                    <a:pt x="72907" y="32906"/>
                    <a:pt x="72954" y="33495"/>
                  </a:cubicBezTo>
                  <a:cubicBezTo>
                    <a:pt x="73001" y="34085"/>
                    <a:pt x="73034" y="34674"/>
                    <a:pt x="73055" y="35264"/>
                  </a:cubicBezTo>
                  <a:cubicBezTo>
                    <a:pt x="73075" y="35853"/>
                    <a:pt x="73081" y="36442"/>
                    <a:pt x="73075" y="37032"/>
                  </a:cubicBezTo>
                  <a:cubicBezTo>
                    <a:pt x="73068" y="37628"/>
                    <a:pt x="73041" y="38217"/>
                    <a:pt x="73008" y="38806"/>
                  </a:cubicBezTo>
                  <a:cubicBezTo>
                    <a:pt x="72974" y="39389"/>
                    <a:pt x="72921" y="39978"/>
                    <a:pt x="72854" y="40568"/>
                  </a:cubicBezTo>
                  <a:cubicBezTo>
                    <a:pt x="72793" y="41150"/>
                    <a:pt x="72713" y="41740"/>
                    <a:pt x="72619" y="42323"/>
                  </a:cubicBezTo>
                  <a:cubicBezTo>
                    <a:pt x="72525" y="42905"/>
                    <a:pt x="72418" y="43481"/>
                    <a:pt x="72298" y="44064"/>
                  </a:cubicBezTo>
                  <a:cubicBezTo>
                    <a:pt x="72170" y="44640"/>
                    <a:pt x="72036" y="45216"/>
                    <a:pt x="71889" y="45785"/>
                  </a:cubicBezTo>
                  <a:cubicBezTo>
                    <a:pt x="71735" y="46354"/>
                    <a:pt x="71574" y="46923"/>
                    <a:pt x="71400" y="47486"/>
                  </a:cubicBezTo>
                  <a:cubicBezTo>
                    <a:pt x="71219" y="48049"/>
                    <a:pt x="71032" y="48605"/>
                    <a:pt x="70831" y="49160"/>
                  </a:cubicBezTo>
                  <a:cubicBezTo>
                    <a:pt x="70623" y="49716"/>
                    <a:pt x="70409" y="50265"/>
                    <a:pt x="70175" y="50808"/>
                  </a:cubicBezTo>
                  <a:cubicBezTo>
                    <a:pt x="69947" y="51350"/>
                    <a:pt x="69706" y="51893"/>
                    <a:pt x="69445" y="52422"/>
                  </a:cubicBezTo>
                  <a:cubicBezTo>
                    <a:pt x="69190" y="52951"/>
                    <a:pt x="68922" y="53480"/>
                    <a:pt x="68634" y="53996"/>
                  </a:cubicBezTo>
                  <a:cubicBezTo>
                    <a:pt x="68353" y="54511"/>
                    <a:pt x="68058" y="55027"/>
                    <a:pt x="67757" y="55529"/>
                  </a:cubicBezTo>
                  <a:cubicBezTo>
                    <a:pt x="67449" y="56032"/>
                    <a:pt x="67127" y="56527"/>
                    <a:pt x="66799" y="57016"/>
                  </a:cubicBezTo>
                  <a:cubicBezTo>
                    <a:pt x="66471" y="57505"/>
                    <a:pt x="66123" y="57987"/>
                    <a:pt x="65768" y="58463"/>
                  </a:cubicBezTo>
                  <a:cubicBezTo>
                    <a:pt x="65413" y="58932"/>
                    <a:pt x="65051" y="59394"/>
                    <a:pt x="64676" y="59849"/>
                  </a:cubicBezTo>
                  <a:cubicBezTo>
                    <a:pt x="64294" y="60305"/>
                    <a:pt x="63906" y="60753"/>
                    <a:pt x="63511" y="61189"/>
                  </a:cubicBezTo>
                  <a:cubicBezTo>
                    <a:pt x="63116" y="61624"/>
                    <a:pt x="62707" y="62046"/>
                    <a:pt x="62285" y="62461"/>
                  </a:cubicBezTo>
                  <a:cubicBezTo>
                    <a:pt x="61863" y="62883"/>
                    <a:pt x="61435" y="63285"/>
                    <a:pt x="60999" y="63680"/>
                  </a:cubicBezTo>
                  <a:cubicBezTo>
                    <a:pt x="60564" y="64075"/>
                    <a:pt x="60115" y="64464"/>
                    <a:pt x="59653" y="64832"/>
                  </a:cubicBezTo>
                  <a:cubicBezTo>
                    <a:pt x="59198" y="65207"/>
                    <a:pt x="58736" y="65569"/>
                    <a:pt x="58260" y="65917"/>
                  </a:cubicBezTo>
                  <a:cubicBezTo>
                    <a:pt x="57785" y="66272"/>
                    <a:pt x="57296" y="66607"/>
                    <a:pt x="56807" y="66935"/>
                  </a:cubicBezTo>
                  <a:cubicBezTo>
                    <a:pt x="56318" y="67263"/>
                    <a:pt x="55816" y="67584"/>
                    <a:pt x="55313" y="67886"/>
                  </a:cubicBezTo>
                  <a:cubicBezTo>
                    <a:pt x="54811" y="68187"/>
                    <a:pt x="54296" y="68482"/>
                    <a:pt x="53773" y="68757"/>
                  </a:cubicBezTo>
                  <a:cubicBezTo>
                    <a:pt x="53251" y="69031"/>
                    <a:pt x="52722" y="69299"/>
                    <a:pt x="52193" y="69554"/>
                  </a:cubicBezTo>
                  <a:cubicBezTo>
                    <a:pt x="51657" y="69808"/>
                    <a:pt x="51114" y="70049"/>
                    <a:pt x="50572" y="70270"/>
                  </a:cubicBezTo>
                  <a:cubicBezTo>
                    <a:pt x="50029" y="70498"/>
                    <a:pt x="49480" y="70712"/>
                    <a:pt x="48924" y="70913"/>
                  </a:cubicBezTo>
                  <a:close/>
                  <a:moveTo>
                    <a:pt x="21017" y="11883"/>
                  </a:moveTo>
                  <a:cubicBezTo>
                    <a:pt x="19965" y="12278"/>
                    <a:pt x="18954" y="12747"/>
                    <a:pt x="17969" y="13283"/>
                  </a:cubicBezTo>
                  <a:cubicBezTo>
                    <a:pt x="16985" y="13819"/>
                    <a:pt x="16047" y="14422"/>
                    <a:pt x="15143" y="15091"/>
                  </a:cubicBezTo>
                  <a:cubicBezTo>
                    <a:pt x="14246" y="15761"/>
                    <a:pt x="13395" y="16491"/>
                    <a:pt x="12598" y="17275"/>
                  </a:cubicBezTo>
                  <a:cubicBezTo>
                    <a:pt x="11801" y="18058"/>
                    <a:pt x="11058" y="18902"/>
                    <a:pt x="10381" y="19793"/>
                  </a:cubicBezTo>
                  <a:cubicBezTo>
                    <a:pt x="9698" y="20684"/>
                    <a:pt x="9082" y="21615"/>
                    <a:pt x="8526" y="22586"/>
                  </a:cubicBezTo>
                  <a:cubicBezTo>
                    <a:pt x="7977" y="23563"/>
                    <a:pt x="7495" y="24575"/>
                    <a:pt x="7086" y="25619"/>
                  </a:cubicBezTo>
                  <a:cubicBezTo>
                    <a:pt x="6678" y="26658"/>
                    <a:pt x="6336" y="27722"/>
                    <a:pt x="6075" y="28814"/>
                  </a:cubicBezTo>
                  <a:cubicBezTo>
                    <a:pt x="5814" y="29906"/>
                    <a:pt x="5626" y="31004"/>
                    <a:pt x="5519" y="32123"/>
                  </a:cubicBezTo>
                  <a:cubicBezTo>
                    <a:pt x="5412" y="33241"/>
                    <a:pt x="5379" y="34359"/>
                    <a:pt x="5426" y="35478"/>
                  </a:cubicBezTo>
                  <a:cubicBezTo>
                    <a:pt x="5472" y="36596"/>
                    <a:pt x="5600" y="37708"/>
                    <a:pt x="5801" y="38813"/>
                  </a:cubicBezTo>
                  <a:cubicBezTo>
                    <a:pt x="6002" y="39911"/>
                    <a:pt x="6276" y="40996"/>
                    <a:pt x="6631" y="42061"/>
                  </a:cubicBezTo>
                  <a:cubicBezTo>
                    <a:pt x="6986" y="43126"/>
                    <a:pt x="7408" y="44158"/>
                    <a:pt x="7910" y="45162"/>
                  </a:cubicBezTo>
                  <a:cubicBezTo>
                    <a:pt x="8406" y="46167"/>
                    <a:pt x="8968" y="47131"/>
                    <a:pt x="9598" y="48062"/>
                  </a:cubicBezTo>
                  <a:cubicBezTo>
                    <a:pt x="10234" y="48986"/>
                    <a:pt x="10924" y="49864"/>
                    <a:pt x="11681" y="50694"/>
                  </a:cubicBezTo>
                  <a:cubicBezTo>
                    <a:pt x="12438" y="51525"/>
                    <a:pt x="13241" y="52295"/>
                    <a:pt x="14105" y="53011"/>
                  </a:cubicBezTo>
                  <a:cubicBezTo>
                    <a:pt x="14969" y="53728"/>
                    <a:pt x="15873" y="54384"/>
                    <a:pt x="16824" y="54974"/>
                  </a:cubicBezTo>
                  <a:cubicBezTo>
                    <a:pt x="17775" y="55563"/>
                    <a:pt x="18766" y="56085"/>
                    <a:pt x="19791" y="56541"/>
                  </a:cubicBezTo>
                  <a:cubicBezTo>
                    <a:pt x="20816" y="56989"/>
                    <a:pt x="21867" y="57371"/>
                    <a:pt x="22946" y="57679"/>
                  </a:cubicBezTo>
                  <a:cubicBezTo>
                    <a:pt x="24024" y="57987"/>
                    <a:pt x="25122" y="58215"/>
                    <a:pt x="26227" y="58369"/>
                  </a:cubicBezTo>
                  <a:cubicBezTo>
                    <a:pt x="27339" y="58523"/>
                    <a:pt x="28457" y="58604"/>
                    <a:pt x="29576" y="58597"/>
                  </a:cubicBezTo>
                  <a:cubicBezTo>
                    <a:pt x="30694" y="58597"/>
                    <a:pt x="31813" y="58517"/>
                    <a:pt x="32924" y="58362"/>
                  </a:cubicBezTo>
                  <a:cubicBezTo>
                    <a:pt x="34036" y="58208"/>
                    <a:pt x="35128" y="57974"/>
                    <a:pt x="36206" y="57659"/>
                  </a:cubicBezTo>
                  <a:cubicBezTo>
                    <a:pt x="37284" y="57351"/>
                    <a:pt x="38336" y="56969"/>
                    <a:pt x="39361" y="56514"/>
                  </a:cubicBezTo>
                  <a:cubicBezTo>
                    <a:pt x="40385" y="56059"/>
                    <a:pt x="41370" y="55536"/>
                    <a:pt x="42321" y="54940"/>
                  </a:cubicBezTo>
                  <a:cubicBezTo>
                    <a:pt x="42950" y="54545"/>
                    <a:pt x="43560" y="54130"/>
                    <a:pt x="44149" y="53681"/>
                  </a:cubicBezTo>
                  <a:cubicBezTo>
                    <a:pt x="44738" y="53232"/>
                    <a:pt x="45308" y="52757"/>
                    <a:pt x="45850" y="52254"/>
                  </a:cubicBezTo>
                  <a:cubicBezTo>
                    <a:pt x="46393" y="51752"/>
                    <a:pt x="46915" y="51230"/>
                    <a:pt x="47417" y="50681"/>
                  </a:cubicBezTo>
                  <a:cubicBezTo>
                    <a:pt x="47913" y="50131"/>
                    <a:pt x="48382" y="49562"/>
                    <a:pt x="48830" y="48973"/>
                  </a:cubicBezTo>
                  <a:cubicBezTo>
                    <a:pt x="49279" y="48377"/>
                    <a:pt x="49694" y="47767"/>
                    <a:pt x="50083" y="47138"/>
                  </a:cubicBezTo>
                  <a:cubicBezTo>
                    <a:pt x="50471" y="46508"/>
                    <a:pt x="50833" y="45859"/>
                    <a:pt x="51161" y="45196"/>
                  </a:cubicBezTo>
                  <a:cubicBezTo>
                    <a:pt x="51489" y="44533"/>
                    <a:pt x="51791" y="43856"/>
                    <a:pt x="52052" y="43166"/>
                  </a:cubicBezTo>
                  <a:cubicBezTo>
                    <a:pt x="52320" y="42476"/>
                    <a:pt x="52554" y="41773"/>
                    <a:pt x="52762" y="41057"/>
                  </a:cubicBezTo>
                  <a:cubicBezTo>
                    <a:pt x="52963" y="40347"/>
                    <a:pt x="53130" y="39630"/>
                    <a:pt x="53264" y="38900"/>
                  </a:cubicBezTo>
                  <a:cubicBezTo>
                    <a:pt x="53405" y="38170"/>
                    <a:pt x="53505" y="37440"/>
                    <a:pt x="53572" y="36697"/>
                  </a:cubicBezTo>
                  <a:cubicBezTo>
                    <a:pt x="53646" y="35960"/>
                    <a:pt x="53679" y="35223"/>
                    <a:pt x="53679" y="34480"/>
                  </a:cubicBezTo>
                  <a:cubicBezTo>
                    <a:pt x="53679" y="33737"/>
                    <a:pt x="53646" y="33000"/>
                    <a:pt x="53579" y="32263"/>
                  </a:cubicBezTo>
                  <a:cubicBezTo>
                    <a:pt x="53505" y="31527"/>
                    <a:pt x="53405" y="30797"/>
                    <a:pt x="53271" y="30066"/>
                  </a:cubicBezTo>
                  <a:cubicBezTo>
                    <a:pt x="53137" y="29336"/>
                    <a:pt x="52969" y="28620"/>
                    <a:pt x="52769" y="27903"/>
                  </a:cubicBezTo>
                  <a:cubicBezTo>
                    <a:pt x="52568" y="27187"/>
                    <a:pt x="52333" y="26490"/>
                    <a:pt x="52065" y="25800"/>
                  </a:cubicBezTo>
                  <a:cubicBezTo>
                    <a:pt x="51804" y="25111"/>
                    <a:pt x="51503" y="24427"/>
                    <a:pt x="51175" y="23764"/>
                  </a:cubicBezTo>
                  <a:cubicBezTo>
                    <a:pt x="50846" y="23101"/>
                    <a:pt x="50485" y="22452"/>
                    <a:pt x="50096" y="21822"/>
                  </a:cubicBezTo>
                  <a:cubicBezTo>
                    <a:pt x="49714" y="21193"/>
                    <a:pt x="49299" y="20583"/>
                    <a:pt x="48850" y="19987"/>
                  </a:cubicBezTo>
                  <a:cubicBezTo>
                    <a:pt x="48402" y="19391"/>
                    <a:pt x="47933" y="18822"/>
                    <a:pt x="47437" y="18273"/>
                  </a:cubicBezTo>
                  <a:cubicBezTo>
                    <a:pt x="46942" y="17723"/>
                    <a:pt x="46420" y="17201"/>
                    <a:pt x="45877" y="16699"/>
                  </a:cubicBezTo>
                  <a:cubicBezTo>
                    <a:pt x="45328" y="16197"/>
                    <a:pt x="44759" y="15721"/>
                    <a:pt x="44176" y="15272"/>
                  </a:cubicBezTo>
                  <a:cubicBezTo>
                    <a:pt x="43587" y="14823"/>
                    <a:pt x="42977" y="14402"/>
                    <a:pt x="42348" y="14006"/>
                  </a:cubicBezTo>
                  <a:cubicBezTo>
                    <a:pt x="41718" y="13611"/>
                    <a:pt x="41075" y="13250"/>
                    <a:pt x="40412" y="12915"/>
                  </a:cubicBezTo>
                  <a:cubicBezTo>
                    <a:pt x="39749" y="12580"/>
                    <a:pt x="39079" y="12278"/>
                    <a:pt x="38389" y="12011"/>
                  </a:cubicBezTo>
                  <a:cubicBezTo>
                    <a:pt x="37700" y="11736"/>
                    <a:pt x="36996" y="11495"/>
                    <a:pt x="36287" y="11287"/>
                  </a:cubicBezTo>
                  <a:cubicBezTo>
                    <a:pt x="35570" y="11080"/>
                    <a:pt x="34853" y="10906"/>
                    <a:pt x="34130" y="10765"/>
                  </a:cubicBezTo>
                  <a:cubicBezTo>
                    <a:pt x="33400" y="10624"/>
                    <a:pt x="32670" y="10517"/>
                    <a:pt x="31933" y="10444"/>
                  </a:cubicBezTo>
                  <a:cubicBezTo>
                    <a:pt x="31190" y="10370"/>
                    <a:pt x="30453" y="10336"/>
                    <a:pt x="29710" y="10330"/>
                  </a:cubicBezTo>
                  <a:cubicBezTo>
                    <a:pt x="28973" y="10323"/>
                    <a:pt x="28236" y="10356"/>
                    <a:pt x="27493" y="10417"/>
                  </a:cubicBezTo>
                  <a:cubicBezTo>
                    <a:pt x="26756" y="10477"/>
                    <a:pt x="26026" y="10577"/>
                    <a:pt x="25296" y="10705"/>
                  </a:cubicBezTo>
                  <a:cubicBezTo>
                    <a:pt x="24566" y="10832"/>
                    <a:pt x="23843" y="10999"/>
                    <a:pt x="23126" y="11194"/>
                  </a:cubicBezTo>
                  <a:cubicBezTo>
                    <a:pt x="22410" y="11388"/>
                    <a:pt x="21707" y="11622"/>
                    <a:pt x="21017" y="11883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05F50E47-45EF-2B5B-D9C7-587B80B1D67F}"/>
                </a:ext>
              </a:extLst>
            </p:cNvPr>
            <p:cNvSpPr/>
            <p:nvPr/>
          </p:nvSpPr>
          <p:spPr>
            <a:xfrm>
              <a:off x="1046790" y="1365059"/>
              <a:ext cx="57898" cy="504002"/>
            </a:xfrm>
            <a:custGeom>
              <a:avLst/>
              <a:gdLst>
                <a:gd name="connsiteX0" fmla="*/ 1501 w 57898"/>
                <a:gd name="connsiteY0" fmla="*/ 90956 h 504002"/>
                <a:gd name="connsiteX1" fmla="*/ 3109 w 57898"/>
                <a:gd name="connsiteY1" fmla="*/ 32107 h 504002"/>
                <a:gd name="connsiteX2" fmla="*/ 3096 w 57898"/>
                <a:gd name="connsiteY2" fmla="*/ 0 h 504002"/>
                <a:gd name="connsiteX3" fmla="*/ 14581 w 57898"/>
                <a:gd name="connsiteY3" fmla="*/ 78726 h 504002"/>
                <a:gd name="connsiteX4" fmla="*/ 16135 w 57898"/>
                <a:gd name="connsiteY4" fmla="*/ 81358 h 504002"/>
                <a:gd name="connsiteX5" fmla="*/ 42683 w 57898"/>
                <a:gd name="connsiteY5" fmla="*/ 339853 h 504002"/>
                <a:gd name="connsiteX6" fmla="*/ 57725 w 57898"/>
                <a:gd name="connsiteY6" fmla="*/ 481902 h 504002"/>
                <a:gd name="connsiteX7" fmla="*/ 51483 w 57898"/>
                <a:gd name="connsiteY7" fmla="*/ 479933 h 504002"/>
                <a:gd name="connsiteX8" fmla="*/ 50017 w 57898"/>
                <a:gd name="connsiteY8" fmla="*/ 461288 h 504002"/>
                <a:gd name="connsiteX9" fmla="*/ 44518 w 57898"/>
                <a:gd name="connsiteY9" fmla="*/ 504003 h 504002"/>
                <a:gd name="connsiteX10" fmla="*/ 18901 w 57898"/>
                <a:gd name="connsiteY10" fmla="*/ 280723 h 504002"/>
                <a:gd name="connsiteX11" fmla="*/ 1501 w 57898"/>
                <a:gd name="connsiteY11" fmla="*/ 90956 h 504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898" h="504002">
                  <a:moveTo>
                    <a:pt x="1501" y="90956"/>
                  </a:moveTo>
                  <a:cubicBezTo>
                    <a:pt x="4911" y="74119"/>
                    <a:pt x="7402" y="49017"/>
                    <a:pt x="3109" y="32107"/>
                  </a:cubicBezTo>
                  <a:cubicBezTo>
                    <a:pt x="95" y="20226"/>
                    <a:pt x="-2028" y="11854"/>
                    <a:pt x="3096" y="0"/>
                  </a:cubicBezTo>
                  <a:cubicBezTo>
                    <a:pt x="11159" y="16951"/>
                    <a:pt x="-367" y="51951"/>
                    <a:pt x="14581" y="78726"/>
                  </a:cubicBezTo>
                  <a:cubicBezTo>
                    <a:pt x="15077" y="79617"/>
                    <a:pt x="15620" y="80481"/>
                    <a:pt x="16135" y="81358"/>
                  </a:cubicBezTo>
                  <a:cubicBezTo>
                    <a:pt x="25900" y="167392"/>
                    <a:pt x="33093" y="253760"/>
                    <a:pt x="42683" y="339853"/>
                  </a:cubicBezTo>
                  <a:cubicBezTo>
                    <a:pt x="47525" y="383311"/>
                    <a:pt x="59473" y="439595"/>
                    <a:pt x="57725" y="481902"/>
                  </a:cubicBezTo>
                  <a:lnTo>
                    <a:pt x="51483" y="479933"/>
                  </a:lnTo>
                  <a:lnTo>
                    <a:pt x="50017" y="461288"/>
                  </a:lnTo>
                  <a:cubicBezTo>
                    <a:pt x="44438" y="468045"/>
                    <a:pt x="48142" y="493026"/>
                    <a:pt x="44518" y="504003"/>
                  </a:cubicBezTo>
                  <a:cubicBezTo>
                    <a:pt x="35149" y="429670"/>
                    <a:pt x="26610" y="355243"/>
                    <a:pt x="18901" y="280723"/>
                  </a:cubicBezTo>
                  <a:cubicBezTo>
                    <a:pt x="12103" y="217728"/>
                    <a:pt x="4000" y="154278"/>
                    <a:pt x="1501" y="90956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2E284D6C-8D44-8189-50EE-0DB8C460E0F8}"/>
                </a:ext>
              </a:extLst>
            </p:cNvPr>
            <p:cNvSpPr/>
            <p:nvPr/>
          </p:nvSpPr>
          <p:spPr>
            <a:xfrm>
              <a:off x="775137" y="1366518"/>
              <a:ext cx="48274" cy="48268"/>
            </a:xfrm>
            <a:custGeom>
              <a:avLst/>
              <a:gdLst>
                <a:gd name="connsiteX0" fmla="*/ 36916 w 48274"/>
                <a:gd name="connsiteY0" fmla="*/ 44611 h 48268"/>
                <a:gd name="connsiteX1" fmla="*/ 33956 w 48274"/>
                <a:gd name="connsiteY1" fmla="*/ 46185 h 48268"/>
                <a:gd name="connsiteX2" fmla="*/ 30801 w 48274"/>
                <a:gd name="connsiteY2" fmla="*/ 47330 h 48268"/>
                <a:gd name="connsiteX3" fmla="*/ 27520 w 48274"/>
                <a:gd name="connsiteY3" fmla="*/ 48034 h 48268"/>
                <a:gd name="connsiteX4" fmla="*/ 24171 w 48274"/>
                <a:gd name="connsiteY4" fmla="*/ 48268 h 48268"/>
                <a:gd name="connsiteX5" fmla="*/ 20822 w 48274"/>
                <a:gd name="connsiteY5" fmla="*/ 48040 h 48268"/>
                <a:gd name="connsiteX6" fmla="*/ 17541 w 48274"/>
                <a:gd name="connsiteY6" fmla="*/ 47351 h 48268"/>
                <a:gd name="connsiteX7" fmla="*/ 14386 w 48274"/>
                <a:gd name="connsiteY7" fmla="*/ 46212 h 48268"/>
                <a:gd name="connsiteX8" fmla="*/ 11419 w 48274"/>
                <a:gd name="connsiteY8" fmla="*/ 44645 h 48268"/>
                <a:gd name="connsiteX9" fmla="*/ 8700 w 48274"/>
                <a:gd name="connsiteY9" fmla="*/ 42682 h 48268"/>
                <a:gd name="connsiteX10" fmla="*/ 6276 w 48274"/>
                <a:gd name="connsiteY10" fmla="*/ 40365 h 48268"/>
                <a:gd name="connsiteX11" fmla="*/ 4200 w 48274"/>
                <a:gd name="connsiteY11" fmla="*/ 37733 h 48268"/>
                <a:gd name="connsiteX12" fmla="*/ 2505 w 48274"/>
                <a:gd name="connsiteY12" fmla="*/ 34833 h 48268"/>
                <a:gd name="connsiteX13" fmla="*/ 1226 w 48274"/>
                <a:gd name="connsiteY13" fmla="*/ 31733 h 48268"/>
                <a:gd name="connsiteX14" fmla="*/ 396 w 48274"/>
                <a:gd name="connsiteY14" fmla="*/ 28484 h 48268"/>
                <a:gd name="connsiteX15" fmla="*/ 21 w 48274"/>
                <a:gd name="connsiteY15" fmla="*/ 25149 h 48268"/>
                <a:gd name="connsiteX16" fmla="*/ 114 w 48274"/>
                <a:gd name="connsiteY16" fmla="*/ 21794 h 48268"/>
                <a:gd name="connsiteX17" fmla="*/ 670 w 48274"/>
                <a:gd name="connsiteY17" fmla="*/ 18485 h 48268"/>
                <a:gd name="connsiteX18" fmla="*/ 1682 w 48274"/>
                <a:gd name="connsiteY18" fmla="*/ 15291 h 48268"/>
                <a:gd name="connsiteX19" fmla="*/ 3121 w 48274"/>
                <a:gd name="connsiteY19" fmla="*/ 12257 h 48268"/>
                <a:gd name="connsiteX20" fmla="*/ 4977 w 48274"/>
                <a:gd name="connsiteY20" fmla="*/ 9464 h 48268"/>
                <a:gd name="connsiteX21" fmla="*/ 7193 w 48274"/>
                <a:gd name="connsiteY21" fmla="*/ 6946 h 48268"/>
                <a:gd name="connsiteX22" fmla="*/ 9738 w 48274"/>
                <a:gd name="connsiteY22" fmla="*/ 4763 h 48268"/>
                <a:gd name="connsiteX23" fmla="*/ 12565 w 48274"/>
                <a:gd name="connsiteY23" fmla="*/ 2954 h 48268"/>
                <a:gd name="connsiteX24" fmla="*/ 15612 w 48274"/>
                <a:gd name="connsiteY24" fmla="*/ 1555 h 48268"/>
                <a:gd name="connsiteX25" fmla="*/ 17721 w 48274"/>
                <a:gd name="connsiteY25" fmla="*/ 865 h 48268"/>
                <a:gd name="connsiteX26" fmla="*/ 19891 w 48274"/>
                <a:gd name="connsiteY26" fmla="*/ 376 h 48268"/>
                <a:gd name="connsiteX27" fmla="*/ 22088 w 48274"/>
                <a:gd name="connsiteY27" fmla="*/ 88 h 48268"/>
                <a:gd name="connsiteX28" fmla="*/ 24305 w 48274"/>
                <a:gd name="connsiteY28" fmla="*/ 1 h 48268"/>
                <a:gd name="connsiteX29" fmla="*/ 26528 w 48274"/>
                <a:gd name="connsiteY29" fmla="*/ 115 h 48268"/>
                <a:gd name="connsiteX30" fmla="*/ 28725 w 48274"/>
                <a:gd name="connsiteY30" fmla="*/ 436 h 48268"/>
                <a:gd name="connsiteX31" fmla="*/ 30882 w 48274"/>
                <a:gd name="connsiteY31" fmla="*/ 959 h 48268"/>
                <a:gd name="connsiteX32" fmla="*/ 32985 w 48274"/>
                <a:gd name="connsiteY32" fmla="*/ 1682 h 48268"/>
                <a:gd name="connsiteX33" fmla="*/ 35007 w 48274"/>
                <a:gd name="connsiteY33" fmla="*/ 2586 h 48268"/>
                <a:gd name="connsiteX34" fmla="*/ 36943 w 48274"/>
                <a:gd name="connsiteY34" fmla="*/ 3678 h 48268"/>
                <a:gd name="connsiteX35" fmla="*/ 38764 w 48274"/>
                <a:gd name="connsiteY35" fmla="*/ 4943 h 48268"/>
                <a:gd name="connsiteX36" fmla="*/ 40472 w 48274"/>
                <a:gd name="connsiteY36" fmla="*/ 6370 h 48268"/>
                <a:gd name="connsiteX37" fmla="*/ 42033 w 48274"/>
                <a:gd name="connsiteY37" fmla="*/ 7944 h 48268"/>
                <a:gd name="connsiteX38" fmla="*/ 43446 w 48274"/>
                <a:gd name="connsiteY38" fmla="*/ 9658 h 48268"/>
                <a:gd name="connsiteX39" fmla="*/ 44691 w 48274"/>
                <a:gd name="connsiteY39" fmla="*/ 11493 h 48268"/>
                <a:gd name="connsiteX40" fmla="*/ 45770 w 48274"/>
                <a:gd name="connsiteY40" fmla="*/ 13435 h 48268"/>
                <a:gd name="connsiteX41" fmla="*/ 46660 w 48274"/>
                <a:gd name="connsiteY41" fmla="*/ 15472 h 48268"/>
                <a:gd name="connsiteX42" fmla="*/ 47364 w 48274"/>
                <a:gd name="connsiteY42" fmla="*/ 17574 h 48268"/>
                <a:gd name="connsiteX43" fmla="*/ 47866 w 48274"/>
                <a:gd name="connsiteY43" fmla="*/ 19738 h 48268"/>
                <a:gd name="connsiteX44" fmla="*/ 48174 w 48274"/>
                <a:gd name="connsiteY44" fmla="*/ 21934 h 48268"/>
                <a:gd name="connsiteX45" fmla="*/ 48274 w 48274"/>
                <a:gd name="connsiteY45" fmla="*/ 24151 h 48268"/>
                <a:gd name="connsiteX46" fmla="*/ 48167 w 48274"/>
                <a:gd name="connsiteY46" fmla="*/ 26368 h 48268"/>
                <a:gd name="connsiteX47" fmla="*/ 47859 w 48274"/>
                <a:gd name="connsiteY47" fmla="*/ 28571 h 48268"/>
                <a:gd name="connsiteX48" fmla="*/ 47357 w 48274"/>
                <a:gd name="connsiteY48" fmla="*/ 30728 h 48268"/>
                <a:gd name="connsiteX49" fmla="*/ 46647 w 48274"/>
                <a:gd name="connsiteY49" fmla="*/ 32837 h 48268"/>
                <a:gd name="connsiteX50" fmla="*/ 45756 w 48274"/>
                <a:gd name="connsiteY50" fmla="*/ 34867 h 48268"/>
                <a:gd name="connsiteX51" fmla="*/ 44678 w 48274"/>
                <a:gd name="connsiteY51" fmla="*/ 36809 h 48268"/>
                <a:gd name="connsiteX52" fmla="*/ 43426 w 48274"/>
                <a:gd name="connsiteY52" fmla="*/ 38644 h 48268"/>
                <a:gd name="connsiteX53" fmla="*/ 42013 w 48274"/>
                <a:gd name="connsiteY53" fmla="*/ 40352 h 48268"/>
                <a:gd name="connsiteX54" fmla="*/ 40445 w 48274"/>
                <a:gd name="connsiteY54" fmla="*/ 41926 h 48268"/>
                <a:gd name="connsiteX55" fmla="*/ 38744 w 48274"/>
                <a:gd name="connsiteY55" fmla="*/ 43352 h 48268"/>
                <a:gd name="connsiteX56" fmla="*/ 36916 w 48274"/>
                <a:gd name="connsiteY56" fmla="*/ 44611 h 4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274" h="48268">
                  <a:moveTo>
                    <a:pt x="36916" y="44611"/>
                  </a:moveTo>
                  <a:cubicBezTo>
                    <a:pt x="35965" y="45207"/>
                    <a:pt x="34980" y="45730"/>
                    <a:pt x="33956" y="46185"/>
                  </a:cubicBezTo>
                  <a:cubicBezTo>
                    <a:pt x="32931" y="46641"/>
                    <a:pt x="31880" y="47022"/>
                    <a:pt x="30801" y="47330"/>
                  </a:cubicBezTo>
                  <a:cubicBezTo>
                    <a:pt x="29723" y="47645"/>
                    <a:pt x="28631" y="47880"/>
                    <a:pt x="27520" y="48034"/>
                  </a:cubicBezTo>
                  <a:cubicBezTo>
                    <a:pt x="26408" y="48188"/>
                    <a:pt x="25289" y="48268"/>
                    <a:pt x="24171" y="48268"/>
                  </a:cubicBezTo>
                  <a:cubicBezTo>
                    <a:pt x="23053" y="48275"/>
                    <a:pt x="21934" y="48194"/>
                    <a:pt x="20822" y="48040"/>
                  </a:cubicBezTo>
                  <a:cubicBezTo>
                    <a:pt x="19717" y="47886"/>
                    <a:pt x="18619" y="47659"/>
                    <a:pt x="17541" y="47351"/>
                  </a:cubicBezTo>
                  <a:cubicBezTo>
                    <a:pt x="16462" y="47042"/>
                    <a:pt x="15411" y="46661"/>
                    <a:pt x="14386" y="46212"/>
                  </a:cubicBezTo>
                  <a:cubicBezTo>
                    <a:pt x="13362" y="45757"/>
                    <a:pt x="12370" y="45234"/>
                    <a:pt x="11419" y="44645"/>
                  </a:cubicBezTo>
                  <a:cubicBezTo>
                    <a:pt x="10468" y="44055"/>
                    <a:pt x="9564" y="43399"/>
                    <a:pt x="8700" y="42682"/>
                  </a:cubicBezTo>
                  <a:cubicBezTo>
                    <a:pt x="7836" y="41966"/>
                    <a:pt x="7033" y="41196"/>
                    <a:pt x="6276" y="40365"/>
                  </a:cubicBezTo>
                  <a:cubicBezTo>
                    <a:pt x="5519" y="39535"/>
                    <a:pt x="4829" y="38657"/>
                    <a:pt x="4200" y="37733"/>
                  </a:cubicBezTo>
                  <a:cubicBezTo>
                    <a:pt x="3564" y="36802"/>
                    <a:pt x="3001" y="35838"/>
                    <a:pt x="2505" y="34833"/>
                  </a:cubicBezTo>
                  <a:cubicBezTo>
                    <a:pt x="2003" y="33829"/>
                    <a:pt x="1581" y="32797"/>
                    <a:pt x="1226" y="31733"/>
                  </a:cubicBezTo>
                  <a:cubicBezTo>
                    <a:pt x="871" y="30667"/>
                    <a:pt x="597" y="29583"/>
                    <a:pt x="396" y="28484"/>
                  </a:cubicBezTo>
                  <a:cubicBezTo>
                    <a:pt x="195" y="27379"/>
                    <a:pt x="68" y="26268"/>
                    <a:pt x="21" y="25149"/>
                  </a:cubicBezTo>
                  <a:cubicBezTo>
                    <a:pt x="-26" y="24031"/>
                    <a:pt x="7" y="22912"/>
                    <a:pt x="114" y="21794"/>
                  </a:cubicBezTo>
                  <a:cubicBezTo>
                    <a:pt x="222" y="20675"/>
                    <a:pt x="409" y="19577"/>
                    <a:pt x="670" y="18485"/>
                  </a:cubicBezTo>
                  <a:cubicBezTo>
                    <a:pt x="931" y="17394"/>
                    <a:pt x="1273" y="16329"/>
                    <a:pt x="1682" y="15291"/>
                  </a:cubicBezTo>
                  <a:cubicBezTo>
                    <a:pt x="2090" y="14246"/>
                    <a:pt x="2572" y="13235"/>
                    <a:pt x="3121" y="12257"/>
                  </a:cubicBezTo>
                  <a:cubicBezTo>
                    <a:pt x="3677" y="11286"/>
                    <a:pt x="4294" y="10355"/>
                    <a:pt x="4977" y="9464"/>
                  </a:cubicBezTo>
                  <a:cubicBezTo>
                    <a:pt x="5653" y="8573"/>
                    <a:pt x="6397" y="7729"/>
                    <a:pt x="7193" y="6946"/>
                  </a:cubicBezTo>
                  <a:cubicBezTo>
                    <a:pt x="7991" y="6162"/>
                    <a:pt x="8841" y="5432"/>
                    <a:pt x="9738" y="4763"/>
                  </a:cubicBezTo>
                  <a:cubicBezTo>
                    <a:pt x="10643" y="4093"/>
                    <a:pt x="11580" y="3490"/>
                    <a:pt x="12565" y="2954"/>
                  </a:cubicBezTo>
                  <a:cubicBezTo>
                    <a:pt x="13549" y="2419"/>
                    <a:pt x="14560" y="1950"/>
                    <a:pt x="15612" y="1555"/>
                  </a:cubicBezTo>
                  <a:cubicBezTo>
                    <a:pt x="16302" y="1293"/>
                    <a:pt x="17005" y="1059"/>
                    <a:pt x="17721" y="865"/>
                  </a:cubicBezTo>
                  <a:cubicBezTo>
                    <a:pt x="18438" y="671"/>
                    <a:pt x="19162" y="503"/>
                    <a:pt x="19891" y="376"/>
                  </a:cubicBezTo>
                  <a:cubicBezTo>
                    <a:pt x="20621" y="249"/>
                    <a:pt x="21352" y="148"/>
                    <a:pt x="22088" y="88"/>
                  </a:cubicBezTo>
                  <a:cubicBezTo>
                    <a:pt x="22831" y="28"/>
                    <a:pt x="23568" y="-6"/>
                    <a:pt x="24305" y="1"/>
                  </a:cubicBezTo>
                  <a:cubicBezTo>
                    <a:pt x="25048" y="8"/>
                    <a:pt x="25785" y="41"/>
                    <a:pt x="26528" y="115"/>
                  </a:cubicBezTo>
                  <a:cubicBezTo>
                    <a:pt x="27265" y="188"/>
                    <a:pt x="27995" y="296"/>
                    <a:pt x="28725" y="436"/>
                  </a:cubicBezTo>
                  <a:cubicBezTo>
                    <a:pt x="29448" y="577"/>
                    <a:pt x="30165" y="751"/>
                    <a:pt x="30882" y="959"/>
                  </a:cubicBezTo>
                  <a:cubicBezTo>
                    <a:pt x="31592" y="1166"/>
                    <a:pt x="32295" y="1407"/>
                    <a:pt x="32985" y="1682"/>
                  </a:cubicBezTo>
                  <a:cubicBezTo>
                    <a:pt x="33674" y="1950"/>
                    <a:pt x="34344" y="2251"/>
                    <a:pt x="35007" y="2586"/>
                  </a:cubicBezTo>
                  <a:cubicBezTo>
                    <a:pt x="35670" y="2921"/>
                    <a:pt x="36313" y="3282"/>
                    <a:pt x="36943" y="3678"/>
                  </a:cubicBezTo>
                  <a:cubicBezTo>
                    <a:pt x="37572" y="4073"/>
                    <a:pt x="38182" y="4495"/>
                    <a:pt x="38764" y="4943"/>
                  </a:cubicBezTo>
                  <a:cubicBezTo>
                    <a:pt x="39354" y="5392"/>
                    <a:pt x="39923" y="5868"/>
                    <a:pt x="40472" y="6370"/>
                  </a:cubicBezTo>
                  <a:cubicBezTo>
                    <a:pt x="41015" y="6872"/>
                    <a:pt x="41537" y="7395"/>
                    <a:pt x="42033" y="7944"/>
                  </a:cubicBezTo>
                  <a:cubicBezTo>
                    <a:pt x="42528" y="8493"/>
                    <a:pt x="42997" y="9062"/>
                    <a:pt x="43446" y="9658"/>
                  </a:cubicBezTo>
                  <a:cubicBezTo>
                    <a:pt x="43895" y="10254"/>
                    <a:pt x="44310" y="10864"/>
                    <a:pt x="44691" y="11493"/>
                  </a:cubicBezTo>
                  <a:cubicBezTo>
                    <a:pt x="45080" y="12123"/>
                    <a:pt x="45441" y="12772"/>
                    <a:pt x="45770" y="13435"/>
                  </a:cubicBezTo>
                  <a:cubicBezTo>
                    <a:pt x="46098" y="14098"/>
                    <a:pt x="46399" y="14782"/>
                    <a:pt x="46660" y="15472"/>
                  </a:cubicBezTo>
                  <a:cubicBezTo>
                    <a:pt x="46928" y="16161"/>
                    <a:pt x="47163" y="16858"/>
                    <a:pt x="47364" y="17574"/>
                  </a:cubicBezTo>
                  <a:cubicBezTo>
                    <a:pt x="47565" y="18291"/>
                    <a:pt x="47732" y="19008"/>
                    <a:pt x="47866" y="19738"/>
                  </a:cubicBezTo>
                  <a:cubicBezTo>
                    <a:pt x="48000" y="20468"/>
                    <a:pt x="48100" y="21198"/>
                    <a:pt x="48174" y="21934"/>
                  </a:cubicBezTo>
                  <a:cubicBezTo>
                    <a:pt x="48241" y="22671"/>
                    <a:pt x="48274" y="23408"/>
                    <a:pt x="48274" y="24151"/>
                  </a:cubicBezTo>
                  <a:cubicBezTo>
                    <a:pt x="48268" y="24894"/>
                    <a:pt x="48234" y="25631"/>
                    <a:pt x="48167" y="26368"/>
                  </a:cubicBezTo>
                  <a:cubicBezTo>
                    <a:pt x="48100" y="27111"/>
                    <a:pt x="48000" y="27841"/>
                    <a:pt x="47859" y="28571"/>
                  </a:cubicBezTo>
                  <a:cubicBezTo>
                    <a:pt x="47725" y="29301"/>
                    <a:pt x="47558" y="30018"/>
                    <a:pt x="47357" y="30728"/>
                  </a:cubicBezTo>
                  <a:cubicBezTo>
                    <a:pt x="47149" y="31445"/>
                    <a:pt x="46915" y="32148"/>
                    <a:pt x="46647" y="32837"/>
                  </a:cubicBezTo>
                  <a:cubicBezTo>
                    <a:pt x="46386" y="33527"/>
                    <a:pt x="46084" y="34204"/>
                    <a:pt x="45756" y="34867"/>
                  </a:cubicBezTo>
                  <a:cubicBezTo>
                    <a:pt x="45428" y="35530"/>
                    <a:pt x="45066" y="36180"/>
                    <a:pt x="44678" y="36809"/>
                  </a:cubicBezTo>
                  <a:cubicBezTo>
                    <a:pt x="44290" y="37439"/>
                    <a:pt x="43874" y="38048"/>
                    <a:pt x="43426" y="38644"/>
                  </a:cubicBezTo>
                  <a:cubicBezTo>
                    <a:pt x="42977" y="39233"/>
                    <a:pt x="42508" y="39803"/>
                    <a:pt x="42013" y="40352"/>
                  </a:cubicBezTo>
                  <a:cubicBezTo>
                    <a:pt x="41510" y="40901"/>
                    <a:pt x="40988" y="41423"/>
                    <a:pt x="40445" y="41926"/>
                  </a:cubicBezTo>
                  <a:cubicBezTo>
                    <a:pt x="39903" y="42428"/>
                    <a:pt x="39334" y="42904"/>
                    <a:pt x="38744" y="43352"/>
                  </a:cubicBezTo>
                  <a:cubicBezTo>
                    <a:pt x="38155" y="43801"/>
                    <a:pt x="37546" y="44216"/>
                    <a:pt x="36916" y="44611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8F8928C-B17E-6B86-E6CD-28E0E75A5303}"/>
                </a:ext>
              </a:extLst>
            </p:cNvPr>
            <p:cNvSpPr/>
            <p:nvPr/>
          </p:nvSpPr>
          <p:spPr>
            <a:xfrm>
              <a:off x="1161247" y="1404704"/>
              <a:ext cx="61241" cy="60971"/>
            </a:xfrm>
            <a:custGeom>
              <a:avLst/>
              <a:gdLst>
                <a:gd name="connsiteX0" fmla="*/ 41551 w 61241"/>
                <a:gd name="connsiteY0" fmla="*/ 60365 h 60971"/>
                <a:gd name="connsiteX1" fmla="*/ 8218 w 61241"/>
                <a:gd name="connsiteY1" fmla="*/ 53789 h 60971"/>
                <a:gd name="connsiteX2" fmla="*/ 122 w 61241"/>
                <a:gd name="connsiteY2" fmla="*/ 32505 h 60971"/>
                <a:gd name="connsiteX3" fmla="*/ 19805 w 61241"/>
                <a:gd name="connsiteY3" fmla="*/ 565 h 60971"/>
                <a:gd name="connsiteX4" fmla="*/ 46882 w 61241"/>
                <a:gd name="connsiteY4" fmla="*/ 298 h 60971"/>
                <a:gd name="connsiteX5" fmla="*/ 61241 w 61241"/>
                <a:gd name="connsiteY5" fmla="*/ 16250 h 60971"/>
                <a:gd name="connsiteX6" fmla="*/ 41551 w 61241"/>
                <a:gd name="connsiteY6" fmla="*/ 60365 h 6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241" h="60971">
                  <a:moveTo>
                    <a:pt x="41551" y="60365"/>
                  </a:moveTo>
                  <a:cubicBezTo>
                    <a:pt x="29610" y="61176"/>
                    <a:pt x="17883" y="62569"/>
                    <a:pt x="8218" y="53789"/>
                  </a:cubicBezTo>
                  <a:cubicBezTo>
                    <a:pt x="2151" y="48277"/>
                    <a:pt x="-635" y="40628"/>
                    <a:pt x="122" y="32505"/>
                  </a:cubicBezTo>
                  <a:cubicBezTo>
                    <a:pt x="1474" y="17858"/>
                    <a:pt x="9672" y="9975"/>
                    <a:pt x="19805" y="565"/>
                  </a:cubicBezTo>
                  <a:cubicBezTo>
                    <a:pt x="28967" y="-198"/>
                    <a:pt x="37727" y="-84"/>
                    <a:pt x="46882" y="298"/>
                  </a:cubicBezTo>
                  <a:cubicBezTo>
                    <a:pt x="55782" y="5716"/>
                    <a:pt x="56532" y="6894"/>
                    <a:pt x="61241" y="16250"/>
                  </a:cubicBezTo>
                  <a:cubicBezTo>
                    <a:pt x="61355" y="34433"/>
                    <a:pt x="54048" y="47560"/>
                    <a:pt x="41551" y="60365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F996628A-4697-8CF3-3679-FFE71818AE3D}"/>
                </a:ext>
              </a:extLst>
            </p:cNvPr>
            <p:cNvSpPr/>
            <p:nvPr/>
          </p:nvSpPr>
          <p:spPr>
            <a:xfrm>
              <a:off x="748668" y="1485154"/>
              <a:ext cx="25892" cy="32408"/>
            </a:xfrm>
            <a:custGeom>
              <a:avLst/>
              <a:gdLst>
                <a:gd name="connsiteX0" fmla="*/ 16818 w 25892"/>
                <a:gd name="connsiteY0" fmla="*/ 32408 h 32408"/>
                <a:gd name="connsiteX1" fmla="*/ 678 w 25892"/>
                <a:gd name="connsiteY1" fmla="*/ 25872 h 32408"/>
                <a:gd name="connsiteX2" fmla="*/ 3336 w 25892"/>
                <a:gd name="connsiteY2" fmla="*/ 0 h 32408"/>
                <a:gd name="connsiteX3" fmla="*/ 25893 w 25892"/>
                <a:gd name="connsiteY3" fmla="*/ 8954 h 32408"/>
                <a:gd name="connsiteX4" fmla="*/ 16818 w 25892"/>
                <a:gd name="connsiteY4" fmla="*/ 32408 h 3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92" h="32408">
                  <a:moveTo>
                    <a:pt x="16818" y="32408"/>
                  </a:moveTo>
                  <a:cubicBezTo>
                    <a:pt x="7181" y="32080"/>
                    <a:pt x="7455" y="32622"/>
                    <a:pt x="678" y="25872"/>
                  </a:cubicBezTo>
                  <a:cubicBezTo>
                    <a:pt x="-903" y="15370"/>
                    <a:pt x="403" y="9905"/>
                    <a:pt x="3336" y="0"/>
                  </a:cubicBezTo>
                  <a:cubicBezTo>
                    <a:pt x="13557" y="2009"/>
                    <a:pt x="18111" y="1775"/>
                    <a:pt x="25893" y="8954"/>
                  </a:cubicBezTo>
                  <a:cubicBezTo>
                    <a:pt x="25679" y="19509"/>
                    <a:pt x="22116" y="23447"/>
                    <a:pt x="16818" y="32408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574EF4B0-2E14-69A6-49ED-11319ACBE3DB}"/>
                </a:ext>
              </a:extLst>
            </p:cNvPr>
            <p:cNvSpPr/>
            <p:nvPr/>
          </p:nvSpPr>
          <p:spPr>
            <a:xfrm>
              <a:off x="1452767" y="1503637"/>
              <a:ext cx="47578" cy="59882"/>
            </a:xfrm>
            <a:custGeom>
              <a:avLst/>
              <a:gdLst>
                <a:gd name="connsiteX0" fmla="*/ 0 w 47578"/>
                <a:gd name="connsiteY0" fmla="*/ 1830 h 59882"/>
                <a:gd name="connsiteX1" fmla="*/ 36493 w 47578"/>
                <a:gd name="connsiteY1" fmla="*/ 6880 h 59882"/>
                <a:gd name="connsiteX2" fmla="*/ 47544 w 47578"/>
                <a:gd name="connsiteY2" fmla="*/ 27434 h 59882"/>
                <a:gd name="connsiteX3" fmla="*/ 38034 w 47578"/>
                <a:gd name="connsiteY3" fmla="*/ 50734 h 59882"/>
                <a:gd name="connsiteX4" fmla="*/ 26146 w 47578"/>
                <a:gd name="connsiteY4" fmla="*/ 59882 h 59882"/>
                <a:gd name="connsiteX5" fmla="*/ 0 w 47578"/>
                <a:gd name="connsiteY5" fmla="*/ 1830 h 59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578" h="59882">
                  <a:moveTo>
                    <a:pt x="0" y="1830"/>
                  </a:moveTo>
                  <a:cubicBezTo>
                    <a:pt x="13642" y="-514"/>
                    <a:pt x="24599" y="-2115"/>
                    <a:pt x="36493" y="6880"/>
                  </a:cubicBezTo>
                  <a:cubicBezTo>
                    <a:pt x="43311" y="12037"/>
                    <a:pt x="47156" y="18855"/>
                    <a:pt x="47544" y="27434"/>
                  </a:cubicBezTo>
                  <a:cubicBezTo>
                    <a:pt x="47966" y="36817"/>
                    <a:pt x="44550" y="44164"/>
                    <a:pt x="38034" y="50734"/>
                  </a:cubicBezTo>
                  <a:cubicBezTo>
                    <a:pt x="34437" y="54357"/>
                    <a:pt x="30439" y="57183"/>
                    <a:pt x="26146" y="59882"/>
                  </a:cubicBezTo>
                  <a:cubicBezTo>
                    <a:pt x="12350" y="44458"/>
                    <a:pt x="7032" y="21165"/>
                    <a:pt x="0" y="1830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A1086872-6127-C88E-5D5C-6DFFA9640A52}"/>
                </a:ext>
              </a:extLst>
            </p:cNvPr>
            <p:cNvSpPr/>
            <p:nvPr/>
          </p:nvSpPr>
          <p:spPr>
            <a:xfrm>
              <a:off x="1435966" y="1505467"/>
              <a:ext cx="42946" cy="61406"/>
            </a:xfrm>
            <a:custGeom>
              <a:avLst/>
              <a:gdLst>
                <a:gd name="connsiteX0" fmla="*/ 42947 w 42946"/>
                <a:gd name="connsiteY0" fmla="*/ 58052 h 61406"/>
                <a:gd name="connsiteX1" fmla="*/ 37033 w 42946"/>
                <a:gd name="connsiteY1" fmla="*/ 59860 h 61406"/>
                <a:gd name="connsiteX2" fmla="*/ 9862 w 42946"/>
                <a:gd name="connsiteY2" fmla="*/ 56049 h 61406"/>
                <a:gd name="connsiteX3" fmla="*/ 258 w 42946"/>
                <a:gd name="connsiteY3" fmla="*/ 38770 h 61406"/>
                <a:gd name="connsiteX4" fmla="*/ 16801 w 42946"/>
                <a:gd name="connsiteY4" fmla="*/ 0 h 61406"/>
                <a:gd name="connsiteX5" fmla="*/ 42947 w 42946"/>
                <a:gd name="connsiteY5" fmla="*/ 58052 h 6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46" h="61406">
                  <a:moveTo>
                    <a:pt x="42947" y="58052"/>
                  </a:moveTo>
                  <a:cubicBezTo>
                    <a:pt x="40971" y="58655"/>
                    <a:pt x="39015" y="59297"/>
                    <a:pt x="37033" y="59860"/>
                  </a:cubicBezTo>
                  <a:cubicBezTo>
                    <a:pt x="27168" y="62640"/>
                    <a:pt x="18461" y="61849"/>
                    <a:pt x="9862" y="56049"/>
                  </a:cubicBezTo>
                  <a:cubicBezTo>
                    <a:pt x="4190" y="52225"/>
                    <a:pt x="975" y="45528"/>
                    <a:pt x="258" y="38770"/>
                  </a:cubicBezTo>
                  <a:cubicBezTo>
                    <a:pt x="-1543" y="21813"/>
                    <a:pt x="6306" y="12028"/>
                    <a:pt x="16801" y="0"/>
                  </a:cubicBezTo>
                  <a:cubicBezTo>
                    <a:pt x="23833" y="19335"/>
                    <a:pt x="29150" y="42628"/>
                    <a:pt x="42947" y="58052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D7B083E8-EEC3-8A07-9F94-2D3B18C18AE4}"/>
                </a:ext>
              </a:extLst>
            </p:cNvPr>
            <p:cNvSpPr/>
            <p:nvPr/>
          </p:nvSpPr>
          <p:spPr>
            <a:xfrm>
              <a:off x="1262821" y="1508912"/>
              <a:ext cx="28630" cy="21042"/>
            </a:xfrm>
            <a:custGeom>
              <a:avLst/>
              <a:gdLst>
                <a:gd name="connsiteX0" fmla="*/ 28575 w 28630"/>
                <a:gd name="connsiteY0" fmla="*/ 19721 h 21042"/>
                <a:gd name="connsiteX1" fmla="*/ 4699 w 28630"/>
                <a:gd name="connsiteY1" fmla="*/ 20069 h 21042"/>
                <a:gd name="connsiteX2" fmla="*/ 286 w 28630"/>
                <a:gd name="connsiteY2" fmla="*/ 98 h 21042"/>
                <a:gd name="connsiteX3" fmla="*/ 23592 w 28630"/>
                <a:gd name="connsiteY3" fmla="*/ 1310 h 21042"/>
                <a:gd name="connsiteX4" fmla="*/ 28575 w 28630"/>
                <a:gd name="connsiteY4" fmla="*/ 19721 h 2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30" h="21042">
                  <a:moveTo>
                    <a:pt x="28575" y="19721"/>
                  </a:moveTo>
                  <a:cubicBezTo>
                    <a:pt x="19741" y="21040"/>
                    <a:pt x="13634" y="21723"/>
                    <a:pt x="4699" y="20069"/>
                  </a:cubicBezTo>
                  <a:cubicBezTo>
                    <a:pt x="-1342" y="12340"/>
                    <a:pt x="91" y="9655"/>
                    <a:pt x="286" y="98"/>
                  </a:cubicBezTo>
                  <a:cubicBezTo>
                    <a:pt x="8349" y="-217"/>
                    <a:pt x="15596" y="238"/>
                    <a:pt x="23592" y="1310"/>
                  </a:cubicBezTo>
                  <a:cubicBezTo>
                    <a:pt x="29700" y="8509"/>
                    <a:pt x="28515" y="10110"/>
                    <a:pt x="28575" y="19721"/>
                  </a:cubicBezTo>
                  <a:close/>
                </a:path>
              </a:pathLst>
            </a:custGeom>
            <a:solidFill>
              <a:srgbClr val="FA9012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9BCA361-8AC7-752D-BB88-ED51048D02E3}"/>
                </a:ext>
              </a:extLst>
            </p:cNvPr>
            <p:cNvSpPr/>
            <p:nvPr/>
          </p:nvSpPr>
          <p:spPr>
            <a:xfrm>
              <a:off x="1335035" y="1516786"/>
              <a:ext cx="132719" cy="333597"/>
            </a:xfrm>
            <a:custGeom>
              <a:avLst/>
              <a:gdLst>
                <a:gd name="connsiteX0" fmla="*/ 6905 w 132719"/>
                <a:gd name="connsiteY0" fmla="*/ 0 h 333597"/>
                <a:gd name="connsiteX1" fmla="*/ 52667 w 132719"/>
                <a:gd name="connsiteY1" fmla="*/ 131615 h 333597"/>
                <a:gd name="connsiteX2" fmla="*/ 132720 w 132719"/>
                <a:gd name="connsiteY2" fmla="*/ 333598 h 333597"/>
                <a:gd name="connsiteX3" fmla="*/ 116191 w 132719"/>
                <a:gd name="connsiteY3" fmla="*/ 330356 h 333597"/>
                <a:gd name="connsiteX4" fmla="*/ 52406 w 132719"/>
                <a:gd name="connsiteY4" fmla="*/ 146771 h 333597"/>
                <a:gd name="connsiteX5" fmla="*/ 0 w 132719"/>
                <a:gd name="connsiteY5" fmla="*/ 4460 h 333597"/>
                <a:gd name="connsiteX6" fmla="*/ 6905 w 132719"/>
                <a:gd name="connsiteY6" fmla="*/ 0 h 333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719" h="333597">
                  <a:moveTo>
                    <a:pt x="6905" y="0"/>
                  </a:moveTo>
                  <a:cubicBezTo>
                    <a:pt x="26300" y="42320"/>
                    <a:pt x="36447" y="88136"/>
                    <a:pt x="52667" y="131615"/>
                  </a:cubicBezTo>
                  <a:cubicBezTo>
                    <a:pt x="78010" y="199525"/>
                    <a:pt x="109366" y="264723"/>
                    <a:pt x="132720" y="333598"/>
                  </a:cubicBezTo>
                  <a:cubicBezTo>
                    <a:pt x="124650" y="328809"/>
                    <a:pt x="125192" y="328193"/>
                    <a:pt x="116191" y="330356"/>
                  </a:cubicBezTo>
                  <a:cubicBezTo>
                    <a:pt x="91184" y="270938"/>
                    <a:pt x="72860" y="207863"/>
                    <a:pt x="52406" y="146771"/>
                  </a:cubicBezTo>
                  <a:cubicBezTo>
                    <a:pt x="36346" y="98818"/>
                    <a:pt x="18076" y="51676"/>
                    <a:pt x="0" y="4460"/>
                  </a:cubicBezTo>
                  <a:lnTo>
                    <a:pt x="6905" y="0"/>
                  </a:ln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F6D2740-C21D-AB42-F731-3CE4FF18A8FF}"/>
                </a:ext>
              </a:extLst>
            </p:cNvPr>
            <p:cNvSpPr/>
            <p:nvPr/>
          </p:nvSpPr>
          <p:spPr>
            <a:xfrm>
              <a:off x="890094" y="1542107"/>
              <a:ext cx="84991" cy="84998"/>
            </a:xfrm>
            <a:custGeom>
              <a:avLst/>
              <a:gdLst>
                <a:gd name="connsiteX0" fmla="*/ 56393 w 84991"/>
                <a:gd name="connsiteY0" fmla="*/ 82659 h 84998"/>
                <a:gd name="connsiteX1" fmla="*/ 54410 w 84991"/>
                <a:gd name="connsiteY1" fmla="*/ 83289 h 84998"/>
                <a:gd name="connsiteX2" fmla="*/ 52401 w 84991"/>
                <a:gd name="connsiteY2" fmla="*/ 83824 h 84998"/>
                <a:gd name="connsiteX3" fmla="*/ 50365 w 84991"/>
                <a:gd name="connsiteY3" fmla="*/ 84260 h 84998"/>
                <a:gd name="connsiteX4" fmla="*/ 48316 w 84991"/>
                <a:gd name="connsiteY4" fmla="*/ 84595 h 84998"/>
                <a:gd name="connsiteX5" fmla="*/ 46246 w 84991"/>
                <a:gd name="connsiteY5" fmla="*/ 84829 h 84998"/>
                <a:gd name="connsiteX6" fmla="*/ 44170 w 84991"/>
                <a:gd name="connsiteY6" fmla="*/ 84963 h 84998"/>
                <a:gd name="connsiteX7" fmla="*/ 42094 w 84991"/>
                <a:gd name="connsiteY7" fmla="*/ 84996 h 84998"/>
                <a:gd name="connsiteX8" fmla="*/ 40018 w 84991"/>
                <a:gd name="connsiteY8" fmla="*/ 84923 h 84998"/>
                <a:gd name="connsiteX9" fmla="*/ 37942 w 84991"/>
                <a:gd name="connsiteY9" fmla="*/ 84749 h 84998"/>
                <a:gd name="connsiteX10" fmla="*/ 35879 w 84991"/>
                <a:gd name="connsiteY10" fmla="*/ 84474 h 84998"/>
                <a:gd name="connsiteX11" fmla="*/ 33836 w 84991"/>
                <a:gd name="connsiteY11" fmla="*/ 84106 h 84998"/>
                <a:gd name="connsiteX12" fmla="*/ 31807 w 84991"/>
                <a:gd name="connsiteY12" fmla="*/ 83630 h 84998"/>
                <a:gd name="connsiteX13" fmla="*/ 29811 w 84991"/>
                <a:gd name="connsiteY13" fmla="*/ 83061 h 84998"/>
                <a:gd name="connsiteX14" fmla="*/ 27842 w 84991"/>
                <a:gd name="connsiteY14" fmla="*/ 82391 h 84998"/>
                <a:gd name="connsiteX15" fmla="*/ 25907 w 84991"/>
                <a:gd name="connsiteY15" fmla="*/ 81621 h 84998"/>
                <a:gd name="connsiteX16" fmla="*/ 24011 w 84991"/>
                <a:gd name="connsiteY16" fmla="*/ 80764 h 84998"/>
                <a:gd name="connsiteX17" fmla="*/ 22163 w 84991"/>
                <a:gd name="connsiteY17" fmla="*/ 79813 h 84998"/>
                <a:gd name="connsiteX18" fmla="*/ 20361 w 84991"/>
                <a:gd name="connsiteY18" fmla="*/ 78774 h 84998"/>
                <a:gd name="connsiteX19" fmla="*/ 18613 w 84991"/>
                <a:gd name="connsiteY19" fmla="*/ 77649 h 84998"/>
                <a:gd name="connsiteX20" fmla="*/ 16919 w 84991"/>
                <a:gd name="connsiteY20" fmla="*/ 76437 h 84998"/>
                <a:gd name="connsiteX21" fmla="*/ 15291 w 84991"/>
                <a:gd name="connsiteY21" fmla="*/ 75145 h 84998"/>
                <a:gd name="connsiteX22" fmla="*/ 13724 w 84991"/>
                <a:gd name="connsiteY22" fmla="*/ 73779 h 84998"/>
                <a:gd name="connsiteX23" fmla="*/ 12231 w 84991"/>
                <a:gd name="connsiteY23" fmla="*/ 72332 h 84998"/>
                <a:gd name="connsiteX24" fmla="*/ 10804 w 84991"/>
                <a:gd name="connsiteY24" fmla="*/ 70818 h 84998"/>
                <a:gd name="connsiteX25" fmla="*/ 9458 w 84991"/>
                <a:gd name="connsiteY25" fmla="*/ 69231 h 84998"/>
                <a:gd name="connsiteX26" fmla="*/ 8192 w 84991"/>
                <a:gd name="connsiteY26" fmla="*/ 67583 h 84998"/>
                <a:gd name="connsiteX27" fmla="*/ 7007 w 84991"/>
                <a:gd name="connsiteY27" fmla="*/ 65876 h 84998"/>
                <a:gd name="connsiteX28" fmla="*/ 5902 w 84991"/>
                <a:gd name="connsiteY28" fmla="*/ 64108 h 84998"/>
                <a:gd name="connsiteX29" fmla="*/ 4891 w 84991"/>
                <a:gd name="connsiteY29" fmla="*/ 62293 h 84998"/>
                <a:gd name="connsiteX30" fmla="*/ 3967 w 84991"/>
                <a:gd name="connsiteY30" fmla="*/ 60431 h 84998"/>
                <a:gd name="connsiteX31" fmla="*/ 3136 w 84991"/>
                <a:gd name="connsiteY31" fmla="*/ 58522 h 84998"/>
                <a:gd name="connsiteX32" fmla="*/ 2399 w 84991"/>
                <a:gd name="connsiteY32" fmla="*/ 56580 h 84998"/>
                <a:gd name="connsiteX33" fmla="*/ 1756 w 84991"/>
                <a:gd name="connsiteY33" fmla="*/ 54604 h 84998"/>
                <a:gd name="connsiteX34" fmla="*/ 1214 w 84991"/>
                <a:gd name="connsiteY34" fmla="*/ 52595 h 84998"/>
                <a:gd name="connsiteX35" fmla="*/ 772 w 84991"/>
                <a:gd name="connsiteY35" fmla="*/ 50559 h 84998"/>
                <a:gd name="connsiteX36" fmla="*/ 424 w 84991"/>
                <a:gd name="connsiteY36" fmla="*/ 48510 h 84998"/>
                <a:gd name="connsiteX37" fmla="*/ 183 w 84991"/>
                <a:gd name="connsiteY37" fmla="*/ 46447 h 84998"/>
                <a:gd name="connsiteX38" fmla="*/ 42 w 84991"/>
                <a:gd name="connsiteY38" fmla="*/ 44371 h 84998"/>
                <a:gd name="connsiteX39" fmla="*/ 2 w 84991"/>
                <a:gd name="connsiteY39" fmla="*/ 42288 h 84998"/>
                <a:gd name="connsiteX40" fmla="*/ 62 w 84991"/>
                <a:gd name="connsiteY40" fmla="*/ 40212 h 84998"/>
                <a:gd name="connsiteX41" fmla="*/ 223 w 84991"/>
                <a:gd name="connsiteY41" fmla="*/ 38136 h 84998"/>
                <a:gd name="connsiteX42" fmla="*/ 484 w 84991"/>
                <a:gd name="connsiteY42" fmla="*/ 36073 h 84998"/>
                <a:gd name="connsiteX43" fmla="*/ 852 w 84991"/>
                <a:gd name="connsiteY43" fmla="*/ 34030 h 84998"/>
                <a:gd name="connsiteX44" fmla="*/ 1314 w 84991"/>
                <a:gd name="connsiteY44" fmla="*/ 32001 h 84998"/>
                <a:gd name="connsiteX45" fmla="*/ 1877 w 84991"/>
                <a:gd name="connsiteY45" fmla="*/ 29998 h 84998"/>
                <a:gd name="connsiteX46" fmla="*/ 2540 w 84991"/>
                <a:gd name="connsiteY46" fmla="*/ 28029 h 84998"/>
                <a:gd name="connsiteX47" fmla="*/ 3297 w 84991"/>
                <a:gd name="connsiteY47" fmla="*/ 26087 h 84998"/>
                <a:gd name="connsiteX48" fmla="*/ 4141 w 84991"/>
                <a:gd name="connsiteY48" fmla="*/ 24192 h 84998"/>
                <a:gd name="connsiteX49" fmla="*/ 5085 w 84991"/>
                <a:gd name="connsiteY49" fmla="*/ 22337 h 84998"/>
                <a:gd name="connsiteX50" fmla="*/ 6116 w 84991"/>
                <a:gd name="connsiteY50" fmla="*/ 20528 h 84998"/>
                <a:gd name="connsiteX51" fmla="*/ 7235 w 84991"/>
                <a:gd name="connsiteY51" fmla="*/ 18774 h 84998"/>
                <a:gd name="connsiteX52" fmla="*/ 8440 w 84991"/>
                <a:gd name="connsiteY52" fmla="*/ 17079 h 84998"/>
                <a:gd name="connsiteX53" fmla="*/ 9719 w 84991"/>
                <a:gd name="connsiteY53" fmla="*/ 15445 h 84998"/>
                <a:gd name="connsiteX54" fmla="*/ 11086 w 84991"/>
                <a:gd name="connsiteY54" fmla="*/ 13871 h 84998"/>
                <a:gd name="connsiteX55" fmla="*/ 12526 w 84991"/>
                <a:gd name="connsiteY55" fmla="*/ 12371 h 84998"/>
                <a:gd name="connsiteX56" fmla="*/ 14032 w 84991"/>
                <a:gd name="connsiteY56" fmla="*/ 10938 h 84998"/>
                <a:gd name="connsiteX57" fmla="*/ 15613 w 84991"/>
                <a:gd name="connsiteY57" fmla="*/ 9585 h 84998"/>
                <a:gd name="connsiteX58" fmla="*/ 17254 w 84991"/>
                <a:gd name="connsiteY58" fmla="*/ 8306 h 84998"/>
                <a:gd name="connsiteX59" fmla="*/ 18955 w 84991"/>
                <a:gd name="connsiteY59" fmla="*/ 7114 h 84998"/>
                <a:gd name="connsiteX60" fmla="*/ 20716 w 84991"/>
                <a:gd name="connsiteY60" fmla="*/ 6009 h 84998"/>
                <a:gd name="connsiteX61" fmla="*/ 22525 w 84991"/>
                <a:gd name="connsiteY61" fmla="*/ 4984 h 84998"/>
                <a:gd name="connsiteX62" fmla="*/ 24386 w 84991"/>
                <a:gd name="connsiteY62" fmla="*/ 4053 h 84998"/>
                <a:gd name="connsiteX63" fmla="*/ 26288 w 84991"/>
                <a:gd name="connsiteY63" fmla="*/ 3209 h 84998"/>
                <a:gd name="connsiteX64" fmla="*/ 28231 w 84991"/>
                <a:gd name="connsiteY64" fmla="*/ 2466 h 84998"/>
                <a:gd name="connsiteX65" fmla="*/ 30220 w 84991"/>
                <a:gd name="connsiteY65" fmla="*/ 1810 h 84998"/>
                <a:gd name="connsiteX66" fmla="*/ 32236 w 84991"/>
                <a:gd name="connsiteY66" fmla="*/ 1261 h 84998"/>
                <a:gd name="connsiteX67" fmla="*/ 34278 w 84991"/>
                <a:gd name="connsiteY67" fmla="*/ 805 h 84998"/>
                <a:gd name="connsiteX68" fmla="*/ 36341 w 84991"/>
                <a:gd name="connsiteY68" fmla="*/ 450 h 84998"/>
                <a:gd name="connsiteX69" fmla="*/ 38417 w 84991"/>
                <a:gd name="connsiteY69" fmla="*/ 196 h 84998"/>
                <a:gd name="connsiteX70" fmla="*/ 40500 w 84991"/>
                <a:gd name="connsiteY70" fmla="*/ 48 h 84998"/>
                <a:gd name="connsiteX71" fmla="*/ 42590 w 84991"/>
                <a:gd name="connsiteY71" fmla="*/ 1 h 84998"/>
                <a:gd name="connsiteX72" fmla="*/ 44686 w 84991"/>
                <a:gd name="connsiteY72" fmla="*/ 55 h 84998"/>
                <a:gd name="connsiteX73" fmla="*/ 46769 w 84991"/>
                <a:gd name="connsiteY73" fmla="*/ 216 h 84998"/>
                <a:gd name="connsiteX74" fmla="*/ 48845 w 84991"/>
                <a:gd name="connsiteY74" fmla="*/ 477 h 84998"/>
                <a:gd name="connsiteX75" fmla="*/ 50908 w 84991"/>
                <a:gd name="connsiteY75" fmla="*/ 838 h 84998"/>
                <a:gd name="connsiteX76" fmla="*/ 52944 w 84991"/>
                <a:gd name="connsiteY76" fmla="*/ 1307 h 84998"/>
                <a:gd name="connsiteX77" fmla="*/ 54959 w 84991"/>
                <a:gd name="connsiteY77" fmla="*/ 1870 h 84998"/>
                <a:gd name="connsiteX78" fmla="*/ 56942 w 84991"/>
                <a:gd name="connsiteY78" fmla="*/ 2533 h 84998"/>
                <a:gd name="connsiteX79" fmla="*/ 58891 w 84991"/>
                <a:gd name="connsiteY79" fmla="*/ 3290 h 84998"/>
                <a:gd name="connsiteX80" fmla="*/ 60806 w 84991"/>
                <a:gd name="connsiteY80" fmla="*/ 4147 h 84998"/>
                <a:gd name="connsiteX81" fmla="*/ 62668 w 84991"/>
                <a:gd name="connsiteY81" fmla="*/ 5091 h 84998"/>
                <a:gd name="connsiteX82" fmla="*/ 64483 w 84991"/>
                <a:gd name="connsiteY82" fmla="*/ 6129 h 84998"/>
                <a:gd name="connsiteX83" fmla="*/ 66251 w 84991"/>
                <a:gd name="connsiteY83" fmla="*/ 7261 h 84998"/>
                <a:gd name="connsiteX84" fmla="*/ 67952 w 84991"/>
                <a:gd name="connsiteY84" fmla="*/ 8467 h 84998"/>
                <a:gd name="connsiteX85" fmla="*/ 69600 w 84991"/>
                <a:gd name="connsiteY85" fmla="*/ 9766 h 84998"/>
                <a:gd name="connsiteX86" fmla="*/ 71174 w 84991"/>
                <a:gd name="connsiteY86" fmla="*/ 11139 h 84998"/>
                <a:gd name="connsiteX87" fmla="*/ 72680 w 84991"/>
                <a:gd name="connsiteY87" fmla="*/ 12585 h 84998"/>
                <a:gd name="connsiteX88" fmla="*/ 74120 w 84991"/>
                <a:gd name="connsiteY88" fmla="*/ 14106 h 84998"/>
                <a:gd name="connsiteX89" fmla="*/ 75480 w 84991"/>
                <a:gd name="connsiteY89" fmla="*/ 15700 h 84998"/>
                <a:gd name="connsiteX90" fmla="*/ 76759 w 84991"/>
                <a:gd name="connsiteY90" fmla="*/ 17354 h 84998"/>
                <a:gd name="connsiteX91" fmla="*/ 77951 w 84991"/>
                <a:gd name="connsiteY91" fmla="*/ 19069 h 84998"/>
                <a:gd name="connsiteX92" fmla="*/ 79063 w 84991"/>
                <a:gd name="connsiteY92" fmla="*/ 20843 h 84998"/>
                <a:gd name="connsiteX93" fmla="*/ 80081 w 84991"/>
                <a:gd name="connsiteY93" fmla="*/ 22672 h 84998"/>
                <a:gd name="connsiteX94" fmla="*/ 81012 w 84991"/>
                <a:gd name="connsiteY94" fmla="*/ 24547 h 84998"/>
                <a:gd name="connsiteX95" fmla="*/ 81849 w 84991"/>
                <a:gd name="connsiteY95" fmla="*/ 26462 h 84998"/>
                <a:gd name="connsiteX96" fmla="*/ 82592 w 84991"/>
                <a:gd name="connsiteY96" fmla="*/ 28418 h 84998"/>
                <a:gd name="connsiteX97" fmla="*/ 83235 w 84991"/>
                <a:gd name="connsiteY97" fmla="*/ 30407 h 84998"/>
                <a:gd name="connsiteX98" fmla="*/ 83785 w 84991"/>
                <a:gd name="connsiteY98" fmla="*/ 32430 h 84998"/>
                <a:gd name="connsiteX99" fmla="*/ 84226 w 84991"/>
                <a:gd name="connsiteY99" fmla="*/ 34472 h 84998"/>
                <a:gd name="connsiteX100" fmla="*/ 84575 w 84991"/>
                <a:gd name="connsiteY100" fmla="*/ 36535 h 84998"/>
                <a:gd name="connsiteX101" fmla="*/ 84816 w 84991"/>
                <a:gd name="connsiteY101" fmla="*/ 38611 h 84998"/>
                <a:gd name="connsiteX102" fmla="*/ 84956 w 84991"/>
                <a:gd name="connsiteY102" fmla="*/ 40701 h 84998"/>
                <a:gd name="connsiteX103" fmla="*/ 84990 w 84991"/>
                <a:gd name="connsiteY103" fmla="*/ 42790 h 84998"/>
                <a:gd name="connsiteX104" fmla="*/ 84923 w 84991"/>
                <a:gd name="connsiteY104" fmla="*/ 44880 h 84998"/>
                <a:gd name="connsiteX105" fmla="*/ 84756 w 84991"/>
                <a:gd name="connsiteY105" fmla="*/ 46969 h 84998"/>
                <a:gd name="connsiteX106" fmla="*/ 84488 w 84991"/>
                <a:gd name="connsiteY106" fmla="*/ 49039 h 84998"/>
                <a:gd name="connsiteX107" fmla="*/ 84113 w 84991"/>
                <a:gd name="connsiteY107" fmla="*/ 51101 h 84998"/>
                <a:gd name="connsiteX108" fmla="*/ 83637 w 84991"/>
                <a:gd name="connsiteY108" fmla="*/ 53138 h 84998"/>
                <a:gd name="connsiteX109" fmla="*/ 83068 w 84991"/>
                <a:gd name="connsiteY109" fmla="*/ 55147 h 84998"/>
                <a:gd name="connsiteX110" fmla="*/ 82391 w 84991"/>
                <a:gd name="connsiteY110" fmla="*/ 57129 h 84998"/>
                <a:gd name="connsiteX111" fmla="*/ 81628 w 84991"/>
                <a:gd name="connsiteY111" fmla="*/ 59078 h 84998"/>
                <a:gd name="connsiteX112" fmla="*/ 80764 w 84991"/>
                <a:gd name="connsiteY112" fmla="*/ 60980 h 84998"/>
                <a:gd name="connsiteX113" fmla="*/ 79806 w 84991"/>
                <a:gd name="connsiteY113" fmla="*/ 62842 h 84998"/>
                <a:gd name="connsiteX114" fmla="*/ 78762 w 84991"/>
                <a:gd name="connsiteY114" fmla="*/ 64657 h 84998"/>
                <a:gd name="connsiteX115" fmla="*/ 77630 w 84991"/>
                <a:gd name="connsiteY115" fmla="*/ 66411 h 84998"/>
                <a:gd name="connsiteX116" fmla="*/ 76404 w 84991"/>
                <a:gd name="connsiteY116" fmla="*/ 68113 h 84998"/>
                <a:gd name="connsiteX117" fmla="*/ 75105 w 84991"/>
                <a:gd name="connsiteY117" fmla="*/ 69747 h 84998"/>
                <a:gd name="connsiteX118" fmla="*/ 73725 w 84991"/>
                <a:gd name="connsiteY118" fmla="*/ 71321 h 84998"/>
                <a:gd name="connsiteX119" fmla="*/ 72265 w 84991"/>
                <a:gd name="connsiteY119" fmla="*/ 72821 h 84998"/>
                <a:gd name="connsiteX120" fmla="*/ 70738 w 84991"/>
                <a:gd name="connsiteY120" fmla="*/ 74254 h 84998"/>
                <a:gd name="connsiteX121" fmla="*/ 69144 w 84991"/>
                <a:gd name="connsiteY121" fmla="*/ 75600 h 84998"/>
                <a:gd name="connsiteX122" fmla="*/ 67483 w 84991"/>
                <a:gd name="connsiteY122" fmla="*/ 76872 h 84998"/>
                <a:gd name="connsiteX123" fmla="*/ 65762 w 84991"/>
                <a:gd name="connsiteY123" fmla="*/ 78065 h 84998"/>
                <a:gd name="connsiteX124" fmla="*/ 63981 w 84991"/>
                <a:gd name="connsiteY124" fmla="*/ 79163 h 84998"/>
                <a:gd name="connsiteX125" fmla="*/ 62153 w 84991"/>
                <a:gd name="connsiteY125" fmla="*/ 80174 h 84998"/>
                <a:gd name="connsiteX126" fmla="*/ 60271 w 84991"/>
                <a:gd name="connsiteY126" fmla="*/ 81099 h 84998"/>
                <a:gd name="connsiteX127" fmla="*/ 58355 w 84991"/>
                <a:gd name="connsiteY127" fmla="*/ 81929 h 84998"/>
                <a:gd name="connsiteX128" fmla="*/ 56393 w 84991"/>
                <a:gd name="connsiteY128" fmla="*/ 82659 h 84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84991" h="84998">
                  <a:moveTo>
                    <a:pt x="56393" y="82659"/>
                  </a:moveTo>
                  <a:cubicBezTo>
                    <a:pt x="55736" y="82887"/>
                    <a:pt x="55073" y="83094"/>
                    <a:pt x="54410" y="83289"/>
                  </a:cubicBezTo>
                  <a:cubicBezTo>
                    <a:pt x="53747" y="83483"/>
                    <a:pt x="53077" y="83664"/>
                    <a:pt x="52401" y="83824"/>
                  </a:cubicBezTo>
                  <a:cubicBezTo>
                    <a:pt x="51725" y="83985"/>
                    <a:pt x="51048" y="84132"/>
                    <a:pt x="50365" y="84260"/>
                  </a:cubicBezTo>
                  <a:cubicBezTo>
                    <a:pt x="49689" y="84387"/>
                    <a:pt x="49005" y="84501"/>
                    <a:pt x="48316" y="84595"/>
                  </a:cubicBezTo>
                  <a:cubicBezTo>
                    <a:pt x="47626" y="84688"/>
                    <a:pt x="46936" y="84769"/>
                    <a:pt x="46246" y="84829"/>
                  </a:cubicBezTo>
                  <a:cubicBezTo>
                    <a:pt x="45557" y="84889"/>
                    <a:pt x="44867" y="84936"/>
                    <a:pt x="44170" y="84963"/>
                  </a:cubicBezTo>
                  <a:cubicBezTo>
                    <a:pt x="43480" y="84990"/>
                    <a:pt x="42784" y="85003"/>
                    <a:pt x="42094" y="84996"/>
                  </a:cubicBezTo>
                  <a:cubicBezTo>
                    <a:pt x="41404" y="84990"/>
                    <a:pt x="40708" y="84963"/>
                    <a:pt x="40018" y="84923"/>
                  </a:cubicBezTo>
                  <a:cubicBezTo>
                    <a:pt x="39321" y="84883"/>
                    <a:pt x="38632" y="84822"/>
                    <a:pt x="37942" y="84749"/>
                  </a:cubicBezTo>
                  <a:cubicBezTo>
                    <a:pt x="37252" y="84675"/>
                    <a:pt x="36569" y="84588"/>
                    <a:pt x="35879" y="84474"/>
                  </a:cubicBezTo>
                  <a:cubicBezTo>
                    <a:pt x="35196" y="84367"/>
                    <a:pt x="34513" y="84246"/>
                    <a:pt x="33836" y="84106"/>
                  </a:cubicBezTo>
                  <a:cubicBezTo>
                    <a:pt x="33160" y="83965"/>
                    <a:pt x="32483" y="83804"/>
                    <a:pt x="31807" y="83630"/>
                  </a:cubicBezTo>
                  <a:cubicBezTo>
                    <a:pt x="31137" y="83456"/>
                    <a:pt x="30474" y="83268"/>
                    <a:pt x="29811" y="83061"/>
                  </a:cubicBezTo>
                  <a:cubicBezTo>
                    <a:pt x="29148" y="82853"/>
                    <a:pt x="28492" y="82626"/>
                    <a:pt x="27842" y="82391"/>
                  </a:cubicBezTo>
                  <a:cubicBezTo>
                    <a:pt x="27193" y="82150"/>
                    <a:pt x="26543" y="81895"/>
                    <a:pt x="25907" y="81621"/>
                  </a:cubicBezTo>
                  <a:cubicBezTo>
                    <a:pt x="25271" y="81353"/>
                    <a:pt x="24634" y="81065"/>
                    <a:pt x="24011" y="80764"/>
                  </a:cubicBezTo>
                  <a:cubicBezTo>
                    <a:pt x="23389" y="80462"/>
                    <a:pt x="22772" y="80148"/>
                    <a:pt x="22163" y="79813"/>
                  </a:cubicBezTo>
                  <a:cubicBezTo>
                    <a:pt x="21553" y="79485"/>
                    <a:pt x="20957" y="79136"/>
                    <a:pt x="20361" y="78774"/>
                  </a:cubicBezTo>
                  <a:cubicBezTo>
                    <a:pt x="19765" y="78413"/>
                    <a:pt x="19183" y="78038"/>
                    <a:pt x="18613" y="77649"/>
                  </a:cubicBezTo>
                  <a:cubicBezTo>
                    <a:pt x="18037" y="77261"/>
                    <a:pt x="17475" y="76859"/>
                    <a:pt x="16919" y="76437"/>
                  </a:cubicBezTo>
                  <a:cubicBezTo>
                    <a:pt x="16363" y="76022"/>
                    <a:pt x="15821" y="75593"/>
                    <a:pt x="15291" y="75145"/>
                  </a:cubicBezTo>
                  <a:cubicBezTo>
                    <a:pt x="14763" y="74703"/>
                    <a:pt x="14240" y="74247"/>
                    <a:pt x="13724" y="73779"/>
                  </a:cubicBezTo>
                  <a:cubicBezTo>
                    <a:pt x="13215" y="73310"/>
                    <a:pt x="12720" y="72827"/>
                    <a:pt x="12231" y="72332"/>
                  </a:cubicBezTo>
                  <a:cubicBezTo>
                    <a:pt x="11742" y="71836"/>
                    <a:pt x="11267" y="71334"/>
                    <a:pt x="10804" y="70818"/>
                  </a:cubicBezTo>
                  <a:cubicBezTo>
                    <a:pt x="10342" y="70303"/>
                    <a:pt x="9893" y="69773"/>
                    <a:pt x="9458" y="69231"/>
                  </a:cubicBezTo>
                  <a:cubicBezTo>
                    <a:pt x="9023" y="68689"/>
                    <a:pt x="8601" y="68139"/>
                    <a:pt x="8192" y="67583"/>
                  </a:cubicBezTo>
                  <a:cubicBezTo>
                    <a:pt x="7784" y="67028"/>
                    <a:pt x="7389" y="66458"/>
                    <a:pt x="7007" y="65876"/>
                  </a:cubicBezTo>
                  <a:cubicBezTo>
                    <a:pt x="6625" y="65293"/>
                    <a:pt x="6257" y="64704"/>
                    <a:pt x="5902" y="64108"/>
                  </a:cubicBezTo>
                  <a:cubicBezTo>
                    <a:pt x="5547" y="63511"/>
                    <a:pt x="5212" y="62909"/>
                    <a:pt x="4891" y="62293"/>
                  </a:cubicBezTo>
                  <a:cubicBezTo>
                    <a:pt x="4569" y="61683"/>
                    <a:pt x="4261" y="61060"/>
                    <a:pt x="3967" y="60431"/>
                  </a:cubicBezTo>
                  <a:cubicBezTo>
                    <a:pt x="3679" y="59801"/>
                    <a:pt x="3397" y="59165"/>
                    <a:pt x="3136" y="58522"/>
                  </a:cubicBezTo>
                  <a:cubicBezTo>
                    <a:pt x="2875" y="57886"/>
                    <a:pt x="2627" y="57236"/>
                    <a:pt x="2399" y="56580"/>
                  </a:cubicBezTo>
                  <a:cubicBezTo>
                    <a:pt x="2172" y="55924"/>
                    <a:pt x="1957" y="55267"/>
                    <a:pt x="1756" y="54604"/>
                  </a:cubicBezTo>
                  <a:cubicBezTo>
                    <a:pt x="1562" y="53941"/>
                    <a:pt x="1381" y="53271"/>
                    <a:pt x="1214" y="52595"/>
                  </a:cubicBezTo>
                  <a:cubicBezTo>
                    <a:pt x="1046" y="51919"/>
                    <a:pt x="899" y="51242"/>
                    <a:pt x="772" y="50559"/>
                  </a:cubicBezTo>
                  <a:cubicBezTo>
                    <a:pt x="638" y="49883"/>
                    <a:pt x="524" y="49199"/>
                    <a:pt x="424" y="48510"/>
                  </a:cubicBezTo>
                  <a:cubicBezTo>
                    <a:pt x="323" y="47820"/>
                    <a:pt x="243" y="47137"/>
                    <a:pt x="183" y="46447"/>
                  </a:cubicBezTo>
                  <a:cubicBezTo>
                    <a:pt x="116" y="45757"/>
                    <a:pt x="69" y="45060"/>
                    <a:pt x="42" y="44371"/>
                  </a:cubicBezTo>
                  <a:cubicBezTo>
                    <a:pt x="8" y="43681"/>
                    <a:pt x="-5" y="42984"/>
                    <a:pt x="2" y="42288"/>
                  </a:cubicBezTo>
                  <a:cubicBezTo>
                    <a:pt x="2" y="41598"/>
                    <a:pt x="22" y="40901"/>
                    <a:pt x="62" y="40212"/>
                  </a:cubicBezTo>
                  <a:cubicBezTo>
                    <a:pt x="95" y="39522"/>
                    <a:pt x="149" y="38825"/>
                    <a:pt x="223" y="38136"/>
                  </a:cubicBezTo>
                  <a:cubicBezTo>
                    <a:pt x="296" y="37446"/>
                    <a:pt x="383" y="36763"/>
                    <a:pt x="484" y="36073"/>
                  </a:cubicBezTo>
                  <a:cubicBezTo>
                    <a:pt x="591" y="35390"/>
                    <a:pt x="712" y="34707"/>
                    <a:pt x="852" y="34030"/>
                  </a:cubicBezTo>
                  <a:cubicBezTo>
                    <a:pt x="993" y="33347"/>
                    <a:pt x="1147" y="32671"/>
                    <a:pt x="1314" y="32001"/>
                  </a:cubicBezTo>
                  <a:cubicBezTo>
                    <a:pt x="1482" y="31324"/>
                    <a:pt x="1669" y="30661"/>
                    <a:pt x="1877" y="29998"/>
                  </a:cubicBezTo>
                  <a:cubicBezTo>
                    <a:pt x="2085" y="29335"/>
                    <a:pt x="2306" y="28679"/>
                    <a:pt x="2540" y="28029"/>
                  </a:cubicBezTo>
                  <a:cubicBezTo>
                    <a:pt x="2774" y="27380"/>
                    <a:pt x="3029" y="26730"/>
                    <a:pt x="3297" y="26087"/>
                  </a:cubicBezTo>
                  <a:cubicBezTo>
                    <a:pt x="3565" y="25451"/>
                    <a:pt x="3846" y="24815"/>
                    <a:pt x="4141" y="24192"/>
                  </a:cubicBezTo>
                  <a:cubicBezTo>
                    <a:pt x="4442" y="23569"/>
                    <a:pt x="4757" y="22946"/>
                    <a:pt x="5085" y="22337"/>
                  </a:cubicBezTo>
                  <a:cubicBezTo>
                    <a:pt x="5413" y="21727"/>
                    <a:pt x="5761" y="21125"/>
                    <a:pt x="6116" y="20528"/>
                  </a:cubicBezTo>
                  <a:cubicBezTo>
                    <a:pt x="6471" y="19932"/>
                    <a:pt x="6846" y="19350"/>
                    <a:pt x="7235" y="18774"/>
                  </a:cubicBezTo>
                  <a:cubicBezTo>
                    <a:pt x="7623" y="18198"/>
                    <a:pt x="8025" y="17635"/>
                    <a:pt x="8440" y="17079"/>
                  </a:cubicBezTo>
                  <a:cubicBezTo>
                    <a:pt x="8849" y="16524"/>
                    <a:pt x="9277" y="15981"/>
                    <a:pt x="9719" y="15445"/>
                  </a:cubicBezTo>
                  <a:cubicBezTo>
                    <a:pt x="10161" y="14909"/>
                    <a:pt x="10617" y="14387"/>
                    <a:pt x="11086" y="13871"/>
                  </a:cubicBezTo>
                  <a:cubicBezTo>
                    <a:pt x="11548" y="13356"/>
                    <a:pt x="12030" y="12860"/>
                    <a:pt x="12526" y="12371"/>
                  </a:cubicBezTo>
                  <a:cubicBezTo>
                    <a:pt x="13014" y="11882"/>
                    <a:pt x="13517" y="11400"/>
                    <a:pt x="14032" y="10938"/>
                  </a:cubicBezTo>
                  <a:cubicBezTo>
                    <a:pt x="14548" y="10476"/>
                    <a:pt x="15071" y="10020"/>
                    <a:pt x="15613" y="9585"/>
                  </a:cubicBezTo>
                  <a:cubicBezTo>
                    <a:pt x="16149" y="9150"/>
                    <a:pt x="16698" y="8721"/>
                    <a:pt x="17254" y="8306"/>
                  </a:cubicBezTo>
                  <a:cubicBezTo>
                    <a:pt x="17810" y="7897"/>
                    <a:pt x="18379" y="7496"/>
                    <a:pt x="18955" y="7114"/>
                  </a:cubicBezTo>
                  <a:cubicBezTo>
                    <a:pt x="19538" y="6732"/>
                    <a:pt x="20120" y="6364"/>
                    <a:pt x="20716" y="6009"/>
                  </a:cubicBezTo>
                  <a:cubicBezTo>
                    <a:pt x="21312" y="5654"/>
                    <a:pt x="21915" y="5312"/>
                    <a:pt x="22525" y="4984"/>
                  </a:cubicBezTo>
                  <a:cubicBezTo>
                    <a:pt x="23134" y="4656"/>
                    <a:pt x="23757" y="4348"/>
                    <a:pt x="24386" y="4053"/>
                  </a:cubicBezTo>
                  <a:cubicBezTo>
                    <a:pt x="25016" y="3758"/>
                    <a:pt x="25652" y="3477"/>
                    <a:pt x="26288" y="3209"/>
                  </a:cubicBezTo>
                  <a:cubicBezTo>
                    <a:pt x="26931" y="2948"/>
                    <a:pt x="27581" y="2700"/>
                    <a:pt x="28231" y="2466"/>
                  </a:cubicBezTo>
                  <a:cubicBezTo>
                    <a:pt x="28887" y="2232"/>
                    <a:pt x="29550" y="2017"/>
                    <a:pt x="30220" y="1810"/>
                  </a:cubicBezTo>
                  <a:cubicBezTo>
                    <a:pt x="30883" y="1609"/>
                    <a:pt x="31559" y="1428"/>
                    <a:pt x="32236" y="1261"/>
                  </a:cubicBezTo>
                  <a:cubicBezTo>
                    <a:pt x="32912" y="1093"/>
                    <a:pt x="33589" y="939"/>
                    <a:pt x="34278" y="805"/>
                  </a:cubicBezTo>
                  <a:cubicBezTo>
                    <a:pt x="34961" y="664"/>
                    <a:pt x="35651" y="550"/>
                    <a:pt x="36341" y="450"/>
                  </a:cubicBezTo>
                  <a:cubicBezTo>
                    <a:pt x="37031" y="350"/>
                    <a:pt x="37721" y="262"/>
                    <a:pt x="38417" y="196"/>
                  </a:cubicBezTo>
                  <a:cubicBezTo>
                    <a:pt x="39107" y="129"/>
                    <a:pt x="39803" y="82"/>
                    <a:pt x="40500" y="48"/>
                  </a:cubicBezTo>
                  <a:cubicBezTo>
                    <a:pt x="41197" y="15"/>
                    <a:pt x="41893" y="-5"/>
                    <a:pt x="42590" y="1"/>
                  </a:cubicBezTo>
                  <a:cubicBezTo>
                    <a:pt x="43293" y="1"/>
                    <a:pt x="43989" y="22"/>
                    <a:pt x="44686" y="55"/>
                  </a:cubicBezTo>
                  <a:cubicBezTo>
                    <a:pt x="45382" y="88"/>
                    <a:pt x="46079" y="142"/>
                    <a:pt x="46769" y="216"/>
                  </a:cubicBezTo>
                  <a:cubicBezTo>
                    <a:pt x="47465" y="289"/>
                    <a:pt x="48155" y="376"/>
                    <a:pt x="48845" y="477"/>
                  </a:cubicBezTo>
                  <a:cubicBezTo>
                    <a:pt x="49535" y="577"/>
                    <a:pt x="50224" y="698"/>
                    <a:pt x="50908" y="838"/>
                  </a:cubicBezTo>
                  <a:cubicBezTo>
                    <a:pt x="51591" y="979"/>
                    <a:pt x="52267" y="1133"/>
                    <a:pt x="52944" y="1307"/>
                  </a:cubicBezTo>
                  <a:cubicBezTo>
                    <a:pt x="53620" y="1475"/>
                    <a:pt x="54296" y="1662"/>
                    <a:pt x="54959" y="1870"/>
                  </a:cubicBezTo>
                  <a:cubicBezTo>
                    <a:pt x="55622" y="2077"/>
                    <a:pt x="56285" y="2299"/>
                    <a:pt x="56942" y="2533"/>
                  </a:cubicBezTo>
                  <a:cubicBezTo>
                    <a:pt x="57598" y="2767"/>
                    <a:pt x="58248" y="3022"/>
                    <a:pt x="58891" y="3290"/>
                  </a:cubicBezTo>
                  <a:cubicBezTo>
                    <a:pt x="59540" y="3564"/>
                    <a:pt x="60177" y="3846"/>
                    <a:pt x="60806" y="4147"/>
                  </a:cubicBezTo>
                  <a:cubicBezTo>
                    <a:pt x="61436" y="4448"/>
                    <a:pt x="62058" y="4763"/>
                    <a:pt x="62668" y="5091"/>
                  </a:cubicBezTo>
                  <a:cubicBezTo>
                    <a:pt x="63284" y="5426"/>
                    <a:pt x="63887" y="5774"/>
                    <a:pt x="64483" y="6129"/>
                  </a:cubicBezTo>
                  <a:cubicBezTo>
                    <a:pt x="65079" y="6491"/>
                    <a:pt x="65668" y="6866"/>
                    <a:pt x="66251" y="7261"/>
                  </a:cubicBezTo>
                  <a:cubicBezTo>
                    <a:pt x="66827" y="7650"/>
                    <a:pt x="67396" y="8051"/>
                    <a:pt x="67952" y="8467"/>
                  </a:cubicBezTo>
                  <a:cubicBezTo>
                    <a:pt x="68508" y="8889"/>
                    <a:pt x="69057" y="9317"/>
                    <a:pt x="69600" y="9766"/>
                  </a:cubicBezTo>
                  <a:cubicBezTo>
                    <a:pt x="70135" y="10208"/>
                    <a:pt x="70658" y="10663"/>
                    <a:pt x="71174" y="11139"/>
                  </a:cubicBezTo>
                  <a:cubicBezTo>
                    <a:pt x="71689" y="11608"/>
                    <a:pt x="72191" y="12090"/>
                    <a:pt x="72680" y="12585"/>
                  </a:cubicBezTo>
                  <a:cubicBezTo>
                    <a:pt x="73169" y="13081"/>
                    <a:pt x="73652" y="13590"/>
                    <a:pt x="74120" y="14106"/>
                  </a:cubicBezTo>
                  <a:cubicBezTo>
                    <a:pt x="74582" y="14628"/>
                    <a:pt x="75038" y="15157"/>
                    <a:pt x="75480" y="15700"/>
                  </a:cubicBezTo>
                  <a:cubicBezTo>
                    <a:pt x="75915" y="16242"/>
                    <a:pt x="76344" y="16791"/>
                    <a:pt x="76759" y="17354"/>
                  </a:cubicBezTo>
                  <a:cubicBezTo>
                    <a:pt x="77167" y="17917"/>
                    <a:pt x="77569" y="18486"/>
                    <a:pt x="77951" y="19069"/>
                  </a:cubicBezTo>
                  <a:cubicBezTo>
                    <a:pt x="78333" y="19651"/>
                    <a:pt x="78708" y="20247"/>
                    <a:pt x="79063" y="20843"/>
                  </a:cubicBezTo>
                  <a:cubicBezTo>
                    <a:pt x="79418" y="21446"/>
                    <a:pt x="79753" y="22055"/>
                    <a:pt x="80081" y="22672"/>
                  </a:cubicBezTo>
                  <a:cubicBezTo>
                    <a:pt x="80409" y="23288"/>
                    <a:pt x="80717" y="23911"/>
                    <a:pt x="81012" y="24547"/>
                  </a:cubicBezTo>
                  <a:cubicBezTo>
                    <a:pt x="81307" y="25176"/>
                    <a:pt x="81588" y="25813"/>
                    <a:pt x="81849" y="26462"/>
                  </a:cubicBezTo>
                  <a:cubicBezTo>
                    <a:pt x="82110" y="27112"/>
                    <a:pt x="82358" y="27762"/>
                    <a:pt x="82592" y="28418"/>
                  </a:cubicBezTo>
                  <a:cubicBezTo>
                    <a:pt x="82827" y="29074"/>
                    <a:pt x="83041" y="29737"/>
                    <a:pt x="83235" y="30407"/>
                  </a:cubicBezTo>
                  <a:cubicBezTo>
                    <a:pt x="83436" y="31077"/>
                    <a:pt x="83617" y="31753"/>
                    <a:pt x="83785" y="32430"/>
                  </a:cubicBezTo>
                  <a:cubicBezTo>
                    <a:pt x="83952" y="33106"/>
                    <a:pt x="84099" y="33789"/>
                    <a:pt x="84226" y="34472"/>
                  </a:cubicBezTo>
                  <a:cubicBezTo>
                    <a:pt x="84361" y="35155"/>
                    <a:pt x="84474" y="35845"/>
                    <a:pt x="84575" y="36535"/>
                  </a:cubicBezTo>
                  <a:cubicBezTo>
                    <a:pt x="84675" y="37225"/>
                    <a:pt x="84756" y="37921"/>
                    <a:pt x="84816" y="38611"/>
                  </a:cubicBezTo>
                  <a:cubicBezTo>
                    <a:pt x="84876" y="39308"/>
                    <a:pt x="84923" y="40004"/>
                    <a:pt x="84956" y="40701"/>
                  </a:cubicBezTo>
                  <a:cubicBezTo>
                    <a:pt x="84983" y="41397"/>
                    <a:pt x="84997" y="42094"/>
                    <a:pt x="84990" y="42790"/>
                  </a:cubicBezTo>
                  <a:cubicBezTo>
                    <a:pt x="84983" y="43487"/>
                    <a:pt x="84963" y="44183"/>
                    <a:pt x="84923" y="44880"/>
                  </a:cubicBezTo>
                  <a:cubicBezTo>
                    <a:pt x="84889" y="45576"/>
                    <a:pt x="84829" y="46273"/>
                    <a:pt x="84756" y="46969"/>
                  </a:cubicBezTo>
                  <a:cubicBezTo>
                    <a:pt x="84682" y="47659"/>
                    <a:pt x="84595" y="48349"/>
                    <a:pt x="84488" y="49039"/>
                  </a:cubicBezTo>
                  <a:cubicBezTo>
                    <a:pt x="84381" y="49729"/>
                    <a:pt x="84253" y="50418"/>
                    <a:pt x="84113" y="51101"/>
                  </a:cubicBezTo>
                  <a:cubicBezTo>
                    <a:pt x="83972" y="51785"/>
                    <a:pt x="83811" y="52461"/>
                    <a:pt x="83637" y="53138"/>
                  </a:cubicBezTo>
                  <a:cubicBezTo>
                    <a:pt x="83463" y="53814"/>
                    <a:pt x="83276" y="54484"/>
                    <a:pt x="83068" y="55147"/>
                  </a:cubicBezTo>
                  <a:cubicBezTo>
                    <a:pt x="82860" y="55816"/>
                    <a:pt x="82633" y="56479"/>
                    <a:pt x="82391" y="57129"/>
                  </a:cubicBezTo>
                  <a:cubicBezTo>
                    <a:pt x="82157" y="57785"/>
                    <a:pt x="81903" y="58435"/>
                    <a:pt x="81628" y="59078"/>
                  </a:cubicBezTo>
                  <a:cubicBezTo>
                    <a:pt x="81353" y="59721"/>
                    <a:pt x="81065" y="60357"/>
                    <a:pt x="80764" y="60980"/>
                  </a:cubicBezTo>
                  <a:cubicBezTo>
                    <a:pt x="80462" y="61609"/>
                    <a:pt x="80141" y="62232"/>
                    <a:pt x="79806" y="62842"/>
                  </a:cubicBezTo>
                  <a:cubicBezTo>
                    <a:pt x="79472" y="63451"/>
                    <a:pt x="79123" y="64061"/>
                    <a:pt x="78762" y="64657"/>
                  </a:cubicBezTo>
                  <a:cubicBezTo>
                    <a:pt x="78393" y="65253"/>
                    <a:pt x="78018" y="65836"/>
                    <a:pt x="77630" y="66411"/>
                  </a:cubicBezTo>
                  <a:cubicBezTo>
                    <a:pt x="77234" y="66987"/>
                    <a:pt x="76826" y="67557"/>
                    <a:pt x="76404" y="68113"/>
                  </a:cubicBezTo>
                  <a:cubicBezTo>
                    <a:pt x="75982" y="68669"/>
                    <a:pt x="75554" y="69218"/>
                    <a:pt x="75105" y="69747"/>
                  </a:cubicBezTo>
                  <a:cubicBezTo>
                    <a:pt x="74656" y="70283"/>
                    <a:pt x="74201" y="70805"/>
                    <a:pt x="73725" y="71321"/>
                  </a:cubicBezTo>
                  <a:cubicBezTo>
                    <a:pt x="73250" y="71836"/>
                    <a:pt x="72767" y="72332"/>
                    <a:pt x="72265" y="72821"/>
                  </a:cubicBezTo>
                  <a:cubicBezTo>
                    <a:pt x="71770" y="73310"/>
                    <a:pt x="71261" y="73792"/>
                    <a:pt x="70738" y="74254"/>
                  </a:cubicBezTo>
                  <a:cubicBezTo>
                    <a:pt x="70222" y="74716"/>
                    <a:pt x="69687" y="75165"/>
                    <a:pt x="69144" y="75600"/>
                  </a:cubicBezTo>
                  <a:cubicBezTo>
                    <a:pt x="68602" y="76035"/>
                    <a:pt x="68046" y="76464"/>
                    <a:pt x="67483" y="76872"/>
                  </a:cubicBezTo>
                  <a:cubicBezTo>
                    <a:pt x="66914" y="77281"/>
                    <a:pt x="66345" y="77683"/>
                    <a:pt x="65762" y="78065"/>
                  </a:cubicBezTo>
                  <a:cubicBezTo>
                    <a:pt x="65179" y="78446"/>
                    <a:pt x="64583" y="78808"/>
                    <a:pt x="63981" y="79163"/>
                  </a:cubicBezTo>
                  <a:cubicBezTo>
                    <a:pt x="63378" y="79518"/>
                    <a:pt x="62769" y="79853"/>
                    <a:pt x="62153" y="80174"/>
                  </a:cubicBezTo>
                  <a:cubicBezTo>
                    <a:pt x="61530" y="80503"/>
                    <a:pt x="60907" y="80811"/>
                    <a:pt x="60271" y="81099"/>
                  </a:cubicBezTo>
                  <a:cubicBezTo>
                    <a:pt x="59641" y="81387"/>
                    <a:pt x="59005" y="81668"/>
                    <a:pt x="58355" y="81929"/>
                  </a:cubicBezTo>
                  <a:cubicBezTo>
                    <a:pt x="57706" y="82190"/>
                    <a:pt x="57056" y="82431"/>
                    <a:pt x="56393" y="82659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D6E7EA02-9631-D02E-3187-64EA0B66D904}"/>
                </a:ext>
              </a:extLst>
            </p:cNvPr>
            <p:cNvSpPr/>
            <p:nvPr/>
          </p:nvSpPr>
          <p:spPr>
            <a:xfrm>
              <a:off x="451572" y="1583283"/>
              <a:ext cx="120524" cy="372963"/>
            </a:xfrm>
            <a:custGeom>
              <a:avLst/>
              <a:gdLst>
                <a:gd name="connsiteX0" fmla="*/ 0 w 120524"/>
                <a:gd name="connsiteY0" fmla="*/ 361344 h 372963"/>
                <a:gd name="connsiteX1" fmla="*/ 31772 w 120524"/>
                <a:gd name="connsiteY1" fmla="*/ 250216 h 372963"/>
                <a:gd name="connsiteX2" fmla="*/ 111851 w 120524"/>
                <a:gd name="connsiteY2" fmla="*/ 0 h 372963"/>
                <a:gd name="connsiteX3" fmla="*/ 120524 w 120524"/>
                <a:gd name="connsiteY3" fmla="*/ 9557 h 372963"/>
                <a:gd name="connsiteX4" fmla="*/ 15357 w 120524"/>
                <a:gd name="connsiteY4" fmla="*/ 357520 h 372963"/>
                <a:gd name="connsiteX5" fmla="*/ 12524 w 120524"/>
                <a:gd name="connsiteY5" fmla="*/ 372964 h 372963"/>
                <a:gd name="connsiteX6" fmla="*/ 0 w 120524"/>
                <a:gd name="connsiteY6" fmla="*/ 361344 h 37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524" h="372963">
                  <a:moveTo>
                    <a:pt x="0" y="361344"/>
                  </a:moveTo>
                  <a:cubicBezTo>
                    <a:pt x="12202" y="325139"/>
                    <a:pt x="21123" y="286991"/>
                    <a:pt x="31772" y="250216"/>
                  </a:cubicBezTo>
                  <a:cubicBezTo>
                    <a:pt x="55962" y="166708"/>
                    <a:pt x="81097" y="81311"/>
                    <a:pt x="111851" y="0"/>
                  </a:cubicBezTo>
                  <a:lnTo>
                    <a:pt x="120524" y="9557"/>
                  </a:lnTo>
                  <a:cubicBezTo>
                    <a:pt x="82591" y="124810"/>
                    <a:pt x="50745" y="241537"/>
                    <a:pt x="15357" y="357520"/>
                  </a:cubicBezTo>
                  <a:lnTo>
                    <a:pt x="12524" y="372964"/>
                  </a:lnTo>
                  <a:lnTo>
                    <a:pt x="0" y="361344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7E5DD091-8AF1-60A5-97E9-1E589B00BE0B}"/>
                </a:ext>
              </a:extLst>
            </p:cNvPr>
            <p:cNvSpPr/>
            <p:nvPr/>
          </p:nvSpPr>
          <p:spPr>
            <a:xfrm>
              <a:off x="1209174" y="1603262"/>
              <a:ext cx="125607" cy="23485"/>
            </a:xfrm>
            <a:custGeom>
              <a:avLst/>
              <a:gdLst>
                <a:gd name="connsiteX0" fmla="*/ 125607 w 125607"/>
                <a:gd name="connsiteY0" fmla="*/ 4090 h 23485"/>
                <a:gd name="connsiteX1" fmla="*/ 57416 w 125607"/>
                <a:gd name="connsiteY1" fmla="*/ 22889 h 23485"/>
                <a:gd name="connsiteX2" fmla="*/ 0 w 125607"/>
                <a:gd name="connsiteY2" fmla="*/ 9401 h 23485"/>
                <a:gd name="connsiteX3" fmla="*/ 1051 w 125607"/>
                <a:gd name="connsiteY3" fmla="*/ 6829 h 23485"/>
                <a:gd name="connsiteX4" fmla="*/ 125607 w 125607"/>
                <a:gd name="connsiteY4" fmla="*/ 4090 h 2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07" h="23485">
                  <a:moveTo>
                    <a:pt x="125607" y="4090"/>
                  </a:moveTo>
                  <a:cubicBezTo>
                    <a:pt x="104718" y="11270"/>
                    <a:pt x="75565" y="13051"/>
                    <a:pt x="57416" y="22889"/>
                  </a:cubicBezTo>
                  <a:cubicBezTo>
                    <a:pt x="33788" y="25555"/>
                    <a:pt x="20969" y="18972"/>
                    <a:pt x="0" y="9401"/>
                  </a:cubicBezTo>
                  <a:lnTo>
                    <a:pt x="1051" y="6829"/>
                  </a:lnTo>
                  <a:cubicBezTo>
                    <a:pt x="38161" y="-1301"/>
                    <a:pt x="88297" y="-2118"/>
                    <a:pt x="125607" y="4090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B4F5EE4D-1BA2-BAB0-B3D9-09FFAC818907}"/>
                </a:ext>
              </a:extLst>
            </p:cNvPr>
            <p:cNvSpPr/>
            <p:nvPr/>
          </p:nvSpPr>
          <p:spPr>
            <a:xfrm>
              <a:off x="1266589" y="1607353"/>
              <a:ext cx="86481" cy="20293"/>
            </a:xfrm>
            <a:custGeom>
              <a:avLst/>
              <a:gdLst>
                <a:gd name="connsiteX0" fmla="*/ 0 w 86481"/>
                <a:gd name="connsiteY0" fmla="*/ 18799 h 20293"/>
                <a:gd name="connsiteX1" fmla="*/ 68192 w 86481"/>
                <a:gd name="connsiteY1" fmla="*/ 0 h 20293"/>
                <a:gd name="connsiteX2" fmla="*/ 86482 w 86481"/>
                <a:gd name="connsiteY2" fmla="*/ 11888 h 20293"/>
                <a:gd name="connsiteX3" fmla="*/ 0 w 86481"/>
                <a:gd name="connsiteY3" fmla="*/ 18799 h 2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81" h="20293">
                  <a:moveTo>
                    <a:pt x="0" y="18799"/>
                  </a:moveTo>
                  <a:cubicBezTo>
                    <a:pt x="18150" y="8961"/>
                    <a:pt x="47303" y="7179"/>
                    <a:pt x="68192" y="0"/>
                  </a:cubicBezTo>
                  <a:cubicBezTo>
                    <a:pt x="76322" y="3315"/>
                    <a:pt x="82839" y="3556"/>
                    <a:pt x="86482" y="11888"/>
                  </a:cubicBezTo>
                  <a:cubicBezTo>
                    <a:pt x="71647" y="24606"/>
                    <a:pt x="20052" y="19235"/>
                    <a:pt x="0" y="18799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C702AA3A-0146-B052-EB34-DA86490B1595}"/>
                </a:ext>
              </a:extLst>
            </p:cNvPr>
            <p:cNvSpPr/>
            <p:nvPr/>
          </p:nvSpPr>
          <p:spPr>
            <a:xfrm>
              <a:off x="1108587" y="1617870"/>
              <a:ext cx="52168" cy="52165"/>
            </a:xfrm>
            <a:custGeom>
              <a:avLst/>
              <a:gdLst>
                <a:gd name="connsiteX0" fmla="*/ 630 w 52168"/>
                <a:gd name="connsiteY0" fmla="*/ 31783 h 52165"/>
                <a:gd name="connsiteX1" fmla="*/ 108 w 52168"/>
                <a:gd name="connsiteY1" fmla="*/ 28448 h 52165"/>
                <a:gd name="connsiteX2" fmla="*/ 21 w 52168"/>
                <a:gd name="connsiteY2" fmla="*/ 25072 h 52165"/>
                <a:gd name="connsiteX3" fmla="*/ 369 w 52168"/>
                <a:gd name="connsiteY3" fmla="*/ 21710 h 52165"/>
                <a:gd name="connsiteX4" fmla="*/ 1153 w 52168"/>
                <a:gd name="connsiteY4" fmla="*/ 18429 h 52165"/>
                <a:gd name="connsiteX5" fmla="*/ 2351 w 52168"/>
                <a:gd name="connsiteY5" fmla="*/ 15268 h 52165"/>
                <a:gd name="connsiteX6" fmla="*/ 3946 w 52168"/>
                <a:gd name="connsiteY6" fmla="*/ 12294 h 52165"/>
                <a:gd name="connsiteX7" fmla="*/ 5915 w 52168"/>
                <a:gd name="connsiteY7" fmla="*/ 9548 h 52165"/>
                <a:gd name="connsiteX8" fmla="*/ 8218 w 52168"/>
                <a:gd name="connsiteY8" fmla="*/ 7083 h 52165"/>
                <a:gd name="connsiteX9" fmla="*/ 10823 w 52168"/>
                <a:gd name="connsiteY9" fmla="*/ 4934 h 52165"/>
                <a:gd name="connsiteX10" fmla="*/ 13683 w 52168"/>
                <a:gd name="connsiteY10" fmla="*/ 3139 h 52165"/>
                <a:gd name="connsiteX11" fmla="*/ 16751 w 52168"/>
                <a:gd name="connsiteY11" fmla="*/ 1732 h 52165"/>
                <a:gd name="connsiteX12" fmla="*/ 19979 w 52168"/>
                <a:gd name="connsiteY12" fmla="*/ 728 h 52165"/>
                <a:gd name="connsiteX13" fmla="*/ 23307 w 52168"/>
                <a:gd name="connsiteY13" fmla="*/ 152 h 52165"/>
                <a:gd name="connsiteX14" fmla="*/ 26676 w 52168"/>
                <a:gd name="connsiteY14" fmla="*/ 5 h 52165"/>
                <a:gd name="connsiteX15" fmla="*/ 30045 w 52168"/>
                <a:gd name="connsiteY15" fmla="*/ 299 h 52165"/>
                <a:gd name="connsiteX16" fmla="*/ 33340 w 52168"/>
                <a:gd name="connsiteY16" fmla="*/ 1029 h 52165"/>
                <a:gd name="connsiteX17" fmla="*/ 35510 w 52168"/>
                <a:gd name="connsiteY17" fmla="*/ 1759 h 52165"/>
                <a:gd name="connsiteX18" fmla="*/ 37599 w 52168"/>
                <a:gd name="connsiteY18" fmla="*/ 2677 h 52165"/>
                <a:gd name="connsiteX19" fmla="*/ 39609 w 52168"/>
                <a:gd name="connsiteY19" fmla="*/ 3775 h 52165"/>
                <a:gd name="connsiteX20" fmla="*/ 41511 w 52168"/>
                <a:gd name="connsiteY20" fmla="*/ 5048 h 52165"/>
                <a:gd name="connsiteX21" fmla="*/ 43292 w 52168"/>
                <a:gd name="connsiteY21" fmla="*/ 6481 h 52165"/>
                <a:gd name="connsiteX22" fmla="*/ 44939 w 52168"/>
                <a:gd name="connsiteY22" fmla="*/ 8061 h 52165"/>
                <a:gd name="connsiteX23" fmla="*/ 46446 w 52168"/>
                <a:gd name="connsiteY23" fmla="*/ 9782 h 52165"/>
                <a:gd name="connsiteX24" fmla="*/ 47799 w 52168"/>
                <a:gd name="connsiteY24" fmla="*/ 11631 h 52165"/>
                <a:gd name="connsiteX25" fmla="*/ 48978 w 52168"/>
                <a:gd name="connsiteY25" fmla="*/ 13586 h 52165"/>
                <a:gd name="connsiteX26" fmla="*/ 49989 w 52168"/>
                <a:gd name="connsiteY26" fmla="*/ 15643 h 52165"/>
                <a:gd name="connsiteX27" fmla="*/ 50813 w 52168"/>
                <a:gd name="connsiteY27" fmla="*/ 17772 h 52165"/>
                <a:gd name="connsiteX28" fmla="*/ 51442 w 52168"/>
                <a:gd name="connsiteY28" fmla="*/ 19969 h 52165"/>
                <a:gd name="connsiteX29" fmla="*/ 51878 w 52168"/>
                <a:gd name="connsiteY29" fmla="*/ 22213 h 52165"/>
                <a:gd name="connsiteX30" fmla="*/ 52119 w 52168"/>
                <a:gd name="connsiteY30" fmla="*/ 24490 h 52165"/>
                <a:gd name="connsiteX31" fmla="*/ 52159 w 52168"/>
                <a:gd name="connsiteY31" fmla="*/ 26773 h 52165"/>
                <a:gd name="connsiteX32" fmla="*/ 51998 w 52168"/>
                <a:gd name="connsiteY32" fmla="*/ 29057 h 52165"/>
                <a:gd name="connsiteX33" fmla="*/ 51637 w 52168"/>
                <a:gd name="connsiteY33" fmla="*/ 31314 h 52165"/>
                <a:gd name="connsiteX34" fmla="*/ 51081 w 52168"/>
                <a:gd name="connsiteY34" fmla="*/ 33538 h 52165"/>
                <a:gd name="connsiteX35" fmla="*/ 50331 w 52168"/>
                <a:gd name="connsiteY35" fmla="*/ 35694 h 52165"/>
                <a:gd name="connsiteX36" fmla="*/ 49400 w 52168"/>
                <a:gd name="connsiteY36" fmla="*/ 37784 h 52165"/>
                <a:gd name="connsiteX37" fmla="*/ 48281 w 52168"/>
                <a:gd name="connsiteY37" fmla="*/ 39780 h 52165"/>
                <a:gd name="connsiteX38" fmla="*/ 46995 w 52168"/>
                <a:gd name="connsiteY38" fmla="*/ 41675 h 52165"/>
                <a:gd name="connsiteX39" fmla="*/ 45549 w 52168"/>
                <a:gd name="connsiteY39" fmla="*/ 43443 h 52165"/>
                <a:gd name="connsiteX40" fmla="*/ 43955 w 52168"/>
                <a:gd name="connsiteY40" fmla="*/ 45084 h 52165"/>
                <a:gd name="connsiteX41" fmla="*/ 42220 w 52168"/>
                <a:gd name="connsiteY41" fmla="*/ 46577 h 52165"/>
                <a:gd name="connsiteX42" fmla="*/ 40365 w 52168"/>
                <a:gd name="connsiteY42" fmla="*/ 47910 h 52165"/>
                <a:gd name="connsiteX43" fmla="*/ 38396 w 52168"/>
                <a:gd name="connsiteY43" fmla="*/ 49075 h 52165"/>
                <a:gd name="connsiteX44" fmla="*/ 36333 w 52168"/>
                <a:gd name="connsiteY44" fmla="*/ 50066 h 52165"/>
                <a:gd name="connsiteX45" fmla="*/ 34197 w 52168"/>
                <a:gd name="connsiteY45" fmla="*/ 50877 h 52165"/>
                <a:gd name="connsiteX46" fmla="*/ 31994 w 52168"/>
                <a:gd name="connsiteY46" fmla="*/ 51486 h 52165"/>
                <a:gd name="connsiteX47" fmla="*/ 29743 w 52168"/>
                <a:gd name="connsiteY47" fmla="*/ 51908 h 52165"/>
                <a:gd name="connsiteX48" fmla="*/ 27466 w 52168"/>
                <a:gd name="connsiteY48" fmla="*/ 52129 h 52165"/>
                <a:gd name="connsiteX49" fmla="*/ 25176 w 52168"/>
                <a:gd name="connsiteY49" fmla="*/ 52149 h 52165"/>
                <a:gd name="connsiteX50" fmla="*/ 22899 w 52168"/>
                <a:gd name="connsiteY50" fmla="*/ 51969 h 52165"/>
                <a:gd name="connsiteX51" fmla="*/ 20642 w 52168"/>
                <a:gd name="connsiteY51" fmla="*/ 51594 h 52165"/>
                <a:gd name="connsiteX52" fmla="*/ 18431 w 52168"/>
                <a:gd name="connsiteY52" fmla="*/ 51017 h 52165"/>
                <a:gd name="connsiteX53" fmla="*/ 16275 w 52168"/>
                <a:gd name="connsiteY53" fmla="*/ 50254 h 52165"/>
                <a:gd name="connsiteX54" fmla="*/ 14192 w 52168"/>
                <a:gd name="connsiteY54" fmla="*/ 49296 h 52165"/>
                <a:gd name="connsiteX55" fmla="*/ 12203 w 52168"/>
                <a:gd name="connsiteY55" fmla="*/ 48171 h 52165"/>
                <a:gd name="connsiteX56" fmla="*/ 10321 w 52168"/>
                <a:gd name="connsiteY56" fmla="*/ 46865 h 52165"/>
                <a:gd name="connsiteX57" fmla="*/ 8567 w 52168"/>
                <a:gd name="connsiteY57" fmla="*/ 45405 h 52165"/>
                <a:gd name="connsiteX58" fmla="*/ 6939 w 52168"/>
                <a:gd name="connsiteY58" fmla="*/ 43798 h 52165"/>
                <a:gd name="connsiteX59" fmla="*/ 5459 w 52168"/>
                <a:gd name="connsiteY59" fmla="*/ 42050 h 52165"/>
                <a:gd name="connsiteX60" fmla="*/ 4140 w 52168"/>
                <a:gd name="connsiteY60" fmla="*/ 40188 h 52165"/>
                <a:gd name="connsiteX61" fmla="*/ 2988 w 52168"/>
                <a:gd name="connsiteY61" fmla="*/ 38206 h 52165"/>
                <a:gd name="connsiteX62" fmla="*/ 2017 w 52168"/>
                <a:gd name="connsiteY62" fmla="*/ 36136 h 52165"/>
                <a:gd name="connsiteX63" fmla="*/ 1226 w 52168"/>
                <a:gd name="connsiteY63" fmla="*/ 33993 h 52165"/>
                <a:gd name="connsiteX64" fmla="*/ 630 w 52168"/>
                <a:gd name="connsiteY64" fmla="*/ 31783 h 52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2168" h="52165">
                  <a:moveTo>
                    <a:pt x="630" y="31783"/>
                  </a:moveTo>
                  <a:cubicBezTo>
                    <a:pt x="383" y="30678"/>
                    <a:pt x="209" y="29566"/>
                    <a:pt x="108" y="28448"/>
                  </a:cubicBezTo>
                  <a:cubicBezTo>
                    <a:pt x="7" y="27323"/>
                    <a:pt x="-26" y="26197"/>
                    <a:pt x="21" y="25072"/>
                  </a:cubicBezTo>
                  <a:cubicBezTo>
                    <a:pt x="68" y="23940"/>
                    <a:pt x="182" y="22822"/>
                    <a:pt x="369" y="21710"/>
                  </a:cubicBezTo>
                  <a:cubicBezTo>
                    <a:pt x="556" y="20599"/>
                    <a:pt x="818" y="19507"/>
                    <a:pt x="1153" y="18429"/>
                  </a:cubicBezTo>
                  <a:cubicBezTo>
                    <a:pt x="1481" y="17350"/>
                    <a:pt x="1883" y="16292"/>
                    <a:pt x="2351" y="15268"/>
                  </a:cubicBezTo>
                  <a:cubicBezTo>
                    <a:pt x="2814" y="14243"/>
                    <a:pt x="3350" y="13252"/>
                    <a:pt x="3946" y="12294"/>
                  </a:cubicBezTo>
                  <a:cubicBezTo>
                    <a:pt x="4542" y="11336"/>
                    <a:pt x="5198" y="10425"/>
                    <a:pt x="5915" y="9548"/>
                  </a:cubicBezTo>
                  <a:cubicBezTo>
                    <a:pt x="6631" y="8677"/>
                    <a:pt x="7395" y="7854"/>
                    <a:pt x="8218" y="7083"/>
                  </a:cubicBezTo>
                  <a:cubicBezTo>
                    <a:pt x="9042" y="6313"/>
                    <a:pt x="9906" y="5597"/>
                    <a:pt x="10823" y="4934"/>
                  </a:cubicBezTo>
                  <a:cubicBezTo>
                    <a:pt x="11741" y="4271"/>
                    <a:pt x="12692" y="3674"/>
                    <a:pt x="13683" y="3139"/>
                  </a:cubicBezTo>
                  <a:cubicBezTo>
                    <a:pt x="14674" y="2603"/>
                    <a:pt x="15699" y="2134"/>
                    <a:pt x="16751" y="1732"/>
                  </a:cubicBezTo>
                  <a:cubicBezTo>
                    <a:pt x="17802" y="1324"/>
                    <a:pt x="18880" y="989"/>
                    <a:pt x="19979" y="728"/>
                  </a:cubicBezTo>
                  <a:cubicBezTo>
                    <a:pt x="21070" y="467"/>
                    <a:pt x="22182" y="272"/>
                    <a:pt x="23307" y="152"/>
                  </a:cubicBezTo>
                  <a:cubicBezTo>
                    <a:pt x="24426" y="31"/>
                    <a:pt x="25551" y="-16"/>
                    <a:pt x="26676" y="5"/>
                  </a:cubicBezTo>
                  <a:cubicBezTo>
                    <a:pt x="27808" y="31"/>
                    <a:pt x="28926" y="132"/>
                    <a:pt x="30045" y="299"/>
                  </a:cubicBezTo>
                  <a:cubicBezTo>
                    <a:pt x="31156" y="473"/>
                    <a:pt x="32255" y="714"/>
                    <a:pt x="33340" y="1029"/>
                  </a:cubicBezTo>
                  <a:cubicBezTo>
                    <a:pt x="34070" y="1244"/>
                    <a:pt x="34793" y="1484"/>
                    <a:pt x="35510" y="1759"/>
                  </a:cubicBezTo>
                  <a:cubicBezTo>
                    <a:pt x="36219" y="2034"/>
                    <a:pt x="36916" y="2342"/>
                    <a:pt x="37599" y="2677"/>
                  </a:cubicBezTo>
                  <a:cubicBezTo>
                    <a:pt x="38289" y="3018"/>
                    <a:pt x="38959" y="3380"/>
                    <a:pt x="39609" y="3775"/>
                  </a:cubicBezTo>
                  <a:cubicBezTo>
                    <a:pt x="40258" y="4170"/>
                    <a:pt x="40894" y="4599"/>
                    <a:pt x="41511" y="5048"/>
                  </a:cubicBezTo>
                  <a:cubicBezTo>
                    <a:pt x="42120" y="5496"/>
                    <a:pt x="42716" y="5978"/>
                    <a:pt x="43292" y="6481"/>
                  </a:cubicBezTo>
                  <a:cubicBezTo>
                    <a:pt x="43861" y="6983"/>
                    <a:pt x="44410" y="7512"/>
                    <a:pt x="44939" y="8061"/>
                  </a:cubicBezTo>
                  <a:cubicBezTo>
                    <a:pt x="45469" y="8617"/>
                    <a:pt x="45971" y="9187"/>
                    <a:pt x="46446" y="9782"/>
                  </a:cubicBezTo>
                  <a:cubicBezTo>
                    <a:pt x="46922" y="10378"/>
                    <a:pt x="47377" y="10995"/>
                    <a:pt x="47799" y="11631"/>
                  </a:cubicBezTo>
                  <a:cubicBezTo>
                    <a:pt x="48221" y="12267"/>
                    <a:pt x="48610" y="12917"/>
                    <a:pt x="48978" y="13586"/>
                  </a:cubicBezTo>
                  <a:cubicBezTo>
                    <a:pt x="49346" y="14256"/>
                    <a:pt x="49681" y="14939"/>
                    <a:pt x="49989" y="15643"/>
                  </a:cubicBezTo>
                  <a:cubicBezTo>
                    <a:pt x="50290" y="16339"/>
                    <a:pt x="50565" y="17049"/>
                    <a:pt x="50813" y="17772"/>
                  </a:cubicBezTo>
                  <a:cubicBezTo>
                    <a:pt x="51054" y="18496"/>
                    <a:pt x="51262" y="19226"/>
                    <a:pt x="51442" y="19969"/>
                  </a:cubicBezTo>
                  <a:cubicBezTo>
                    <a:pt x="51623" y="20712"/>
                    <a:pt x="51764" y="21456"/>
                    <a:pt x="51878" y="22213"/>
                  </a:cubicBezTo>
                  <a:cubicBezTo>
                    <a:pt x="51992" y="22969"/>
                    <a:pt x="52072" y="23726"/>
                    <a:pt x="52119" y="24490"/>
                  </a:cubicBezTo>
                  <a:cubicBezTo>
                    <a:pt x="52166" y="25253"/>
                    <a:pt x="52179" y="26017"/>
                    <a:pt x="52159" y="26773"/>
                  </a:cubicBezTo>
                  <a:cubicBezTo>
                    <a:pt x="52139" y="27537"/>
                    <a:pt x="52085" y="28300"/>
                    <a:pt x="51998" y="29057"/>
                  </a:cubicBezTo>
                  <a:cubicBezTo>
                    <a:pt x="51911" y="29814"/>
                    <a:pt x="51791" y="30571"/>
                    <a:pt x="51637" y="31314"/>
                  </a:cubicBezTo>
                  <a:cubicBezTo>
                    <a:pt x="51482" y="32064"/>
                    <a:pt x="51302" y="32808"/>
                    <a:pt x="51081" y="33538"/>
                  </a:cubicBezTo>
                  <a:cubicBezTo>
                    <a:pt x="50860" y="34268"/>
                    <a:pt x="50612" y="34984"/>
                    <a:pt x="50331" y="35694"/>
                  </a:cubicBezTo>
                  <a:cubicBezTo>
                    <a:pt x="50049" y="36404"/>
                    <a:pt x="49742" y="37101"/>
                    <a:pt x="49400" y="37784"/>
                  </a:cubicBezTo>
                  <a:cubicBezTo>
                    <a:pt x="49058" y="38467"/>
                    <a:pt x="48683" y="39130"/>
                    <a:pt x="48281" y="39780"/>
                  </a:cubicBezTo>
                  <a:cubicBezTo>
                    <a:pt x="47880" y="40429"/>
                    <a:pt x="47451" y="41065"/>
                    <a:pt x="46995" y="41675"/>
                  </a:cubicBezTo>
                  <a:cubicBezTo>
                    <a:pt x="46540" y="42284"/>
                    <a:pt x="46058" y="42874"/>
                    <a:pt x="45549" y="43443"/>
                  </a:cubicBezTo>
                  <a:cubicBezTo>
                    <a:pt x="45046" y="44012"/>
                    <a:pt x="44511" y="44561"/>
                    <a:pt x="43955" y="45084"/>
                  </a:cubicBezTo>
                  <a:cubicBezTo>
                    <a:pt x="43399" y="45606"/>
                    <a:pt x="42817" y="46102"/>
                    <a:pt x="42220" y="46577"/>
                  </a:cubicBezTo>
                  <a:cubicBezTo>
                    <a:pt x="41624" y="47053"/>
                    <a:pt x="41001" y="47495"/>
                    <a:pt x="40365" y="47910"/>
                  </a:cubicBezTo>
                  <a:cubicBezTo>
                    <a:pt x="39729" y="48332"/>
                    <a:pt x="39073" y="48720"/>
                    <a:pt x="38396" y="49075"/>
                  </a:cubicBezTo>
                  <a:cubicBezTo>
                    <a:pt x="37720" y="49437"/>
                    <a:pt x="37037" y="49765"/>
                    <a:pt x="36333" y="50066"/>
                  </a:cubicBezTo>
                  <a:cubicBezTo>
                    <a:pt x="35630" y="50368"/>
                    <a:pt x="34920" y="50636"/>
                    <a:pt x="34197" y="50877"/>
                  </a:cubicBezTo>
                  <a:cubicBezTo>
                    <a:pt x="33467" y="51111"/>
                    <a:pt x="32737" y="51319"/>
                    <a:pt x="31994" y="51486"/>
                  </a:cubicBezTo>
                  <a:cubicBezTo>
                    <a:pt x="31250" y="51660"/>
                    <a:pt x="30500" y="51801"/>
                    <a:pt x="29743" y="51908"/>
                  </a:cubicBezTo>
                  <a:cubicBezTo>
                    <a:pt x="28987" y="52015"/>
                    <a:pt x="28230" y="52089"/>
                    <a:pt x="27466" y="52129"/>
                  </a:cubicBezTo>
                  <a:cubicBezTo>
                    <a:pt x="26703" y="52170"/>
                    <a:pt x="25939" y="52176"/>
                    <a:pt x="25176" y="52149"/>
                  </a:cubicBezTo>
                  <a:cubicBezTo>
                    <a:pt x="24419" y="52123"/>
                    <a:pt x="23656" y="52062"/>
                    <a:pt x="22899" y="51969"/>
                  </a:cubicBezTo>
                  <a:cubicBezTo>
                    <a:pt x="22142" y="51882"/>
                    <a:pt x="21385" y="51754"/>
                    <a:pt x="20642" y="51594"/>
                  </a:cubicBezTo>
                  <a:cubicBezTo>
                    <a:pt x="19898" y="51433"/>
                    <a:pt x="19162" y="51239"/>
                    <a:pt x="18431" y="51017"/>
                  </a:cubicBezTo>
                  <a:cubicBezTo>
                    <a:pt x="17702" y="50797"/>
                    <a:pt x="16978" y="50542"/>
                    <a:pt x="16275" y="50254"/>
                  </a:cubicBezTo>
                  <a:cubicBezTo>
                    <a:pt x="15565" y="49966"/>
                    <a:pt x="14869" y="49645"/>
                    <a:pt x="14192" y="49296"/>
                  </a:cubicBezTo>
                  <a:cubicBezTo>
                    <a:pt x="13516" y="48955"/>
                    <a:pt x="12853" y="48580"/>
                    <a:pt x="12203" y="48171"/>
                  </a:cubicBezTo>
                  <a:cubicBezTo>
                    <a:pt x="11560" y="47763"/>
                    <a:pt x="10931" y="47327"/>
                    <a:pt x="10321" y="46865"/>
                  </a:cubicBezTo>
                  <a:cubicBezTo>
                    <a:pt x="9712" y="46403"/>
                    <a:pt x="9129" y="45921"/>
                    <a:pt x="8567" y="45405"/>
                  </a:cubicBezTo>
                  <a:cubicBezTo>
                    <a:pt x="7997" y="44896"/>
                    <a:pt x="7455" y="44360"/>
                    <a:pt x="6939" y="43798"/>
                  </a:cubicBezTo>
                  <a:cubicBezTo>
                    <a:pt x="6423" y="43242"/>
                    <a:pt x="5928" y="42659"/>
                    <a:pt x="5459" y="42050"/>
                  </a:cubicBezTo>
                  <a:cubicBezTo>
                    <a:pt x="4997" y="41447"/>
                    <a:pt x="4555" y="40824"/>
                    <a:pt x="4140" y="40188"/>
                  </a:cubicBezTo>
                  <a:cubicBezTo>
                    <a:pt x="3731" y="39545"/>
                    <a:pt x="3343" y="38882"/>
                    <a:pt x="2988" y="38206"/>
                  </a:cubicBezTo>
                  <a:cubicBezTo>
                    <a:pt x="2633" y="37529"/>
                    <a:pt x="2311" y="36840"/>
                    <a:pt x="2017" y="36136"/>
                  </a:cubicBezTo>
                  <a:cubicBezTo>
                    <a:pt x="1722" y="35433"/>
                    <a:pt x="1461" y="34723"/>
                    <a:pt x="1226" y="33993"/>
                  </a:cubicBezTo>
                  <a:cubicBezTo>
                    <a:pt x="992" y="33263"/>
                    <a:pt x="798" y="32526"/>
                    <a:pt x="630" y="31783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025DB040-B27E-A638-086F-947C4566AA45}"/>
                </a:ext>
              </a:extLst>
            </p:cNvPr>
            <p:cNvSpPr/>
            <p:nvPr/>
          </p:nvSpPr>
          <p:spPr>
            <a:xfrm>
              <a:off x="1491408" y="1643730"/>
              <a:ext cx="36415" cy="36412"/>
            </a:xfrm>
            <a:custGeom>
              <a:avLst/>
              <a:gdLst>
                <a:gd name="connsiteX0" fmla="*/ 26797 w 36415"/>
                <a:gd name="connsiteY0" fmla="*/ 34259 h 36412"/>
                <a:gd name="connsiteX1" fmla="*/ 24601 w 36415"/>
                <a:gd name="connsiteY1" fmla="*/ 35250 h 36412"/>
                <a:gd name="connsiteX2" fmla="*/ 22297 w 36415"/>
                <a:gd name="connsiteY2" fmla="*/ 35947 h 36412"/>
                <a:gd name="connsiteX3" fmla="*/ 19926 w 36415"/>
                <a:gd name="connsiteY3" fmla="*/ 36328 h 36412"/>
                <a:gd name="connsiteX4" fmla="*/ 17515 w 36415"/>
                <a:gd name="connsiteY4" fmla="*/ 36402 h 36412"/>
                <a:gd name="connsiteX5" fmla="*/ 15124 w 36415"/>
                <a:gd name="connsiteY5" fmla="*/ 36148 h 36412"/>
                <a:gd name="connsiteX6" fmla="*/ 12780 w 36415"/>
                <a:gd name="connsiteY6" fmla="*/ 35585 h 36412"/>
                <a:gd name="connsiteX7" fmla="*/ 10536 w 36415"/>
                <a:gd name="connsiteY7" fmla="*/ 34721 h 36412"/>
                <a:gd name="connsiteX8" fmla="*/ 8427 w 36415"/>
                <a:gd name="connsiteY8" fmla="*/ 33562 h 36412"/>
                <a:gd name="connsiteX9" fmla="*/ 6484 w 36415"/>
                <a:gd name="connsiteY9" fmla="*/ 32136 h 36412"/>
                <a:gd name="connsiteX10" fmla="*/ 4750 w 36415"/>
                <a:gd name="connsiteY10" fmla="*/ 30468 h 36412"/>
                <a:gd name="connsiteX11" fmla="*/ 3250 w 36415"/>
                <a:gd name="connsiteY11" fmla="*/ 28587 h 36412"/>
                <a:gd name="connsiteX12" fmla="*/ 2011 w 36415"/>
                <a:gd name="connsiteY12" fmla="*/ 26524 h 36412"/>
                <a:gd name="connsiteX13" fmla="*/ 1053 w 36415"/>
                <a:gd name="connsiteY13" fmla="*/ 24314 h 36412"/>
                <a:gd name="connsiteX14" fmla="*/ 397 w 36415"/>
                <a:gd name="connsiteY14" fmla="*/ 21996 h 36412"/>
                <a:gd name="connsiteX15" fmla="*/ 55 w 36415"/>
                <a:gd name="connsiteY15" fmla="*/ 19612 h 36412"/>
                <a:gd name="connsiteX16" fmla="*/ 28 w 36415"/>
                <a:gd name="connsiteY16" fmla="*/ 17208 h 36412"/>
                <a:gd name="connsiteX17" fmla="*/ 316 w 36415"/>
                <a:gd name="connsiteY17" fmla="*/ 14817 h 36412"/>
                <a:gd name="connsiteX18" fmla="*/ 925 w 36415"/>
                <a:gd name="connsiteY18" fmla="*/ 12486 h 36412"/>
                <a:gd name="connsiteX19" fmla="*/ 1830 w 36415"/>
                <a:gd name="connsiteY19" fmla="*/ 10256 h 36412"/>
                <a:gd name="connsiteX20" fmla="*/ 3022 w 36415"/>
                <a:gd name="connsiteY20" fmla="*/ 8166 h 36412"/>
                <a:gd name="connsiteX21" fmla="*/ 4475 w 36415"/>
                <a:gd name="connsiteY21" fmla="*/ 6251 h 36412"/>
                <a:gd name="connsiteX22" fmla="*/ 6176 w 36415"/>
                <a:gd name="connsiteY22" fmla="*/ 4543 h 36412"/>
                <a:gd name="connsiteX23" fmla="*/ 8085 w 36415"/>
                <a:gd name="connsiteY23" fmla="*/ 3077 h 36412"/>
                <a:gd name="connsiteX24" fmla="*/ 10168 w 36415"/>
                <a:gd name="connsiteY24" fmla="*/ 1871 h 36412"/>
                <a:gd name="connsiteX25" fmla="*/ 11789 w 36415"/>
                <a:gd name="connsiteY25" fmla="*/ 1168 h 36412"/>
                <a:gd name="connsiteX26" fmla="*/ 13470 w 36415"/>
                <a:gd name="connsiteY26" fmla="*/ 625 h 36412"/>
                <a:gd name="connsiteX27" fmla="*/ 15198 w 36415"/>
                <a:gd name="connsiteY27" fmla="*/ 250 h 36412"/>
                <a:gd name="connsiteX28" fmla="*/ 16952 w 36415"/>
                <a:gd name="connsiteY28" fmla="*/ 43 h 36412"/>
                <a:gd name="connsiteX29" fmla="*/ 18720 w 36415"/>
                <a:gd name="connsiteY29" fmla="*/ 9 h 36412"/>
                <a:gd name="connsiteX30" fmla="*/ 20488 w 36415"/>
                <a:gd name="connsiteY30" fmla="*/ 143 h 36412"/>
                <a:gd name="connsiteX31" fmla="*/ 22223 w 36415"/>
                <a:gd name="connsiteY31" fmla="*/ 451 h 36412"/>
                <a:gd name="connsiteX32" fmla="*/ 23931 w 36415"/>
                <a:gd name="connsiteY32" fmla="*/ 920 h 36412"/>
                <a:gd name="connsiteX33" fmla="*/ 25578 w 36415"/>
                <a:gd name="connsiteY33" fmla="*/ 1556 h 36412"/>
                <a:gd name="connsiteX34" fmla="*/ 27159 w 36415"/>
                <a:gd name="connsiteY34" fmla="*/ 2353 h 36412"/>
                <a:gd name="connsiteX35" fmla="*/ 28652 w 36415"/>
                <a:gd name="connsiteY35" fmla="*/ 3298 h 36412"/>
                <a:gd name="connsiteX36" fmla="*/ 30052 w 36415"/>
                <a:gd name="connsiteY36" fmla="*/ 4376 h 36412"/>
                <a:gd name="connsiteX37" fmla="*/ 31338 w 36415"/>
                <a:gd name="connsiteY37" fmla="*/ 5595 h 36412"/>
                <a:gd name="connsiteX38" fmla="*/ 32497 w 36415"/>
                <a:gd name="connsiteY38" fmla="*/ 6928 h 36412"/>
                <a:gd name="connsiteX39" fmla="*/ 33521 w 36415"/>
                <a:gd name="connsiteY39" fmla="*/ 8361 h 36412"/>
                <a:gd name="connsiteX40" fmla="*/ 34405 w 36415"/>
                <a:gd name="connsiteY40" fmla="*/ 9894 h 36412"/>
                <a:gd name="connsiteX41" fmla="*/ 35135 w 36415"/>
                <a:gd name="connsiteY41" fmla="*/ 11502 h 36412"/>
                <a:gd name="connsiteX42" fmla="*/ 35705 w 36415"/>
                <a:gd name="connsiteY42" fmla="*/ 13176 h 36412"/>
                <a:gd name="connsiteX43" fmla="*/ 36113 w 36415"/>
                <a:gd name="connsiteY43" fmla="*/ 14897 h 36412"/>
                <a:gd name="connsiteX44" fmla="*/ 36347 w 36415"/>
                <a:gd name="connsiteY44" fmla="*/ 16645 h 36412"/>
                <a:gd name="connsiteX45" fmla="*/ 36414 w 36415"/>
                <a:gd name="connsiteY45" fmla="*/ 18413 h 36412"/>
                <a:gd name="connsiteX46" fmla="*/ 36307 w 36415"/>
                <a:gd name="connsiteY46" fmla="*/ 20175 h 36412"/>
                <a:gd name="connsiteX47" fmla="*/ 36033 w 36415"/>
                <a:gd name="connsiteY47" fmla="*/ 21923 h 36412"/>
                <a:gd name="connsiteX48" fmla="*/ 35584 w 36415"/>
                <a:gd name="connsiteY48" fmla="*/ 23630 h 36412"/>
                <a:gd name="connsiteX49" fmla="*/ 34981 w 36415"/>
                <a:gd name="connsiteY49" fmla="*/ 25291 h 36412"/>
                <a:gd name="connsiteX50" fmla="*/ 34211 w 36415"/>
                <a:gd name="connsiteY50" fmla="*/ 26885 h 36412"/>
                <a:gd name="connsiteX51" fmla="*/ 33293 w 36415"/>
                <a:gd name="connsiteY51" fmla="*/ 28392 h 36412"/>
                <a:gd name="connsiteX52" fmla="*/ 32236 w 36415"/>
                <a:gd name="connsiteY52" fmla="*/ 29812 h 36412"/>
                <a:gd name="connsiteX53" fmla="*/ 31043 w 36415"/>
                <a:gd name="connsiteY53" fmla="*/ 31118 h 36412"/>
                <a:gd name="connsiteX54" fmla="*/ 29731 w 36415"/>
                <a:gd name="connsiteY54" fmla="*/ 32297 h 36412"/>
                <a:gd name="connsiteX55" fmla="*/ 28311 w 36415"/>
                <a:gd name="connsiteY55" fmla="*/ 33348 h 36412"/>
                <a:gd name="connsiteX56" fmla="*/ 26797 w 36415"/>
                <a:gd name="connsiteY56" fmla="*/ 34259 h 3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6415" h="36412">
                  <a:moveTo>
                    <a:pt x="26797" y="34259"/>
                  </a:moveTo>
                  <a:cubicBezTo>
                    <a:pt x="26087" y="34641"/>
                    <a:pt x="25357" y="34969"/>
                    <a:pt x="24601" y="35250"/>
                  </a:cubicBezTo>
                  <a:cubicBezTo>
                    <a:pt x="23850" y="35532"/>
                    <a:pt x="23080" y="35766"/>
                    <a:pt x="22297" y="35947"/>
                  </a:cubicBezTo>
                  <a:cubicBezTo>
                    <a:pt x="21513" y="36127"/>
                    <a:pt x="20723" y="36255"/>
                    <a:pt x="19926" y="36328"/>
                  </a:cubicBezTo>
                  <a:cubicBezTo>
                    <a:pt x="19122" y="36402"/>
                    <a:pt x="18319" y="36429"/>
                    <a:pt x="17515" y="36402"/>
                  </a:cubicBezTo>
                  <a:cubicBezTo>
                    <a:pt x="16711" y="36369"/>
                    <a:pt x="15914" y="36288"/>
                    <a:pt x="15124" y="36148"/>
                  </a:cubicBezTo>
                  <a:cubicBezTo>
                    <a:pt x="14327" y="36014"/>
                    <a:pt x="13550" y="35826"/>
                    <a:pt x="12780" y="35585"/>
                  </a:cubicBezTo>
                  <a:cubicBezTo>
                    <a:pt x="12010" y="35344"/>
                    <a:pt x="11266" y="35056"/>
                    <a:pt x="10536" y="34721"/>
                  </a:cubicBezTo>
                  <a:cubicBezTo>
                    <a:pt x="9806" y="34380"/>
                    <a:pt x="9103" y="33998"/>
                    <a:pt x="8427" y="33562"/>
                  </a:cubicBezTo>
                  <a:cubicBezTo>
                    <a:pt x="7750" y="33127"/>
                    <a:pt x="7100" y="32652"/>
                    <a:pt x="6484" y="32136"/>
                  </a:cubicBezTo>
                  <a:cubicBezTo>
                    <a:pt x="5868" y="31620"/>
                    <a:pt x="5292" y="31064"/>
                    <a:pt x="4750" y="30468"/>
                  </a:cubicBezTo>
                  <a:cubicBezTo>
                    <a:pt x="4207" y="29872"/>
                    <a:pt x="3712" y="29250"/>
                    <a:pt x="3250" y="28587"/>
                  </a:cubicBezTo>
                  <a:cubicBezTo>
                    <a:pt x="2787" y="27924"/>
                    <a:pt x="2379" y="27240"/>
                    <a:pt x="2011" y="26524"/>
                  </a:cubicBezTo>
                  <a:cubicBezTo>
                    <a:pt x="1642" y="25807"/>
                    <a:pt x="1327" y="25070"/>
                    <a:pt x="1053" y="24314"/>
                  </a:cubicBezTo>
                  <a:cubicBezTo>
                    <a:pt x="785" y="23557"/>
                    <a:pt x="564" y="22780"/>
                    <a:pt x="397" y="21996"/>
                  </a:cubicBezTo>
                  <a:cubicBezTo>
                    <a:pt x="229" y="21213"/>
                    <a:pt x="115" y="20416"/>
                    <a:pt x="55" y="19612"/>
                  </a:cubicBezTo>
                  <a:cubicBezTo>
                    <a:pt x="-5" y="18815"/>
                    <a:pt x="-19" y="18011"/>
                    <a:pt x="28" y="17208"/>
                  </a:cubicBezTo>
                  <a:cubicBezTo>
                    <a:pt x="75" y="16404"/>
                    <a:pt x="169" y="15607"/>
                    <a:pt x="316" y="14817"/>
                  </a:cubicBezTo>
                  <a:cubicBezTo>
                    <a:pt x="470" y="14027"/>
                    <a:pt x="671" y="13250"/>
                    <a:pt x="925" y="12486"/>
                  </a:cubicBezTo>
                  <a:cubicBezTo>
                    <a:pt x="1174" y="11723"/>
                    <a:pt x="1475" y="10979"/>
                    <a:pt x="1830" y="10256"/>
                  </a:cubicBezTo>
                  <a:cubicBezTo>
                    <a:pt x="2178" y="9533"/>
                    <a:pt x="2573" y="8836"/>
                    <a:pt x="3022" y="8166"/>
                  </a:cubicBezTo>
                  <a:cubicBezTo>
                    <a:pt x="3464" y="7497"/>
                    <a:pt x="3946" y="6860"/>
                    <a:pt x="4475" y="6251"/>
                  </a:cubicBezTo>
                  <a:cubicBezTo>
                    <a:pt x="5004" y="5642"/>
                    <a:pt x="5574" y="5072"/>
                    <a:pt x="6176" y="4543"/>
                  </a:cubicBezTo>
                  <a:cubicBezTo>
                    <a:pt x="6779" y="4014"/>
                    <a:pt x="7416" y="3525"/>
                    <a:pt x="8085" y="3077"/>
                  </a:cubicBezTo>
                  <a:cubicBezTo>
                    <a:pt x="8748" y="2628"/>
                    <a:pt x="9445" y="2226"/>
                    <a:pt x="10168" y="1871"/>
                  </a:cubicBezTo>
                  <a:cubicBezTo>
                    <a:pt x="10697" y="1610"/>
                    <a:pt x="11240" y="1375"/>
                    <a:pt x="11789" y="1168"/>
                  </a:cubicBezTo>
                  <a:cubicBezTo>
                    <a:pt x="12344" y="960"/>
                    <a:pt x="12900" y="779"/>
                    <a:pt x="13470" y="625"/>
                  </a:cubicBezTo>
                  <a:cubicBezTo>
                    <a:pt x="14039" y="471"/>
                    <a:pt x="14615" y="351"/>
                    <a:pt x="15198" y="250"/>
                  </a:cubicBezTo>
                  <a:cubicBezTo>
                    <a:pt x="15780" y="150"/>
                    <a:pt x="16370" y="83"/>
                    <a:pt x="16952" y="43"/>
                  </a:cubicBezTo>
                  <a:cubicBezTo>
                    <a:pt x="17542" y="3"/>
                    <a:pt x="18131" y="-11"/>
                    <a:pt x="18720" y="9"/>
                  </a:cubicBezTo>
                  <a:cubicBezTo>
                    <a:pt x="19310" y="29"/>
                    <a:pt x="19899" y="70"/>
                    <a:pt x="20488" y="143"/>
                  </a:cubicBezTo>
                  <a:cubicBezTo>
                    <a:pt x="21071" y="217"/>
                    <a:pt x="21654" y="324"/>
                    <a:pt x="22223" y="451"/>
                  </a:cubicBezTo>
                  <a:cubicBezTo>
                    <a:pt x="22799" y="579"/>
                    <a:pt x="23368" y="739"/>
                    <a:pt x="23931" y="920"/>
                  </a:cubicBezTo>
                  <a:cubicBezTo>
                    <a:pt x="24487" y="1108"/>
                    <a:pt x="25036" y="1322"/>
                    <a:pt x="25578" y="1556"/>
                  </a:cubicBezTo>
                  <a:cubicBezTo>
                    <a:pt x="26121" y="1797"/>
                    <a:pt x="26643" y="2065"/>
                    <a:pt x="27159" y="2353"/>
                  </a:cubicBezTo>
                  <a:cubicBezTo>
                    <a:pt x="27674" y="2641"/>
                    <a:pt x="28170" y="2956"/>
                    <a:pt x="28652" y="3298"/>
                  </a:cubicBezTo>
                  <a:cubicBezTo>
                    <a:pt x="29135" y="3632"/>
                    <a:pt x="29603" y="3994"/>
                    <a:pt x="30052" y="4376"/>
                  </a:cubicBezTo>
                  <a:cubicBezTo>
                    <a:pt x="30501" y="4758"/>
                    <a:pt x="30930" y="5166"/>
                    <a:pt x="31338" y="5595"/>
                  </a:cubicBezTo>
                  <a:cubicBezTo>
                    <a:pt x="31747" y="6017"/>
                    <a:pt x="32128" y="6465"/>
                    <a:pt x="32497" y="6928"/>
                  </a:cubicBezTo>
                  <a:cubicBezTo>
                    <a:pt x="32865" y="7390"/>
                    <a:pt x="33206" y="7865"/>
                    <a:pt x="33521" y="8361"/>
                  </a:cubicBezTo>
                  <a:cubicBezTo>
                    <a:pt x="33843" y="8856"/>
                    <a:pt x="34138" y="9365"/>
                    <a:pt x="34405" y="9894"/>
                  </a:cubicBezTo>
                  <a:cubicBezTo>
                    <a:pt x="34673" y="10424"/>
                    <a:pt x="34914" y="10959"/>
                    <a:pt x="35135" y="11502"/>
                  </a:cubicBezTo>
                  <a:cubicBezTo>
                    <a:pt x="35356" y="12051"/>
                    <a:pt x="35544" y="12607"/>
                    <a:pt x="35705" y="13176"/>
                  </a:cubicBezTo>
                  <a:cubicBezTo>
                    <a:pt x="35872" y="13745"/>
                    <a:pt x="36006" y="14315"/>
                    <a:pt x="36113" y="14897"/>
                  </a:cubicBezTo>
                  <a:cubicBezTo>
                    <a:pt x="36214" y="15480"/>
                    <a:pt x="36294" y="16063"/>
                    <a:pt x="36347" y="16645"/>
                  </a:cubicBezTo>
                  <a:cubicBezTo>
                    <a:pt x="36394" y="17235"/>
                    <a:pt x="36421" y="17824"/>
                    <a:pt x="36414" y="18413"/>
                  </a:cubicBezTo>
                  <a:cubicBezTo>
                    <a:pt x="36408" y="19003"/>
                    <a:pt x="36368" y="19592"/>
                    <a:pt x="36307" y="20175"/>
                  </a:cubicBezTo>
                  <a:cubicBezTo>
                    <a:pt x="36247" y="20764"/>
                    <a:pt x="36153" y="21347"/>
                    <a:pt x="36033" y="21923"/>
                  </a:cubicBezTo>
                  <a:cubicBezTo>
                    <a:pt x="35912" y="22499"/>
                    <a:pt x="35765" y="23068"/>
                    <a:pt x="35584" y="23630"/>
                  </a:cubicBezTo>
                  <a:cubicBezTo>
                    <a:pt x="35410" y="24193"/>
                    <a:pt x="35209" y="24749"/>
                    <a:pt x="34981" y="25291"/>
                  </a:cubicBezTo>
                  <a:cubicBezTo>
                    <a:pt x="34747" y="25834"/>
                    <a:pt x="34492" y="26370"/>
                    <a:pt x="34211" y="26885"/>
                  </a:cubicBezTo>
                  <a:cubicBezTo>
                    <a:pt x="33930" y="27401"/>
                    <a:pt x="33622" y="27903"/>
                    <a:pt x="33293" y="28392"/>
                  </a:cubicBezTo>
                  <a:cubicBezTo>
                    <a:pt x="32965" y="28881"/>
                    <a:pt x="32610" y="29357"/>
                    <a:pt x="32236" y="29812"/>
                  </a:cubicBezTo>
                  <a:cubicBezTo>
                    <a:pt x="31860" y="30261"/>
                    <a:pt x="31465" y="30696"/>
                    <a:pt x="31043" y="31118"/>
                  </a:cubicBezTo>
                  <a:cubicBezTo>
                    <a:pt x="30628" y="31533"/>
                    <a:pt x="30193" y="31928"/>
                    <a:pt x="29731" y="32297"/>
                  </a:cubicBezTo>
                  <a:cubicBezTo>
                    <a:pt x="29275" y="32672"/>
                    <a:pt x="28800" y="33020"/>
                    <a:pt x="28311" y="33348"/>
                  </a:cubicBezTo>
                  <a:cubicBezTo>
                    <a:pt x="27822" y="33676"/>
                    <a:pt x="27313" y="33985"/>
                    <a:pt x="26797" y="34259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D10501D3-9B19-1D17-9C26-E2E24261F46B}"/>
                </a:ext>
              </a:extLst>
            </p:cNvPr>
            <p:cNvSpPr/>
            <p:nvPr/>
          </p:nvSpPr>
          <p:spPr>
            <a:xfrm>
              <a:off x="1213600" y="1670273"/>
              <a:ext cx="133429" cy="61712"/>
            </a:xfrm>
            <a:custGeom>
              <a:avLst/>
              <a:gdLst>
                <a:gd name="connsiteX0" fmla="*/ 34170 w 133429"/>
                <a:gd name="connsiteY0" fmla="*/ 2599 h 61712"/>
                <a:gd name="connsiteX1" fmla="*/ 34906 w 133429"/>
                <a:gd name="connsiteY1" fmla="*/ 3516 h 61712"/>
                <a:gd name="connsiteX2" fmla="*/ 44195 w 133429"/>
                <a:gd name="connsiteY2" fmla="*/ 11586 h 61712"/>
                <a:gd name="connsiteX3" fmla="*/ 62345 w 133429"/>
                <a:gd name="connsiteY3" fmla="*/ 36212 h 61712"/>
                <a:gd name="connsiteX4" fmla="*/ 55627 w 133429"/>
                <a:gd name="connsiteY4" fmla="*/ 54489 h 61712"/>
                <a:gd name="connsiteX5" fmla="*/ 34598 w 133429"/>
                <a:gd name="connsiteY5" fmla="*/ 61682 h 61712"/>
                <a:gd name="connsiteX6" fmla="*/ 5070 w 133429"/>
                <a:gd name="connsiteY6" fmla="*/ 50805 h 61712"/>
                <a:gd name="connsiteX7" fmla="*/ 0 w 133429"/>
                <a:gd name="connsiteY7" fmla="*/ 36259 h 61712"/>
                <a:gd name="connsiteX8" fmla="*/ 20507 w 133429"/>
                <a:gd name="connsiteY8" fmla="*/ 0 h 61712"/>
                <a:gd name="connsiteX9" fmla="*/ 133430 w 133429"/>
                <a:gd name="connsiteY9" fmla="*/ 1882 h 61712"/>
                <a:gd name="connsiteX10" fmla="*/ 34170 w 133429"/>
                <a:gd name="connsiteY10" fmla="*/ 2599 h 6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29" h="61712">
                  <a:moveTo>
                    <a:pt x="34170" y="2599"/>
                  </a:moveTo>
                  <a:cubicBezTo>
                    <a:pt x="34417" y="2907"/>
                    <a:pt x="34618" y="3248"/>
                    <a:pt x="34906" y="3516"/>
                  </a:cubicBezTo>
                  <a:cubicBezTo>
                    <a:pt x="37893" y="6262"/>
                    <a:pt x="41122" y="8921"/>
                    <a:pt x="44195" y="11586"/>
                  </a:cubicBezTo>
                  <a:cubicBezTo>
                    <a:pt x="52045" y="18404"/>
                    <a:pt x="61515" y="24854"/>
                    <a:pt x="62345" y="36212"/>
                  </a:cubicBezTo>
                  <a:cubicBezTo>
                    <a:pt x="62874" y="43352"/>
                    <a:pt x="61086" y="49620"/>
                    <a:pt x="55627" y="54489"/>
                  </a:cubicBezTo>
                  <a:cubicBezTo>
                    <a:pt x="50210" y="59311"/>
                    <a:pt x="41731" y="61407"/>
                    <a:pt x="34598" y="61682"/>
                  </a:cubicBezTo>
                  <a:cubicBezTo>
                    <a:pt x="24606" y="62064"/>
                    <a:pt x="11734" y="58836"/>
                    <a:pt x="5070" y="50805"/>
                  </a:cubicBezTo>
                  <a:cubicBezTo>
                    <a:pt x="1487" y="46499"/>
                    <a:pt x="-20" y="41697"/>
                    <a:pt x="0" y="36259"/>
                  </a:cubicBezTo>
                  <a:cubicBezTo>
                    <a:pt x="47" y="21760"/>
                    <a:pt x="10307" y="9155"/>
                    <a:pt x="20507" y="0"/>
                  </a:cubicBezTo>
                  <a:cubicBezTo>
                    <a:pt x="58152" y="288"/>
                    <a:pt x="95798" y="911"/>
                    <a:pt x="133430" y="1882"/>
                  </a:cubicBezTo>
                  <a:cubicBezTo>
                    <a:pt x="101229" y="5572"/>
                    <a:pt x="66651" y="2585"/>
                    <a:pt x="34170" y="2599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8E4D67B2-BDBD-F0D6-334F-9D13AB6B0237}"/>
                </a:ext>
              </a:extLst>
            </p:cNvPr>
            <p:cNvSpPr/>
            <p:nvPr/>
          </p:nvSpPr>
          <p:spPr>
            <a:xfrm>
              <a:off x="806876" y="1739228"/>
              <a:ext cx="44855" cy="44861"/>
            </a:xfrm>
            <a:custGeom>
              <a:avLst/>
              <a:gdLst>
                <a:gd name="connsiteX0" fmla="*/ 30981 w 44855"/>
                <a:gd name="connsiteY0" fmla="*/ 43171 h 44861"/>
                <a:gd name="connsiteX1" fmla="*/ 28128 w 44855"/>
                <a:gd name="connsiteY1" fmla="*/ 44129 h 44861"/>
                <a:gd name="connsiteX2" fmla="*/ 25175 w 44855"/>
                <a:gd name="connsiteY2" fmla="*/ 44698 h 44861"/>
                <a:gd name="connsiteX3" fmla="*/ 22174 w 44855"/>
                <a:gd name="connsiteY3" fmla="*/ 44859 h 44861"/>
                <a:gd name="connsiteX4" fmla="*/ 19174 w 44855"/>
                <a:gd name="connsiteY4" fmla="*/ 44625 h 44861"/>
                <a:gd name="connsiteX5" fmla="*/ 16234 w 44855"/>
                <a:gd name="connsiteY5" fmla="*/ 43989 h 44861"/>
                <a:gd name="connsiteX6" fmla="*/ 13408 w 44855"/>
                <a:gd name="connsiteY6" fmla="*/ 42964 h 44861"/>
                <a:gd name="connsiteX7" fmla="*/ 10742 w 44855"/>
                <a:gd name="connsiteY7" fmla="*/ 41571 h 44861"/>
                <a:gd name="connsiteX8" fmla="*/ 8284 w 44855"/>
                <a:gd name="connsiteY8" fmla="*/ 39836 h 44861"/>
                <a:gd name="connsiteX9" fmla="*/ 6081 w 44855"/>
                <a:gd name="connsiteY9" fmla="*/ 37787 h 44861"/>
                <a:gd name="connsiteX10" fmla="*/ 4172 w 44855"/>
                <a:gd name="connsiteY10" fmla="*/ 35463 h 44861"/>
                <a:gd name="connsiteX11" fmla="*/ 2598 w 44855"/>
                <a:gd name="connsiteY11" fmla="*/ 32905 h 44861"/>
                <a:gd name="connsiteX12" fmla="*/ 1373 w 44855"/>
                <a:gd name="connsiteY12" fmla="*/ 30159 h 44861"/>
                <a:gd name="connsiteX13" fmla="*/ 529 w 44855"/>
                <a:gd name="connsiteY13" fmla="*/ 27272 h 44861"/>
                <a:gd name="connsiteX14" fmla="*/ 80 w 44855"/>
                <a:gd name="connsiteY14" fmla="*/ 24299 h 44861"/>
                <a:gd name="connsiteX15" fmla="*/ 27 w 44855"/>
                <a:gd name="connsiteY15" fmla="*/ 21291 h 44861"/>
                <a:gd name="connsiteX16" fmla="*/ 382 w 44855"/>
                <a:gd name="connsiteY16" fmla="*/ 18305 h 44861"/>
                <a:gd name="connsiteX17" fmla="*/ 1132 w 44855"/>
                <a:gd name="connsiteY17" fmla="*/ 15391 h 44861"/>
                <a:gd name="connsiteX18" fmla="*/ 2263 w 44855"/>
                <a:gd name="connsiteY18" fmla="*/ 12605 h 44861"/>
                <a:gd name="connsiteX19" fmla="*/ 3764 w 44855"/>
                <a:gd name="connsiteY19" fmla="*/ 9993 h 44861"/>
                <a:gd name="connsiteX20" fmla="*/ 5592 w 44855"/>
                <a:gd name="connsiteY20" fmla="*/ 7609 h 44861"/>
                <a:gd name="connsiteX21" fmla="*/ 7728 w 44855"/>
                <a:gd name="connsiteY21" fmla="*/ 5493 h 44861"/>
                <a:gd name="connsiteX22" fmla="*/ 10126 w 44855"/>
                <a:gd name="connsiteY22" fmla="*/ 3678 h 44861"/>
                <a:gd name="connsiteX23" fmla="*/ 12751 w 44855"/>
                <a:gd name="connsiteY23" fmla="*/ 2198 h 44861"/>
                <a:gd name="connsiteX24" fmla="*/ 15544 w 44855"/>
                <a:gd name="connsiteY24" fmla="*/ 1086 h 44861"/>
                <a:gd name="connsiteX25" fmla="*/ 17614 w 44855"/>
                <a:gd name="connsiteY25" fmla="*/ 523 h 44861"/>
                <a:gd name="connsiteX26" fmla="*/ 19730 w 44855"/>
                <a:gd name="connsiteY26" fmla="*/ 168 h 44861"/>
                <a:gd name="connsiteX27" fmla="*/ 21873 w 44855"/>
                <a:gd name="connsiteY27" fmla="*/ 8 h 44861"/>
                <a:gd name="connsiteX28" fmla="*/ 24016 w 44855"/>
                <a:gd name="connsiteY28" fmla="*/ 61 h 44861"/>
                <a:gd name="connsiteX29" fmla="*/ 26146 w 44855"/>
                <a:gd name="connsiteY29" fmla="*/ 316 h 44861"/>
                <a:gd name="connsiteX30" fmla="*/ 28242 w 44855"/>
                <a:gd name="connsiteY30" fmla="*/ 771 h 44861"/>
                <a:gd name="connsiteX31" fmla="*/ 30285 w 44855"/>
                <a:gd name="connsiteY31" fmla="*/ 1427 h 44861"/>
                <a:gd name="connsiteX32" fmla="*/ 32254 w 44855"/>
                <a:gd name="connsiteY32" fmla="*/ 2271 h 44861"/>
                <a:gd name="connsiteX33" fmla="*/ 34136 w 44855"/>
                <a:gd name="connsiteY33" fmla="*/ 3303 h 44861"/>
                <a:gd name="connsiteX34" fmla="*/ 35911 w 44855"/>
                <a:gd name="connsiteY34" fmla="*/ 4508 h 44861"/>
                <a:gd name="connsiteX35" fmla="*/ 37565 w 44855"/>
                <a:gd name="connsiteY35" fmla="*/ 5881 h 44861"/>
                <a:gd name="connsiteX36" fmla="*/ 39078 w 44855"/>
                <a:gd name="connsiteY36" fmla="*/ 7401 h 44861"/>
                <a:gd name="connsiteX37" fmla="*/ 40438 w 44855"/>
                <a:gd name="connsiteY37" fmla="*/ 9062 h 44861"/>
                <a:gd name="connsiteX38" fmla="*/ 41630 w 44855"/>
                <a:gd name="connsiteY38" fmla="*/ 10844 h 44861"/>
                <a:gd name="connsiteX39" fmla="*/ 42648 w 44855"/>
                <a:gd name="connsiteY39" fmla="*/ 12732 h 44861"/>
                <a:gd name="connsiteX40" fmla="*/ 43485 w 44855"/>
                <a:gd name="connsiteY40" fmla="*/ 14708 h 44861"/>
                <a:gd name="connsiteX41" fmla="*/ 44128 w 44855"/>
                <a:gd name="connsiteY41" fmla="*/ 16757 h 44861"/>
                <a:gd name="connsiteX42" fmla="*/ 44570 w 44855"/>
                <a:gd name="connsiteY42" fmla="*/ 18854 h 44861"/>
                <a:gd name="connsiteX43" fmla="*/ 44811 w 44855"/>
                <a:gd name="connsiteY43" fmla="*/ 20990 h 44861"/>
                <a:gd name="connsiteX44" fmla="*/ 44845 w 44855"/>
                <a:gd name="connsiteY44" fmla="*/ 23133 h 44861"/>
                <a:gd name="connsiteX45" fmla="*/ 44677 w 44855"/>
                <a:gd name="connsiteY45" fmla="*/ 25270 h 44861"/>
                <a:gd name="connsiteX46" fmla="*/ 44309 w 44855"/>
                <a:gd name="connsiteY46" fmla="*/ 27386 h 44861"/>
                <a:gd name="connsiteX47" fmla="*/ 43733 w 44855"/>
                <a:gd name="connsiteY47" fmla="*/ 29455 h 44861"/>
                <a:gd name="connsiteX48" fmla="*/ 42963 w 44855"/>
                <a:gd name="connsiteY48" fmla="*/ 31458 h 44861"/>
                <a:gd name="connsiteX49" fmla="*/ 42005 w 44855"/>
                <a:gd name="connsiteY49" fmla="*/ 33380 h 44861"/>
                <a:gd name="connsiteX50" fmla="*/ 40873 w 44855"/>
                <a:gd name="connsiteY50" fmla="*/ 35202 h 44861"/>
                <a:gd name="connsiteX51" fmla="*/ 39567 w 44855"/>
                <a:gd name="connsiteY51" fmla="*/ 36903 h 44861"/>
                <a:gd name="connsiteX52" fmla="*/ 38107 w 44855"/>
                <a:gd name="connsiteY52" fmla="*/ 38477 h 44861"/>
                <a:gd name="connsiteX53" fmla="*/ 36507 w 44855"/>
                <a:gd name="connsiteY53" fmla="*/ 39903 h 44861"/>
                <a:gd name="connsiteX54" fmla="*/ 34772 w 44855"/>
                <a:gd name="connsiteY54" fmla="*/ 41162 h 44861"/>
                <a:gd name="connsiteX55" fmla="*/ 32923 w 44855"/>
                <a:gd name="connsiteY55" fmla="*/ 42261 h 44861"/>
                <a:gd name="connsiteX56" fmla="*/ 30981 w 44855"/>
                <a:gd name="connsiteY56" fmla="*/ 43171 h 44861"/>
                <a:gd name="connsiteX57" fmla="*/ 12195 w 44855"/>
                <a:gd name="connsiteY57" fmla="*/ 10275 h 44861"/>
                <a:gd name="connsiteX58" fmla="*/ 10749 w 44855"/>
                <a:gd name="connsiteY58" fmla="*/ 11226 h 44861"/>
                <a:gd name="connsiteX59" fmla="*/ 9443 w 44855"/>
                <a:gd name="connsiteY59" fmla="*/ 12364 h 44861"/>
                <a:gd name="connsiteX60" fmla="*/ 8298 w 44855"/>
                <a:gd name="connsiteY60" fmla="*/ 13663 h 44861"/>
                <a:gd name="connsiteX61" fmla="*/ 7340 w 44855"/>
                <a:gd name="connsiteY61" fmla="*/ 15110 h 44861"/>
                <a:gd name="connsiteX62" fmla="*/ 6576 w 44855"/>
                <a:gd name="connsiteY62" fmla="*/ 16664 h 44861"/>
                <a:gd name="connsiteX63" fmla="*/ 6034 w 44855"/>
                <a:gd name="connsiteY63" fmla="*/ 18311 h 44861"/>
                <a:gd name="connsiteX64" fmla="*/ 5713 w 44855"/>
                <a:gd name="connsiteY64" fmla="*/ 20012 h 44861"/>
                <a:gd name="connsiteX65" fmla="*/ 5619 w 44855"/>
                <a:gd name="connsiteY65" fmla="*/ 21740 h 44861"/>
                <a:gd name="connsiteX66" fmla="*/ 5759 w 44855"/>
                <a:gd name="connsiteY66" fmla="*/ 23468 h 44861"/>
                <a:gd name="connsiteX67" fmla="*/ 6128 w 44855"/>
                <a:gd name="connsiteY67" fmla="*/ 25163 h 44861"/>
                <a:gd name="connsiteX68" fmla="*/ 6717 w 44855"/>
                <a:gd name="connsiteY68" fmla="*/ 26790 h 44861"/>
                <a:gd name="connsiteX69" fmla="*/ 7514 w 44855"/>
                <a:gd name="connsiteY69" fmla="*/ 28324 h 44861"/>
                <a:gd name="connsiteX70" fmla="*/ 8512 w 44855"/>
                <a:gd name="connsiteY70" fmla="*/ 29737 h 44861"/>
                <a:gd name="connsiteX71" fmla="*/ 9691 w 44855"/>
                <a:gd name="connsiteY71" fmla="*/ 31009 h 44861"/>
                <a:gd name="connsiteX72" fmla="*/ 11023 w 44855"/>
                <a:gd name="connsiteY72" fmla="*/ 32114 h 44861"/>
                <a:gd name="connsiteX73" fmla="*/ 12497 w 44855"/>
                <a:gd name="connsiteY73" fmla="*/ 33025 h 44861"/>
                <a:gd name="connsiteX74" fmla="*/ 14077 w 44855"/>
                <a:gd name="connsiteY74" fmla="*/ 33735 h 44861"/>
                <a:gd name="connsiteX75" fmla="*/ 15738 w 44855"/>
                <a:gd name="connsiteY75" fmla="*/ 34231 h 44861"/>
                <a:gd name="connsiteX76" fmla="*/ 17446 w 44855"/>
                <a:gd name="connsiteY76" fmla="*/ 34499 h 44861"/>
                <a:gd name="connsiteX77" fmla="*/ 19174 w 44855"/>
                <a:gd name="connsiteY77" fmla="*/ 34539 h 44861"/>
                <a:gd name="connsiteX78" fmla="*/ 20895 w 44855"/>
                <a:gd name="connsiteY78" fmla="*/ 34344 h 44861"/>
                <a:gd name="connsiteX79" fmla="*/ 22576 w 44855"/>
                <a:gd name="connsiteY79" fmla="*/ 33923 h 44861"/>
                <a:gd name="connsiteX80" fmla="*/ 24190 w 44855"/>
                <a:gd name="connsiteY80" fmla="*/ 33286 h 44861"/>
                <a:gd name="connsiteX81" fmla="*/ 25697 w 44855"/>
                <a:gd name="connsiteY81" fmla="*/ 32436 h 44861"/>
                <a:gd name="connsiteX82" fmla="*/ 26709 w 44855"/>
                <a:gd name="connsiteY82" fmla="*/ 31706 h 44861"/>
                <a:gd name="connsiteX83" fmla="*/ 27646 w 44855"/>
                <a:gd name="connsiteY83" fmla="*/ 30875 h 44861"/>
                <a:gd name="connsiteX84" fmla="*/ 28497 w 44855"/>
                <a:gd name="connsiteY84" fmla="*/ 29965 h 44861"/>
                <a:gd name="connsiteX85" fmla="*/ 29260 w 44855"/>
                <a:gd name="connsiteY85" fmla="*/ 28973 h 44861"/>
                <a:gd name="connsiteX86" fmla="*/ 29923 w 44855"/>
                <a:gd name="connsiteY86" fmla="*/ 27915 h 44861"/>
                <a:gd name="connsiteX87" fmla="*/ 30479 w 44855"/>
                <a:gd name="connsiteY87" fmla="*/ 26797 h 44861"/>
                <a:gd name="connsiteX88" fmla="*/ 30928 w 44855"/>
                <a:gd name="connsiteY88" fmla="*/ 25631 h 44861"/>
                <a:gd name="connsiteX89" fmla="*/ 31263 w 44855"/>
                <a:gd name="connsiteY89" fmla="*/ 24432 h 44861"/>
                <a:gd name="connsiteX90" fmla="*/ 31484 w 44855"/>
                <a:gd name="connsiteY90" fmla="*/ 23200 h 44861"/>
                <a:gd name="connsiteX91" fmla="*/ 31577 w 44855"/>
                <a:gd name="connsiteY91" fmla="*/ 21954 h 44861"/>
                <a:gd name="connsiteX92" fmla="*/ 31557 w 44855"/>
                <a:gd name="connsiteY92" fmla="*/ 20709 h 44861"/>
                <a:gd name="connsiteX93" fmla="*/ 31417 w 44855"/>
                <a:gd name="connsiteY93" fmla="*/ 19463 h 44861"/>
                <a:gd name="connsiteX94" fmla="*/ 31156 w 44855"/>
                <a:gd name="connsiteY94" fmla="*/ 18244 h 44861"/>
                <a:gd name="connsiteX95" fmla="*/ 30774 w 44855"/>
                <a:gd name="connsiteY95" fmla="*/ 17052 h 44861"/>
                <a:gd name="connsiteX96" fmla="*/ 30285 w 44855"/>
                <a:gd name="connsiteY96" fmla="*/ 15907 h 44861"/>
                <a:gd name="connsiteX97" fmla="*/ 29689 w 44855"/>
                <a:gd name="connsiteY97" fmla="*/ 14809 h 44861"/>
                <a:gd name="connsiteX98" fmla="*/ 28986 w 44855"/>
                <a:gd name="connsiteY98" fmla="*/ 13777 h 44861"/>
                <a:gd name="connsiteX99" fmla="*/ 28188 w 44855"/>
                <a:gd name="connsiteY99" fmla="*/ 12813 h 44861"/>
                <a:gd name="connsiteX100" fmla="*/ 27305 w 44855"/>
                <a:gd name="connsiteY100" fmla="*/ 11935 h 44861"/>
                <a:gd name="connsiteX101" fmla="*/ 26340 w 44855"/>
                <a:gd name="connsiteY101" fmla="*/ 11138 h 44861"/>
                <a:gd name="connsiteX102" fmla="*/ 25302 w 44855"/>
                <a:gd name="connsiteY102" fmla="*/ 10449 h 44861"/>
                <a:gd name="connsiteX103" fmla="*/ 24204 w 44855"/>
                <a:gd name="connsiteY103" fmla="*/ 9853 h 44861"/>
                <a:gd name="connsiteX104" fmla="*/ 23052 w 44855"/>
                <a:gd name="connsiteY104" fmla="*/ 9370 h 44861"/>
                <a:gd name="connsiteX105" fmla="*/ 21860 w 44855"/>
                <a:gd name="connsiteY105" fmla="*/ 8995 h 44861"/>
                <a:gd name="connsiteX106" fmla="*/ 20641 w 44855"/>
                <a:gd name="connsiteY106" fmla="*/ 8741 h 44861"/>
                <a:gd name="connsiteX107" fmla="*/ 19395 w 44855"/>
                <a:gd name="connsiteY107" fmla="*/ 8607 h 44861"/>
                <a:gd name="connsiteX108" fmla="*/ 18149 w 44855"/>
                <a:gd name="connsiteY108" fmla="*/ 8593 h 44861"/>
                <a:gd name="connsiteX109" fmla="*/ 16904 w 44855"/>
                <a:gd name="connsiteY109" fmla="*/ 8694 h 44861"/>
                <a:gd name="connsiteX110" fmla="*/ 15678 w 44855"/>
                <a:gd name="connsiteY110" fmla="*/ 8915 h 44861"/>
                <a:gd name="connsiteX111" fmla="*/ 14472 w 44855"/>
                <a:gd name="connsiteY111" fmla="*/ 9257 h 44861"/>
                <a:gd name="connsiteX112" fmla="*/ 13307 w 44855"/>
                <a:gd name="connsiteY112" fmla="*/ 9712 h 44861"/>
                <a:gd name="connsiteX113" fmla="*/ 12195 w 44855"/>
                <a:gd name="connsiteY113" fmla="*/ 10275 h 44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44855" h="44861">
                  <a:moveTo>
                    <a:pt x="30981" y="43171"/>
                  </a:moveTo>
                  <a:cubicBezTo>
                    <a:pt x="30050" y="43553"/>
                    <a:pt x="29099" y="43875"/>
                    <a:pt x="28128" y="44129"/>
                  </a:cubicBezTo>
                  <a:cubicBezTo>
                    <a:pt x="27157" y="44384"/>
                    <a:pt x="26173" y="44571"/>
                    <a:pt x="25175" y="44698"/>
                  </a:cubicBezTo>
                  <a:cubicBezTo>
                    <a:pt x="24177" y="44819"/>
                    <a:pt x="23179" y="44873"/>
                    <a:pt x="22174" y="44859"/>
                  </a:cubicBezTo>
                  <a:cubicBezTo>
                    <a:pt x="21170" y="44852"/>
                    <a:pt x="20172" y="44772"/>
                    <a:pt x="19174" y="44625"/>
                  </a:cubicBezTo>
                  <a:cubicBezTo>
                    <a:pt x="18176" y="44477"/>
                    <a:pt x="17198" y="44263"/>
                    <a:pt x="16234" y="43989"/>
                  </a:cubicBezTo>
                  <a:cubicBezTo>
                    <a:pt x="15270" y="43714"/>
                    <a:pt x="14325" y="43372"/>
                    <a:pt x="13408" y="42964"/>
                  </a:cubicBezTo>
                  <a:cubicBezTo>
                    <a:pt x="12490" y="42562"/>
                    <a:pt x="11599" y="42100"/>
                    <a:pt x="10742" y="41571"/>
                  </a:cubicBezTo>
                  <a:cubicBezTo>
                    <a:pt x="9885" y="41048"/>
                    <a:pt x="9068" y="40473"/>
                    <a:pt x="8284" y="39836"/>
                  </a:cubicBezTo>
                  <a:cubicBezTo>
                    <a:pt x="7501" y="39200"/>
                    <a:pt x="6771" y="38517"/>
                    <a:pt x="6081" y="37787"/>
                  </a:cubicBezTo>
                  <a:cubicBezTo>
                    <a:pt x="5391" y="37057"/>
                    <a:pt x="4755" y="36280"/>
                    <a:pt x="4172" y="35463"/>
                  </a:cubicBezTo>
                  <a:cubicBezTo>
                    <a:pt x="3589" y="34646"/>
                    <a:pt x="3067" y="33795"/>
                    <a:pt x="2598" y="32905"/>
                  </a:cubicBezTo>
                  <a:cubicBezTo>
                    <a:pt x="2129" y="32014"/>
                    <a:pt x="1721" y="31103"/>
                    <a:pt x="1373" y="30159"/>
                  </a:cubicBezTo>
                  <a:cubicBezTo>
                    <a:pt x="1024" y="29214"/>
                    <a:pt x="743" y="28257"/>
                    <a:pt x="529" y="27272"/>
                  </a:cubicBezTo>
                  <a:cubicBezTo>
                    <a:pt x="308" y="26288"/>
                    <a:pt x="160" y="25297"/>
                    <a:pt x="80" y="24299"/>
                  </a:cubicBezTo>
                  <a:cubicBezTo>
                    <a:pt x="-7" y="23301"/>
                    <a:pt x="-20" y="22296"/>
                    <a:pt x="27" y="21291"/>
                  </a:cubicBezTo>
                  <a:cubicBezTo>
                    <a:pt x="80" y="20287"/>
                    <a:pt x="201" y="19289"/>
                    <a:pt x="382" y="18305"/>
                  </a:cubicBezTo>
                  <a:cubicBezTo>
                    <a:pt x="562" y="17320"/>
                    <a:pt x="817" y="16349"/>
                    <a:pt x="1132" y="15391"/>
                  </a:cubicBezTo>
                  <a:cubicBezTo>
                    <a:pt x="1446" y="14434"/>
                    <a:pt x="1828" y="13509"/>
                    <a:pt x="2263" y="12605"/>
                  </a:cubicBezTo>
                  <a:cubicBezTo>
                    <a:pt x="2705" y="11701"/>
                    <a:pt x="3208" y="10830"/>
                    <a:pt x="3764" y="9993"/>
                  </a:cubicBezTo>
                  <a:cubicBezTo>
                    <a:pt x="4319" y="9156"/>
                    <a:pt x="4929" y="8366"/>
                    <a:pt x="5592" y="7609"/>
                  </a:cubicBezTo>
                  <a:cubicBezTo>
                    <a:pt x="6255" y="6852"/>
                    <a:pt x="6972" y="6149"/>
                    <a:pt x="7728" y="5493"/>
                  </a:cubicBezTo>
                  <a:cubicBezTo>
                    <a:pt x="8485" y="4830"/>
                    <a:pt x="9289" y="4227"/>
                    <a:pt x="10126" y="3678"/>
                  </a:cubicBezTo>
                  <a:cubicBezTo>
                    <a:pt x="10970" y="3122"/>
                    <a:pt x="11847" y="2633"/>
                    <a:pt x="12751" y="2198"/>
                  </a:cubicBezTo>
                  <a:cubicBezTo>
                    <a:pt x="13656" y="1762"/>
                    <a:pt x="14587" y="1394"/>
                    <a:pt x="15544" y="1086"/>
                  </a:cubicBezTo>
                  <a:cubicBezTo>
                    <a:pt x="16227" y="865"/>
                    <a:pt x="16917" y="677"/>
                    <a:pt x="17614" y="523"/>
                  </a:cubicBezTo>
                  <a:cubicBezTo>
                    <a:pt x="18317" y="369"/>
                    <a:pt x="19020" y="255"/>
                    <a:pt x="19730" y="168"/>
                  </a:cubicBezTo>
                  <a:cubicBezTo>
                    <a:pt x="20440" y="81"/>
                    <a:pt x="21156" y="28"/>
                    <a:pt x="21873" y="8"/>
                  </a:cubicBezTo>
                  <a:cubicBezTo>
                    <a:pt x="22590" y="-13"/>
                    <a:pt x="23300" y="8"/>
                    <a:pt x="24016" y="61"/>
                  </a:cubicBezTo>
                  <a:cubicBezTo>
                    <a:pt x="24733" y="108"/>
                    <a:pt x="25443" y="195"/>
                    <a:pt x="26146" y="316"/>
                  </a:cubicBezTo>
                  <a:cubicBezTo>
                    <a:pt x="26849" y="430"/>
                    <a:pt x="27552" y="584"/>
                    <a:pt x="28242" y="771"/>
                  </a:cubicBezTo>
                  <a:cubicBezTo>
                    <a:pt x="28932" y="952"/>
                    <a:pt x="29615" y="1173"/>
                    <a:pt x="30285" y="1427"/>
                  </a:cubicBezTo>
                  <a:cubicBezTo>
                    <a:pt x="30955" y="1675"/>
                    <a:pt x="31611" y="1957"/>
                    <a:pt x="32254" y="2271"/>
                  </a:cubicBezTo>
                  <a:cubicBezTo>
                    <a:pt x="32903" y="2586"/>
                    <a:pt x="33526" y="2928"/>
                    <a:pt x="34136" y="3303"/>
                  </a:cubicBezTo>
                  <a:cubicBezTo>
                    <a:pt x="34745" y="3678"/>
                    <a:pt x="35341" y="4079"/>
                    <a:pt x="35911" y="4508"/>
                  </a:cubicBezTo>
                  <a:cubicBezTo>
                    <a:pt x="36480" y="4944"/>
                    <a:pt x="37036" y="5399"/>
                    <a:pt x="37565" y="5881"/>
                  </a:cubicBezTo>
                  <a:cubicBezTo>
                    <a:pt x="38094" y="6363"/>
                    <a:pt x="38596" y="6872"/>
                    <a:pt x="39078" y="7401"/>
                  </a:cubicBezTo>
                  <a:cubicBezTo>
                    <a:pt x="39554" y="7930"/>
                    <a:pt x="40009" y="8486"/>
                    <a:pt x="40438" y="9062"/>
                  </a:cubicBezTo>
                  <a:cubicBezTo>
                    <a:pt x="40860" y="9638"/>
                    <a:pt x="41262" y="10234"/>
                    <a:pt x="41630" y="10844"/>
                  </a:cubicBezTo>
                  <a:cubicBezTo>
                    <a:pt x="41998" y="11453"/>
                    <a:pt x="42340" y="12083"/>
                    <a:pt x="42648" y="12732"/>
                  </a:cubicBezTo>
                  <a:cubicBezTo>
                    <a:pt x="42963" y="13375"/>
                    <a:pt x="43237" y="14032"/>
                    <a:pt x="43485" y="14708"/>
                  </a:cubicBezTo>
                  <a:cubicBezTo>
                    <a:pt x="43733" y="15385"/>
                    <a:pt x="43947" y="16068"/>
                    <a:pt x="44128" y="16757"/>
                  </a:cubicBezTo>
                  <a:cubicBezTo>
                    <a:pt x="44309" y="17447"/>
                    <a:pt x="44456" y="18150"/>
                    <a:pt x="44570" y="18854"/>
                  </a:cubicBezTo>
                  <a:cubicBezTo>
                    <a:pt x="44684" y="19564"/>
                    <a:pt x="44764" y="20274"/>
                    <a:pt x="44811" y="20990"/>
                  </a:cubicBezTo>
                  <a:cubicBezTo>
                    <a:pt x="44858" y="21707"/>
                    <a:pt x="44865" y="22417"/>
                    <a:pt x="44845" y="23133"/>
                  </a:cubicBezTo>
                  <a:cubicBezTo>
                    <a:pt x="44825" y="23850"/>
                    <a:pt x="44764" y="24560"/>
                    <a:pt x="44677" y="25270"/>
                  </a:cubicBezTo>
                  <a:cubicBezTo>
                    <a:pt x="44590" y="25986"/>
                    <a:pt x="44463" y="26689"/>
                    <a:pt x="44309" y="27386"/>
                  </a:cubicBezTo>
                  <a:cubicBezTo>
                    <a:pt x="44148" y="28083"/>
                    <a:pt x="43954" y="28772"/>
                    <a:pt x="43733" y="29455"/>
                  </a:cubicBezTo>
                  <a:cubicBezTo>
                    <a:pt x="43512" y="30132"/>
                    <a:pt x="43251" y="30802"/>
                    <a:pt x="42963" y="31458"/>
                  </a:cubicBezTo>
                  <a:cubicBezTo>
                    <a:pt x="42675" y="32114"/>
                    <a:pt x="42360" y="32757"/>
                    <a:pt x="42005" y="33380"/>
                  </a:cubicBezTo>
                  <a:cubicBezTo>
                    <a:pt x="41657" y="34003"/>
                    <a:pt x="41282" y="34612"/>
                    <a:pt x="40873" y="35202"/>
                  </a:cubicBezTo>
                  <a:cubicBezTo>
                    <a:pt x="40465" y="35791"/>
                    <a:pt x="40029" y="36360"/>
                    <a:pt x="39567" y="36903"/>
                  </a:cubicBezTo>
                  <a:cubicBezTo>
                    <a:pt x="39105" y="37452"/>
                    <a:pt x="38623" y="37974"/>
                    <a:pt x="38107" y="38477"/>
                  </a:cubicBezTo>
                  <a:cubicBezTo>
                    <a:pt x="37592" y="38979"/>
                    <a:pt x="37062" y="39454"/>
                    <a:pt x="36507" y="39903"/>
                  </a:cubicBezTo>
                  <a:cubicBezTo>
                    <a:pt x="35951" y="40352"/>
                    <a:pt x="35368" y="40767"/>
                    <a:pt x="34772" y="41162"/>
                  </a:cubicBezTo>
                  <a:cubicBezTo>
                    <a:pt x="34176" y="41557"/>
                    <a:pt x="33560" y="41926"/>
                    <a:pt x="32923" y="42261"/>
                  </a:cubicBezTo>
                  <a:cubicBezTo>
                    <a:pt x="32287" y="42595"/>
                    <a:pt x="31644" y="42897"/>
                    <a:pt x="30981" y="43171"/>
                  </a:cubicBezTo>
                  <a:close/>
                  <a:moveTo>
                    <a:pt x="12195" y="10275"/>
                  </a:moveTo>
                  <a:cubicBezTo>
                    <a:pt x="11693" y="10563"/>
                    <a:pt x="11211" y="10877"/>
                    <a:pt x="10749" y="11226"/>
                  </a:cubicBezTo>
                  <a:cubicBezTo>
                    <a:pt x="10287" y="11581"/>
                    <a:pt x="9852" y="11956"/>
                    <a:pt x="9443" y="12364"/>
                  </a:cubicBezTo>
                  <a:cubicBezTo>
                    <a:pt x="9034" y="12773"/>
                    <a:pt x="8653" y="13208"/>
                    <a:pt x="8298" y="13663"/>
                  </a:cubicBezTo>
                  <a:cubicBezTo>
                    <a:pt x="7943" y="14125"/>
                    <a:pt x="7628" y="14608"/>
                    <a:pt x="7340" y="15110"/>
                  </a:cubicBezTo>
                  <a:cubicBezTo>
                    <a:pt x="7052" y="15612"/>
                    <a:pt x="6797" y="16128"/>
                    <a:pt x="6576" y="16664"/>
                  </a:cubicBezTo>
                  <a:cubicBezTo>
                    <a:pt x="6356" y="17199"/>
                    <a:pt x="6175" y="17749"/>
                    <a:pt x="6034" y="18311"/>
                  </a:cubicBezTo>
                  <a:cubicBezTo>
                    <a:pt x="5887" y="18867"/>
                    <a:pt x="5780" y="19436"/>
                    <a:pt x="5713" y="20012"/>
                  </a:cubicBezTo>
                  <a:cubicBezTo>
                    <a:pt x="5639" y="20582"/>
                    <a:pt x="5612" y="21158"/>
                    <a:pt x="5619" y="21740"/>
                  </a:cubicBezTo>
                  <a:cubicBezTo>
                    <a:pt x="5625" y="22323"/>
                    <a:pt x="5672" y="22899"/>
                    <a:pt x="5759" y="23468"/>
                  </a:cubicBezTo>
                  <a:cubicBezTo>
                    <a:pt x="5846" y="24037"/>
                    <a:pt x="5967" y="24607"/>
                    <a:pt x="6128" y="25163"/>
                  </a:cubicBezTo>
                  <a:cubicBezTo>
                    <a:pt x="6282" y="25718"/>
                    <a:pt x="6483" y="26261"/>
                    <a:pt x="6717" y="26790"/>
                  </a:cubicBezTo>
                  <a:cubicBezTo>
                    <a:pt x="6952" y="27319"/>
                    <a:pt x="7213" y="27828"/>
                    <a:pt x="7514" y="28324"/>
                  </a:cubicBezTo>
                  <a:cubicBezTo>
                    <a:pt x="7815" y="28819"/>
                    <a:pt x="8150" y="29288"/>
                    <a:pt x="8512" y="29737"/>
                  </a:cubicBezTo>
                  <a:cubicBezTo>
                    <a:pt x="8880" y="30185"/>
                    <a:pt x="9269" y="30614"/>
                    <a:pt x="9691" y="31009"/>
                  </a:cubicBezTo>
                  <a:cubicBezTo>
                    <a:pt x="10113" y="31404"/>
                    <a:pt x="10555" y="31773"/>
                    <a:pt x="11023" y="32114"/>
                  </a:cubicBezTo>
                  <a:cubicBezTo>
                    <a:pt x="11499" y="32449"/>
                    <a:pt x="11988" y="32750"/>
                    <a:pt x="12497" y="33025"/>
                  </a:cubicBezTo>
                  <a:cubicBezTo>
                    <a:pt x="13006" y="33300"/>
                    <a:pt x="13535" y="33534"/>
                    <a:pt x="14077" y="33735"/>
                  </a:cubicBezTo>
                  <a:cubicBezTo>
                    <a:pt x="14620" y="33936"/>
                    <a:pt x="15169" y="34103"/>
                    <a:pt x="15738" y="34231"/>
                  </a:cubicBezTo>
                  <a:cubicBezTo>
                    <a:pt x="16301" y="34358"/>
                    <a:pt x="16870" y="34445"/>
                    <a:pt x="17446" y="34499"/>
                  </a:cubicBezTo>
                  <a:cubicBezTo>
                    <a:pt x="18022" y="34545"/>
                    <a:pt x="18598" y="34559"/>
                    <a:pt x="19174" y="34539"/>
                  </a:cubicBezTo>
                  <a:cubicBezTo>
                    <a:pt x="19757" y="34512"/>
                    <a:pt x="20326" y="34445"/>
                    <a:pt x="20895" y="34344"/>
                  </a:cubicBezTo>
                  <a:cubicBezTo>
                    <a:pt x="21464" y="34244"/>
                    <a:pt x="22027" y="34103"/>
                    <a:pt x="22576" y="33923"/>
                  </a:cubicBezTo>
                  <a:cubicBezTo>
                    <a:pt x="23132" y="33742"/>
                    <a:pt x="23668" y="33534"/>
                    <a:pt x="24190" y="33286"/>
                  </a:cubicBezTo>
                  <a:cubicBezTo>
                    <a:pt x="24713" y="33038"/>
                    <a:pt x="25215" y="32750"/>
                    <a:pt x="25697" y="32436"/>
                  </a:cubicBezTo>
                  <a:cubicBezTo>
                    <a:pt x="26046" y="32208"/>
                    <a:pt x="26380" y="31967"/>
                    <a:pt x="26709" y="31706"/>
                  </a:cubicBezTo>
                  <a:cubicBezTo>
                    <a:pt x="27037" y="31445"/>
                    <a:pt x="27345" y="31163"/>
                    <a:pt x="27646" y="30875"/>
                  </a:cubicBezTo>
                  <a:cubicBezTo>
                    <a:pt x="27948" y="30587"/>
                    <a:pt x="28229" y="30279"/>
                    <a:pt x="28497" y="29965"/>
                  </a:cubicBezTo>
                  <a:cubicBezTo>
                    <a:pt x="28771" y="29650"/>
                    <a:pt x="29026" y="29315"/>
                    <a:pt x="29260" y="28973"/>
                  </a:cubicBezTo>
                  <a:cubicBezTo>
                    <a:pt x="29495" y="28632"/>
                    <a:pt x="29715" y="28283"/>
                    <a:pt x="29923" y="27915"/>
                  </a:cubicBezTo>
                  <a:cubicBezTo>
                    <a:pt x="30131" y="27553"/>
                    <a:pt x="30312" y="27178"/>
                    <a:pt x="30479" y="26797"/>
                  </a:cubicBezTo>
                  <a:cubicBezTo>
                    <a:pt x="30646" y="26415"/>
                    <a:pt x="30801" y="26026"/>
                    <a:pt x="30928" y="25631"/>
                  </a:cubicBezTo>
                  <a:cubicBezTo>
                    <a:pt x="31062" y="25236"/>
                    <a:pt x="31176" y="24841"/>
                    <a:pt x="31263" y="24432"/>
                  </a:cubicBezTo>
                  <a:cubicBezTo>
                    <a:pt x="31356" y="24024"/>
                    <a:pt x="31430" y="23616"/>
                    <a:pt x="31484" y="23200"/>
                  </a:cubicBezTo>
                  <a:cubicBezTo>
                    <a:pt x="31531" y="22785"/>
                    <a:pt x="31564" y="22370"/>
                    <a:pt x="31577" y="21954"/>
                  </a:cubicBezTo>
                  <a:cubicBezTo>
                    <a:pt x="31591" y="21539"/>
                    <a:pt x="31584" y="21124"/>
                    <a:pt x="31557" y="20709"/>
                  </a:cubicBezTo>
                  <a:cubicBezTo>
                    <a:pt x="31531" y="20294"/>
                    <a:pt x="31484" y="19878"/>
                    <a:pt x="31417" y="19463"/>
                  </a:cubicBezTo>
                  <a:cubicBezTo>
                    <a:pt x="31350" y="19055"/>
                    <a:pt x="31263" y="18646"/>
                    <a:pt x="31156" y="18244"/>
                  </a:cubicBezTo>
                  <a:cubicBezTo>
                    <a:pt x="31048" y="17842"/>
                    <a:pt x="30921" y="17447"/>
                    <a:pt x="30774" y="17052"/>
                  </a:cubicBezTo>
                  <a:cubicBezTo>
                    <a:pt x="30633" y="16664"/>
                    <a:pt x="30466" y="16282"/>
                    <a:pt x="30285" y="15907"/>
                  </a:cubicBezTo>
                  <a:cubicBezTo>
                    <a:pt x="30104" y="15532"/>
                    <a:pt x="29910" y="15164"/>
                    <a:pt x="29689" y="14809"/>
                  </a:cubicBezTo>
                  <a:cubicBezTo>
                    <a:pt x="29468" y="14454"/>
                    <a:pt x="29233" y="14105"/>
                    <a:pt x="28986" y="13777"/>
                  </a:cubicBezTo>
                  <a:cubicBezTo>
                    <a:pt x="28738" y="13442"/>
                    <a:pt x="28470" y="13121"/>
                    <a:pt x="28188" y="12813"/>
                  </a:cubicBezTo>
                  <a:cubicBezTo>
                    <a:pt x="27914" y="12505"/>
                    <a:pt x="27619" y="12210"/>
                    <a:pt x="27305" y="11935"/>
                  </a:cubicBezTo>
                  <a:cubicBezTo>
                    <a:pt x="26997" y="11654"/>
                    <a:pt x="26675" y="11386"/>
                    <a:pt x="26340" y="11138"/>
                  </a:cubicBezTo>
                  <a:cubicBezTo>
                    <a:pt x="26005" y="10891"/>
                    <a:pt x="25657" y="10663"/>
                    <a:pt x="25302" y="10449"/>
                  </a:cubicBezTo>
                  <a:cubicBezTo>
                    <a:pt x="24947" y="10228"/>
                    <a:pt x="24579" y="10033"/>
                    <a:pt x="24204" y="9853"/>
                  </a:cubicBezTo>
                  <a:cubicBezTo>
                    <a:pt x="23829" y="9672"/>
                    <a:pt x="23447" y="9511"/>
                    <a:pt x="23052" y="9370"/>
                  </a:cubicBezTo>
                  <a:cubicBezTo>
                    <a:pt x="22657" y="9230"/>
                    <a:pt x="22262" y="9102"/>
                    <a:pt x="21860" y="8995"/>
                  </a:cubicBezTo>
                  <a:cubicBezTo>
                    <a:pt x="21458" y="8895"/>
                    <a:pt x="21049" y="8808"/>
                    <a:pt x="20641" y="8741"/>
                  </a:cubicBezTo>
                  <a:cubicBezTo>
                    <a:pt x="20225" y="8681"/>
                    <a:pt x="19810" y="8634"/>
                    <a:pt x="19395" y="8607"/>
                  </a:cubicBezTo>
                  <a:cubicBezTo>
                    <a:pt x="18980" y="8580"/>
                    <a:pt x="18565" y="8573"/>
                    <a:pt x="18149" y="8593"/>
                  </a:cubicBezTo>
                  <a:cubicBezTo>
                    <a:pt x="17734" y="8607"/>
                    <a:pt x="17319" y="8640"/>
                    <a:pt x="16904" y="8694"/>
                  </a:cubicBezTo>
                  <a:cubicBezTo>
                    <a:pt x="16489" y="8748"/>
                    <a:pt x="16080" y="8821"/>
                    <a:pt x="15678" y="8915"/>
                  </a:cubicBezTo>
                  <a:cubicBezTo>
                    <a:pt x="15270" y="9009"/>
                    <a:pt x="14868" y="9123"/>
                    <a:pt x="14472" y="9257"/>
                  </a:cubicBezTo>
                  <a:cubicBezTo>
                    <a:pt x="14077" y="9391"/>
                    <a:pt x="13689" y="9544"/>
                    <a:pt x="13307" y="9712"/>
                  </a:cubicBezTo>
                  <a:cubicBezTo>
                    <a:pt x="12925" y="9879"/>
                    <a:pt x="12557" y="10067"/>
                    <a:pt x="12195" y="10275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6CC83C65-C961-56AF-8A8F-89030964FE71}"/>
                </a:ext>
              </a:extLst>
            </p:cNvPr>
            <p:cNvSpPr/>
            <p:nvPr/>
          </p:nvSpPr>
          <p:spPr>
            <a:xfrm>
              <a:off x="812494" y="1747810"/>
              <a:ext cx="25966" cy="25965"/>
            </a:xfrm>
            <a:custGeom>
              <a:avLst/>
              <a:gdLst>
                <a:gd name="connsiteX0" fmla="*/ 20080 w 25966"/>
                <a:gd name="connsiteY0" fmla="*/ 23854 h 25965"/>
                <a:gd name="connsiteX1" fmla="*/ 18573 w 25966"/>
                <a:gd name="connsiteY1" fmla="*/ 24705 h 25965"/>
                <a:gd name="connsiteX2" fmla="*/ 16959 w 25966"/>
                <a:gd name="connsiteY2" fmla="*/ 25341 h 25965"/>
                <a:gd name="connsiteX3" fmla="*/ 15278 w 25966"/>
                <a:gd name="connsiteY3" fmla="*/ 25763 h 25965"/>
                <a:gd name="connsiteX4" fmla="*/ 13556 w 25966"/>
                <a:gd name="connsiteY4" fmla="*/ 25957 h 25965"/>
                <a:gd name="connsiteX5" fmla="*/ 11828 w 25966"/>
                <a:gd name="connsiteY5" fmla="*/ 25917 h 25965"/>
                <a:gd name="connsiteX6" fmla="*/ 10121 w 25966"/>
                <a:gd name="connsiteY6" fmla="*/ 25649 h 25965"/>
                <a:gd name="connsiteX7" fmla="*/ 8460 w 25966"/>
                <a:gd name="connsiteY7" fmla="*/ 25153 h 25965"/>
                <a:gd name="connsiteX8" fmla="*/ 6879 w 25966"/>
                <a:gd name="connsiteY8" fmla="*/ 24443 h 25965"/>
                <a:gd name="connsiteX9" fmla="*/ 5406 w 25966"/>
                <a:gd name="connsiteY9" fmla="*/ 23532 h 25965"/>
                <a:gd name="connsiteX10" fmla="*/ 4073 w 25966"/>
                <a:gd name="connsiteY10" fmla="*/ 22427 h 25965"/>
                <a:gd name="connsiteX11" fmla="*/ 2894 w 25966"/>
                <a:gd name="connsiteY11" fmla="*/ 21155 h 25965"/>
                <a:gd name="connsiteX12" fmla="*/ 1896 w 25966"/>
                <a:gd name="connsiteY12" fmla="*/ 19742 h 25965"/>
                <a:gd name="connsiteX13" fmla="*/ 1099 w 25966"/>
                <a:gd name="connsiteY13" fmla="*/ 18208 h 25965"/>
                <a:gd name="connsiteX14" fmla="*/ 510 w 25966"/>
                <a:gd name="connsiteY14" fmla="*/ 16574 h 25965"/>
                <a:gd name="connsiteX15" fmla="*/ 142 w 25966"/>
                <a:gd name="connsiteY15" fmla="*/ 14886 h 25965"/>
                <a:gd name="connsiteX16" fmla="*/ 1 w 25966"/>
                <a:gd name="connsiteY16" fmla="*/ 13158 h 25965"/>
                <a:gd name="connsiteX17" fmla="*/ 95 w 25966"/>
                <a:gd name="connsiteY17" fmla="*/ 11431 h 25965"/>
                <a:gd name="connsiteX18" fmla="*/ 416 w 25966"/>
                <a:gd name="connsiteY18" fmla="*/ 9729 h 25965"/>
                <a:gd name="connsiteX19" fmla="*/ 959 w 25966"/>
                <a:gd name="connsiteY19" fmla="*/ 8082 h 25965"/>
                <a:gd name="connsiteX20" fmla="*/ 1722 w 25966"/>
                <a:gd name="connsiteY20" fmla="*/ 6528 h 25965"/>
                <a:gd name="connsiteX21" fmla="*/ 2680 w 25966"/>
                <a:gd name="connsiteY21" fmla="*/ 5081 h 25965"/>
                <a:gd name="connsiteX22" fmla="*/ 3825 w 25966"/>
                <a:gd name="connsiteY22" fmla="*/ 3782 h 25965"/>
                <a:gd name="connsiteX23" fmla="*/ 5131 w 25966"/>
                <a:gd name="connsiteY23" fmla="*/ 2644 h 25965"/>
                <a:gd name="connsiteX24" fmla="*/ 6578 w 25966"/>
                <a:gd name="connsiteY24" fmla="*/ 1693 h 25965"/>
                <a:gd name="connsiteX25" fmla="*/ 7690 w 25966"/>
                <a:gd name="connsiteY25" fmla="*/ 1130 h 25965"/>
                <a:gd name="connsiteX26" fmla="*/ 8855 w 25966"/>
                <a:gd name="connsiteY26" fmla="*/ 675 h 25965"/>
                <a:gd name="connsiteX27" fmla="*/ 10054 w 25966"/>
                <a:gd name="connsiteY27" fmla="*/ 333 h 25965"/>
                <a:gd name="connsiteX28" fmla="*/ 11286 w 25966"/>
                <a:gd name="connsiteY28" fmla="*/ 112 h 25965"/>
                <a:gd name="connsiteX29" fmla="*/ 12532 w 25966"/>
                <a:gd name="connsiteY29" fmla="*/ 12 h 25965"/>
                <a:gd name="connsiteX30" fmla="*/ 13777 w 25966"/>
                <a:gd name="connsiteY30" fmla="*/ 25 h 25965"/>
                <a:gd name="connsiteX31" fmla="*/ 15023 w 25966"/>
                <a:gd name="connsiteY31" fmla="*/ 159 h 25965"/>
                <a:gd name="connsiteX32" fmla="*/ 16242 w 25966"/>
                <a:gd name="connsiteY32" fmla="*/ 413 h 25965"/>
                <a:gd name="connsiteX33" fmla="*/ 17434 w 25966"/>
                <a:gd name="connsiteY33" fmla="*/ 788 h 25965"/>
                <a:gd name="connsiteX34" fmla="*/ 18586 w 25966"/>
                <a:gd name="connsiteY34" fmla="*/ 1271 h 25965"/>
                <a:gd name="connsiteX35" fmla="*/ 19684 w 25966"/>
                <a:gd name="connsiteY35" fmla="*/ 1867 h 25965"/>
                <a:gd name="connsiteX36" fmla="*/ 20722 w 25966"/>
                <a:gd name="connsiteY36" fmla="*/ 2557 h 25965"/>
                <a:gd name="connsiteX37" fmla="*/ 21687 w 25966"/>
                <a:gd name="connsiteY37" fmla="*/ 3354 h 25965"/>
                <a:gd name="connsiteX38" fmla="*/ 22571 w 25966"/>
                <a:gd name="connsiteY38" fmla="*/ 4231 h 25965"/>
                <a:gd name="connsiteX39" fmla="*/ 23368 w 25966"/>
                <a:gd name="connsiteY39" fmla="*/ 5195 h 25965"/>
                <a:gd name="connsiteX40" fmla="*/ 24071 w 25966"/>
                <a:gd name="connsiteY40" fmla="*/ 6227 h 25965"/>
                <a:gd name="connsiteX41" fmla="*/ 24667 w 25966"/>
                <a:gd name="connsiteY41" fmla="*/ 7325 h 25965"/>
                <a:gd name="connsiteX42" fmla="*/ 25156 w 25966"/>
                <a:gd name="connsiteY42" fmla="*/ 8470 h 25965"/>
                <a:gd name="connsiteX43" fmla="*/ 25538 w 25966"/>
                <a:gd name="connsiteY43" fmla="*/ 9662 h 25965"/>
                <a:gd name="connsiteX44" fmla="*/ 25799 w 25966"/>
                <a:gd name="connsiteY44" fmla="*/ 10881 h 25965"/>
                <a:gd name="connsiteX45" fmla="*/ 25940 w 25966"/>
                <a:gd name="connsiteY45" fmla="*/ 12127 h 25965"/>
                <a:gd name="connsiteX46" fmla="*/ 25960 w 25966"/>
                <a:gd name="connsiteY46" fmla="*/ 13373 h 25965"/>
                <a:gd name="connsiteX47" fmla="*/ 25866 w 25966"/>
                <a:gd name="connsiteY47" fmla="*/ 14618 h 25965"/>
                <a:gd name="connsiteX48" fmla="*/ 25645 w 25966"/>
                <a:gd name="connsiteY48" fmla="*/ 15851 h 25965"/>
                <a:gd name="connsiteX49" fmla="*/ 25310 w 25966"/>
                <a:gd name="connsiteY49" fmla="*/ 17050 h 25965"/>
                <a:gd name="connsiteX50" fmla="*/ 24861 w 25966"/>
                <a:gd name="connsiteY50" fmla="*/ 18215 h 25965"/>
                <a:gd name="connsiteX51" fmla="*/ 24305 w 25966"/>
                <a:gd name="connsiteY51" fmla="*/ 19333 h 25965"/>
                <a:gd name="connsiteX52" fmla="*/ 23642 w 25966"/>
                <a:gd name="connsiteY52" fmla="*/ 20391 h 25965"/>
                <a:gd name="connsiteX53" fmla="*/ 22879 w 25966"/>
                <a:gd name="connsiteY53" fmla="*/ 21383 h 25965"/>
                <a:gd name="connsiteX54" fmla="*/ 22028 w 25966"/>
                <a:gd name="connsiteY54" fmla="*/ 22293 h 25965"/>
                <a:gd name="connsiteX55" fmla="*/ 21091 w 25966"/>
                <a:gd name="connsiteY55" fmla="*/ 23124 h 25965"/>
                <a:gd name="connsiteX56" fmla="*/ 20080 w 25966"/>
                <a:gd name="connsiteY56" fmla="*/ 23854 h 25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5966" h="25965">
                  <a:moveTo>
                    <a:pt x="20080" y="23854"/>
                  </a:moveTo>
                  <a:cubicBezTo>
                    <a:pt x="19597" y="24169"/>
                    <a:pt x="19095" y="24457"/>
                    <a:pt x="18573" y="24705"/>
                  </a:cubicBezTo>
                  <a:cubicBezTo>
                    <a:pt x="18050" y="24952"/>
                    <a:pt x="17514" y="25160"/>
                    <a:pt x="16959" y="25341"/>
                  </a:cubicBezTo>
                  <a:cubicBezTo>
                    <a:pt x="16409" y="25521"/>
                    <a:pt x="15847" y="25662"/>
                    <a:pt x="15278" y="25763"/>
                  </a:cubicBezTo>
                  <a:cubicBezTo>
                    <a:pt x="14708" y="25863"/>
                    <a:pt x="14139" y="25930"/>
                    <a:pt x="13556" y="25957"/>
                  </a:cubicBezTo>
                  <a:cubicBezTo>
                    <a:pt x="12980" y="25977"/>
                    <a:pt x="12404" y="25964"/>
                    <a:pt x="11828" y="25917"/>
                  </a:cubicBezTo>
                  <a:cubicBezTo>
                    <a:pt x="11252" y="25863"/>
                    <a:pt x="10683" y="25776"/>
                    <a:pt x="10121" y="25649"/>
                  </a:cubicBezTo>
                  <a:cubicBezTo>
                    <a:pt x="9551" y="25521"/>
                    <a:pt x="9002" y="25354"/>
                    <a:pt x="8460" y="25153"/>
                  </a:cubicBezTo>
                  <a:cubicBezTo>
                    <a:pt x="7917" y="24952"/>
                    <a:pt x="7388" y="24718"/>
                    <a:pt x="6879" y="24443"/>
                  </a:cubicBezTo>
                  <a:cubicBezTo>
                    <a:pt x="6370" y="24169"/>
                    <a:pt x="5881" y="23867"/>
                    <a:pt x="5406" y="23532"/>
                  </a:cubicBezTo>
                  <a:cubicBezTo>
                    <a:pt x="4937" y="23191"/>
                    <a:pt x="4495" y="22823"/>
                    <a:pt x="4073" y="22427"/>
                  </a:cubicBezTo>
                  <a:cubicBezTo>
                    <a:pt x="3651" y="22032"/>
                    <a:pt x="3263" y="21604"/>
                    <a:pt x="2894" y="21155"/>
                  </a:cubicBezTo>
                  <a:cubicBezTo>
                    <a:pt x="2533" y="20706"/>
                    <a:pt x="2198" y="20237"/>
                    <a:pt x="1896" y="19742"/>
                  </a:cubicBezTo>
                  <a:cubicBezTo>
                    <a:pt x="1595" y="19246"/>
                    <a:pt x="1334" y="18737"/>
                    <a:pt x="1099" y="18208"/>
                  </a:cubicBezTo>
                  <a:cubicBezTo>
                    <a:pt x="865" y="17679"/>
                    <a:pt x="664" y="17130"/>
                    <a:pt x="510" y="16574"/>
                  </a:cubicBezTo>
                  <a:cubicBezTo>
                    <a:pt x="349" y="16018"/>
                    <a:pt x="229" y="15456"/>
                    <a:pt x="142" y="14886"/>
                  </a:cubicBezTo>
                  <a:cubicBezTo>
                    <a:pt x="55" y="14317"/>
                    <a:pt x="8" y="13741"/>
                    <a:pt x="1" y="13158"/>
                  </a:cubicBezTo>
                  <a:cubicBezTo>
                    <a:pt x="-6" y="12576"/>
                    <a:pt x="21" y="12000"/>
                    <a:pt x="95" y="11431"/>
                  </a:cubicBezTo>
                  <a:cubicBezTo>
                    <a:pt x="162" y="10855"/>
                    <a:pt x="269" y="10285"/>
                    <a:pt x="416" y="9729"/>
                  </a:cubicBezTo>
                  <a:cubicBezTo>
                    <a:pt x="557" y="9167"/>
                    <a:pt x="738" y="8618"/>
                    <a:pt x="959" y="8082"/>
                  </a:cubicBezTo>
                  <a:cubicBezTo>
                    <a:pt x="1180" y="7546"/>
                    <a:pt x="1434" y="7030"/>
                    <a:pt x="1722" y="6528"/>
                  </a:cubicBezTo>
                  <a:cubicBezTo>
                    <a:pt x="2010" y="6026"/>
                    <a:pt x="2325" y="5543"/>
                    <a:pt x="2680" y="5081"/>
                  </a:cubicBezTo>
                  <a:cubicBezTo>
                    <a:pt x="3035" y="4626"/>
                    <a:pt x="3417" y="4191"/>
                    <a:pt x="3825" y="3782"/>
                  </a:cubicBezTo>
                  <a:cubicBezTo>
                    <a:pt x="4234" y="3374"/>
                    <a:pt x="4669" y="2999"/>
                    <a:pt x="5131" y="2644"/>
                  </a:cubicBezTo>
                  <a:cubicBezTo>
                    <a:pt x="5593" y="2295"/>
                    <a:pt x="6076" y="1981"/>
                    <a:pt x="6578" y="1693"/>
                  </a:cubicBezTo>
                  <a:cubicBezTo>
                    <a:pt x="6939" y="1485"/>
                    <a:pt x="7308" y="1298"/>
                    <a:pt x="7690" y="1130"/>
                  </a:cubicBezTo>
                  <a:cubicBezTo>
                    <a:pt x="8071" y="963"/>
                    <a:pt x="8460" y="809"/>
                    <a:pt x="8855" y="675"/>
                  </a:cubicBezTo>
                  <a:cubicBezTo>
                    <a:pt x="9250" y="541"/>
                    <a:pt x="9652" y="427"/>
                    <a:pt x="10054" y="333"/>
                  </a:cubicBezTo>
                  <a:cubicBezTo>
                    <a:pt x="10462" y="239"/>
                    <a:pt x="10871" y="166"/>
                    <a:pt x="11286" y="112"/>
                  </a:cubicBezTo>
                  <a:cubicBezTo>
                    <a:pt x="11701" y="58"/>
                    <a:pt x="12116" y="25"/>
                    <a:pt x="12532" y="12"/>
                  </a:cubicBezTo>
                  <a:cubicBezTo>
                    <a:pt x="12947" y="-8"/>
                    <a:pt x="13362" y="-2"/>
                    <a:pt x="13777" y="25"/>
                  </a:cubicBezTo>
                  <a:cubicBezTo>
                    <a:pt x="14193" y="52"/>
                    <a:pt x="14608" y="99"/>
                    <a:pt x="15023" y="159"/>
                  </a:cubicBezTo>
                  <a:cubicBezTo>
                    <a:pt x="15432" y="226"/>
                    <a:pt x="15840" y="313"/>
                    <a:pt x="16242" y="413"/>
                  </a:cubicBezTo>
                  <a:cubicBezTo>
                    <a:pt x="16644" y="521"/>
                    <a:pt x="17039" y="648"/>
                    <a:pt x="17434" y="788"/>
                  </a:cubicBezTo>
                  <a:cubicBezTo>
                    <a:pt x="17829" y="929"/>
                    <a:pt x="18211" y="1090"/>
                    <a:pt x="18586" y="1271"/>
                  </a:cubicBezTo>
                  <a:cubicBezTo>
                    <a:pt x="18961" y="1452"/>
                    <a:pt x="19329" y="1646"/>
                    <a:pt x="19684" y="1867"/>
                  </a:cubicBezTo>
                  <a:cubicBezTo>
                    <a:pt x="20039" y="2081"/>
                    <a:pt x="20388" y="2309"/>
                    <a:pt x="20722" y="2557"/>
                  </a:cubicBezTo>
                  <a:cubicBezTo>
                    <a:pt x="21057" y="2804"/>
                    <a:pt x="21379" y="3072"/>
                    <a:pt x="21687" y="3354"/>
                  </a:cubicBezTo>
                  <a:cubicBezTo>
                    <a:pt x="22002" y="3628"/>
                    <a:pt x="22296" y="3923"/>
                    <a:pt x="22571" y="4231"/>
                  </a:cubicBezTo>
                  <a:cubicBezTo>
                    <a:pt x="22852" y="4539"/>
                    <a:pt x="23120" y="4860"/>
                    <a:pt x="23368" y="5195"/>
                  </a:cubicBezTo>
                  <a:cubicBezTo>
                    <a:pt x="23616" y="5523"/>
                    <a:pt x="23850" y="5872"/>
                    <a:pt x="24071" y="6227"/>
                  </a:cubicBezTo>
                  <a:cubicBezTo>
                    <a:pt x="24292" y="6582"/>
                    <a:pt x="24486" y="6950"/>
                    <a:pt x="24667" y="7325"/>
                  </a:cubicBezTo>
                  <a:cubicBezTo>
                    <a:pt x="24848" y="7700"/>
                    <a:pt x="25015" y="8082"/>
                    <a:pt x="25156" y="8470"/>
                  </a:cubicBezTo>
                  <a:cubicBezTo>
                    <a:pt x="25303" y="8865"/>
                    <a:pt x="25430" y="9261"/>
                    <a:pt x="25538" y="9662"/>
                  </a:cubicBezTo>
                  <a:cubicBezTo>
                    <a:pt x="25645" y="10064"/>
                    <a:pt x="25732" y="10473"/>
                    <a:pt x="25799" y="10881"/>
                  </a:cubicBezTo>
                  <a:cubicBezTo>
                    <a:pt x="25866" y="11296"/>
                    <a:pt x="25913" y="11712"/>
                    <a:pt x="25940" y="12127"/>
                  </a:cubicBezTo>
                  <a:cubicBezTo>
                    <a:pt x="25966" y="12542"/>
                    <a:pt x="25973" y="12958"/>
                    <a:pt x="25960" y="13373"/>
                  </a:cubicBezTo>
                  <a:cubicBezTo>
                    <a:pt x="25946" y="13788"/>
                    <a:pt x="25913" y="14203"/>
                    <a:pt x="25866" y="14618"/>
                  </a:cubicBezTo>
                  <a:cubicBezTo>
                    <a:pt x="25812" y="15034"/>
                    <a:pt x="25739" y="15442"/>
                    <a:pt x="25645" y="15851"/>
                  </a:cubicBezTo>
                  <a:cubicBezTo>
                    <a:pt x="25558" y="16259"/>
                    <a:pt x="25444" y="16654"/>
                    <a:pt x="25310" y="17050"/>
                  </a:cubicBezTo>
                  <a:cubicBezTo>
                    <a:pt x="25183" y="17445"/>
                    <a:pt x="25029" y="17833"/>
                    <a:pt x="24861" y="18215"/>
                  </a:cubicBezTo>
                  <a:cubicBezTo>
                    <a:pt x="24694" y="18596"/>
                    <a:pt x="24513" y="18972"/>
                    <a:pt x="24305" y="19333"/>
                  </a:cubicBezTo>
                  <a:cubicBezTo>
                    <a:pt x="24098" y="19702"/>
                    <a:pt x="23877" y="20050"/>
                    <a:pt x="23642" y="20391"/>
                  </a:cubicBezTo>
                  <a:cubicBezTo>
                    <a:pt x="23408" y="20733"/>
                    <a:pt x="23153" y="21068"/>
                    <a:pt x="22879" y="21383"/>
                  </a:cubicBezTo>
                  <a:cubicBezTo>
                    <a:pt x="22611" y="21697"/>
                    <a:pt x="22330" y="22005"/>
                    <a:pt x="22028" y="22293"/>
                  </a:cubicBezTo>
                  <a:cubicBezTo>
                    <a:pt x="21727" y="22581"/>
                    <a:pt x="21419" y="22863"/>
                    <a:pt x="21091" y="23124"/>
                  </a:cubicBezTo>
                  <a:cubicBezTo>
                    <a:pt x="20763" y="23385"/>
                    <a:pt x="20428" y="23626"/>
                    <a:pt x="20080" y="23854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01497CCB-77C8-14EB-5F51-0E3C9E09D8E2}"/>
                </a:ext>
              </a:extLst>
            </p:cNvPr>
            <p:cNvSpPr/>
            <p:nvPr/>
          </p:nvSpPr>
          <p:spPr>
            <a:xfrm>
              <a:off x="1287170" y="1784013"/>
              <a:ext cx="128175" cy="133556"/>
            </a:xfrm>
            <a:custGeom>
              <a:avLst/>
              <a:gdLst>
                <a:gd name="connsiteX0" fmla="*/ 70931 w 128175"/>
                <a:gd name="connsiteY0" fmla="*/ 133557 h 133556"/>
                <a:gd name="connsiteX1" fmla="*/ 37431 w 128175"/>
                <a:gd name="connsiteY1" fmla="*/ 128835 h 133556"/>
                <a:gd name="connsiteX2" fmla="*/ 4735 w 128175"/>
                <a:gd name="connsiteY2" fmla="*/ 97840 h 133556"/>
                <a:gd name="connsiteX3" fmla="*/ 7367 w 128175"/>
                <a:gd name="connsiteY3" fmla="*/ 41617 h 133556"/>
                <a:gd name="connsiteX4" fmla="*/ 61180 w 128175"/>
                <a:gd name="connsiteY4" fmla="*/ 0 h 133556"/>
                <a:gd name="connsiteX5" fmla="*/ 87896 w 128175"/>
                <a:gd name="connsiteY5" fmla="*/ 6075 h 133556"/>
                <a:gd name="connsiteX6" fmla="*/ 125347 w 128175"/>
                <a:gd name="connsiteY6" fmla="*/ 46647 h 133556"/>
                <a:gd name="connsiteX7" fmla="*/ 126954 w 128175"/>
                <a:gd name="connsiteY7" fmla="*/ 53183 h 133556"/>
                <a:gd name="connsiteX8" fmla="*/ 127898 w 128175"/>
                <a:gd name="connsiteY8" fmla="*/ 59840 h 133556"/>
                <a:gd name="connsiteX9" fmla="*/ 128173 w 128175"/>
                <a:gd name="connsiteY9" fmla="*/ 66564 h 133556"/>
                <a:gd name="connsiteX10" fmla="*/ 127771 w 128175"/>
                <a:gd name="connsiteY10" fmla="*/ 73282 h 133556"/>
                <a:gd name="connsiteX11" fmla="*/ 126699 w 128175"/>
                <a:gd name="connsiteY11" fmla="*/ 79919 h 133556"/>
                <a:gd name="connsiteX12" fmla="*/ 124965 w 128175"/>
                <a:gd name="connsiteY12" fmla="*/ 86422 h 133556"/>
                <a:gd name="connsiteX13" fmla="*/ 122594 w 128175"/>
                <a:gd name="connsiteY13" fmla="*/ 92717 h 133556"/>
                <a:gd name="connsiteX14" fmla="*/ 119600 w 128175"/>
                <a:gd name="connsiteY14" fmla="*/ 98745 h 133556"/>
                <a:gd name="connsiteX15" fmla="*/ 70931 w 128175"/>
                <a:gd name="connsiteY15" fmla="*/ 133557 h 133556"/>
                <a:gd name="connsiteX16" fmla="*/ 95021 w 128175"/>
                <a:gd name="connsiteY16" fmla="*/ 39407 h 133556"/>
                <a:gd name="connsiteX17" fmla="*/ 50297 w 128175"/>
                <a:gd name="connsiteY17" fmla="*/ 25389 h 133556"/>
                <a:gd name="connsiteX18" fmla="*/ 19536 w 128175"/>
                <a:gd name="connsiteY18" fmla="*/ 46506 h 133556"/>
                <a:gd name="connsiteX19" fmla="*/ 13268 w 128175"/>
                <a:gd name="connsiteY19" fmla="*/ 88123 h 133556"/>
                <a:gd name="connsiteX20" fmla="*/ 33547 w 128175"/>
                <a:gd name="connsiteY20" fmla="*/ 111423 h 133556"/>
                <a:gd name="connsiteX21" fmla="*/ 68540 w 128175"/>
                <a:gd name="connsiteY21" fmla="*/ 116821 h 133556"/>
                <a:gd name="connsiteX22" fmla="*/ 87239 w 128175"/>
                <a:gd name="connsiteY22" fmla="*/ 106118 h 133556"/>
                <a:gd name="connsiteX23" fmla="*/ 108550 w 128175"/>
                <a:gd name="connsiteY23" fmla="*/ 73965 h 133556"/>
                <a:gd name="connsiteX24" fmla="*/ 95021 w 128175"/>
                <a:gd name="connsiteY24" fmla="*/ 39407 h 13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8175" h="133556">
                  <a:moveTo>
                    <a:pt x="70931" y="133557"/>
                  </a:moveTo>
                  <a:cubicBezTo>
                    <a:pt x="59760" y="133530"/>
                    <a:pt x="47993" y="132713"/>
                    <a:pt x="37431" y="128835"/>
                  </a:cubicBezTo>
                  <a:cubicBezTo>
                    <a:pt x="22704" y="123431"/>
                    <a:pt x="10682" y="112434"/>
                    <a:pt x="4735" y="97840"/>
                  </a:cubicBezTo>
                  <a:cubicBezTo>
                    <a:pt x="-2645" y="79711"/>
                    <a:pt x="-1118" y="59083"/>
                    <a:pt x="7367" y="41617"/>
                  </a:cubicBezTo>
                  <a:cubicBezTo>
                    <a:pt x="19000" y="17654"/>
                    <a:pt x="37297" y="9048"/>
                    <a:pt x="61180" y="0"/>
                  </a:cubicBezTo>
                  <a:cubicBezTo>
                    <a:pt x="70536" y="663"/>
                    <a:pt x="79336" y="2056"/>
                    <a:pt x="87896" y="6075"/>
                  </a:cubicBezTo>
                  <a:cubicBezTo>
                    <a:pt x="105362" y="14272"/>
                    <a:pt x="119627" y="27854"/>
                    <a:pt x="125347" y="46647"/>
                  </a:cubicBezTo>
                  <a:cubicBezTo>
                    <a:pt x="125990" y="48796"/>
                    <a:pt x="126525" y="50980"/>
                    <a:pt x="126954" y="53183"/>
                  </a:cubicBezTo>
                  <a:cubicBezTo>
                    <a:pt x="127376" y="55387"/>
                    <a:pt x="127690" y="57603"/>
                    <a:pt x="127898" y="59840"/>
                  </a:cubicBezTo>
                  <a:cubicBezTo>
                    <a:pt x="128099" y="62077"/>
                    <a:pt x="128193" y="64321"/>
                    <a:pt x="128173" y="66564"/>
                  </a:cubicBezTo>
                  <a:cubicBezTo>
                    <a:pt x="128153" y="68808"/>
                    <a:pt x="128019" y="71051"/>
                    <a:pt x="127771" y="73282"/>
                  </a:cubicBezTo>
                  <a:cubicBezTo>
                    <a:pt x="127523" y="75512"/>
                    <a:pt x="127168" y="77729"/>
                    <a:pt x="126699" y="79919"/>
                  </a:cubicBezTo>
                  <a:cubicBezTo>
                    <a:pt x="126231" y="82115"/>
                    <a:pt x="125655" y="84285"/>
                    <a:pt x="124965" y="86422"/>
                  </a:cubicBezTo>
                  <a:cubicBezTo>
                    <a:pt x="124275" y="88558"/>
                    <a:pt x="123485" y="90661"/>
                    <a:pt x="122594" y="92717"/>
                  </a:cubicBezTo>
                  <a:cubicBezTo>
                    <a:pt x="121697" y="94773"/>
                    <a:pt x="120698" y="96782"/>
                    <a:pt x="119600" y="98745"/>
                  </a:cubicBezTo>
                  <a:cubicBezTo>
                    <a:pt x="108181" y="118977"/>
                    <a:pt x="92617" y="127409"/>
                    <a:pt x="70931" y="133557"/>
                  </a:cubicBezTo>
                  <a:close/>
                  <a:moveTo>
                    <a:pt x="95021" y="39407"/>
                  </a:moveTo>
                  <a:cubicBezTo>
                    <a:pt x="81888" y="29863"/>
                    <a:pt x="67020" y="22610"/>
                    <a:pt x="50297" y="25389"/>
                  </a:cubicBezTo>
                  <a:cubicBezTo>
                    <a:pt x="37144" y="27573"/>
                    <a:pt x="26595" y="35321"/>
                    <a:pt x="19536" y="46506"/>
                  </a:cubicBezTo>
                  <a:cubicBezTo>
                    <a:pt x="11814" y="58742"/>
                    <a:pt x="9022" y="74112"/>
                    <a:pt x="13268" y="88123"/>
                  </a:cubicBezTo>
                  <a:cubicBezTo>
                    <a:pt x="16482" y="98704"/>
                    <a:pt x="23896" y="106500"/>
                    <a:pt x="33547" y="111423"/>
                  </a:cubicBezTo>
                  <a:cubicBezTo>
                    <a:pt x="45033" y="117276"/>
                    <a:pt x="55956" y="118019"/>
                    <a:pt x="68540" y="116821"/>
                  </a:cubicBezTo>
                  <a:cubicBezTo>
                    <a:pt x="74849" y="113532"/>
                    <a:pt x="81426" y="110237"/>
                    <a:pt x="87239" y="106118"/>
                  </a:cubicBezTo>
                  <a:cubicBezTo>
                    <a:pt x="96769" y="99354"/>
                    <a:pt x="107545" y="86080"/>
                    <a:pt x="108550" y="73965"/>
                  </a:cubicBezTo>
                  <a:cubicBezTo>
                    <a:pt x="109849" y="58414"/>
                    <a:pt x="104324" y="50879"/>
                    <a:pt x="95021" y="39407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22622ECC-057E-B256-4305-B90807EC4E8C}"/>
                </a:ext>
              </a:extLst>
            </p:cNvPr>
            <p:cNvSpPr/>
            <p:nvPr/>
          </p:nvSpPr>
          <p:spPr>
            <a:xfrm>
              <a:off x="1298454" y="1808803"/>
              <a:ext cx="83736" cy="92516"/>
            </a:xfrm>
            <a:custGeom>
              <a:avLst/>
              <a:gdLst>
                <a:gd name="connsiteX0" fmla="*/ 83737 w 83736"/>
                <a:gd name="connsiteY0" fmla="*/ 14617 h 92516"/>
                <a:gd name="connsiteX1" fmla="*/ 40252 w 83736"/>
                <a:gd name="connsiteY1" fmla="*/ 32874 h 92516"/>
                <a:gd name="connsiteX2" fmla="*/ 27728 w 83736"/>
                <a:gd name="connsiteY2" fmla="*/ 63327 h 92516"/>
                <a:gd name="connsiteX3" fmla="*/ 42395 w 83736"/>
                <a:gd name="connsiteY3" fmla="*/ 87055 h 92516"/>
                <a:gd name="connsiteX4" fmla="*/ 57256 w 83736"/>
                <a:gd name="connsiteY4" fmla="*/ 92031 h 92516"/>
                <a:gd name="connsiteX5" fmla="*/ 22262 w 83736"/>
                <a:gd name="connsiteY5" fmla="*/ 86633 h 92516"/>
                <a:gd name="connsiteX6" fmla="*/ 1983 w 83736"/>
                <a:gd name="connsiteY6" fmla="*/ 63333 h 92516"/>
                <a:gd name="connsiteX7" fmla="*/ 8252 w 83736"/>
                <a:gd name="connsiteY7" fmla="*/ 21716 h 92516"/>
                <a:gd name="connsiteX8" fmla="*/ 39013 w 83736"/>
                <a:gd name="connsiteY8" fmla="*/ 600 h 92516"/>
                <a:gd name="connsiteX9" fmla="*/ 83737 w 83736"/>
                <a:gd name="connsiteY9" fmla="*/ 14617 h 92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736" h="92516">
                  <a:moveTo>
                    <a:pt x="83737" y="14617"/>
                  </a:moveTo>
                  <a:cubicBezTo>
                    <a:pt x="65440" y="16566"/>
                    <a:pt x="52762" y="18435"/>
                    <a:pt x="40252" y="32874"/>
                  </a:cubicBezTo>
                  <a:cubicBezTo>
                    <a:pt x="33065" y="41179"/>
                    <a:pt x="26796" y="52022"/>
                    <a:pt x="27728" y="63327"/>
                  </a:cubicBezTo>
                  <a:cubicBezTo>
                    <a:pt x="28404" y="71544"/>
                    <a:pt x="35249" y="82561"/>
                    <a:pt x="42395" y="87055"/>
                  </a:cubicBezTo>
                  <a:cubicBezTo>
                    <a:pt x="47042" y="89982"/>
                    <a:pt x="52045" y="90732"/>
                    <a:pt x="57256" y="92031"/>
                  </a:cubicBezTo>
                  <a:cubicBezTo>
                    <a:pt x="44672" y="93230"/>
                    <a:pt x="33748" y="92486"/>
                    <a:pt x="22262" y="86633"/>
                  </a:cubicBezTo>
                  <a:cubicBezTo>
                    <a:pt x="12612" y="81710"/>
                    <a:pt x="5198" y="73915"/>
                    <a:pt x="1983" y="63333"/>
                  </a:cubicBezTo>
                  <a:cubicBezTo>
                    <a:pt x="-2263" y="49323"/>
                    <a:pt x="530" y="33952"/>
                    <a:pt x="8252" y="21716"/>
                  </a:cubicBezTo>
                  <a:cubicBezTo>
                    <a:pt x="15311" y="10532"/>
                    <a:pt x="25859" y="2783"/>
                    <a:pt x="39013" y="600"/>
                  </a:cubicBezTo>
                  <a:cubicBezTo>
                    <a:pt x="55736" y="-2179"/>
                    <a:pt x="70603" y="5074"/>
                    <a:pt x="83737" y="14617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BF0FA7A0-162B-7D2E-A931-78D90DBD72A1}"/>
                </a:ext>
              </a:extLst>
            </p:cNvPr>
            <p:cNvSpPr/>
            <p:nvPr/>
          </p:nvSpPr>
          <p:spPr>
            <a:xfrm>
              <a:off x="1091308" y="1826347"/>
              <a:ext cx="37518" cy="227934"/>
            </a:xfrm>
            <a:custGeom>
              <a:avLst/>
              <a:gdLst>
                <a:gd name="connsiteX0" fmla="*/ 0 w 37518"/>
                <a:gd name="connsiteY0" fmla="*/ 42715 h 227934"/>
                <a:gd name="connsiteX1" fmla="*/ 5498 w 37518"/>
                <a:gd name="connsiteY1" fmla="*/ 0 h 227934"/>
                <a:gd name="connsiteX2" fmla="*/ 6965 w 37518"/>
                <a:gd name="connsiteY2" fmla="*/ 18645 h 227934"/>
                <a:gd name="connsiteX3" fmla="*/ 13207 w 37518"/>
                <a:gd name="connsiteY3" fmla="*/ 20614 h 227934"/>
                <a:gd name="connsiteX4" fmla="*/ 37518 w 37518"/>
                <a:gd name="connsiteY4" fmla="*/ 226341 h 227934"/>
                <a:gd name="connsiteX5" fmla="*/ 31450 w 37518"/>
                <a:gd name="connsiteY5" fmla="*/ 227935 h 227934"/>
                <a:gd name="connsiteX6" fmla="*/ 19302 w 37518"/>
                <a:gd name="connsiteY6" fmla="*/ 214902 h 227934"/>
                <a:gd name="connsiteX7" fmla="*/ 0 w 37518"/>
                <a:gd name="connsiteY7" fmla="*/ 42715 h 22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18" h="227934">
                  <a:moveTo>
                    <a:pt x="0" y="42715"/>
                  </a:moveTo>
                  <a:cubicBezTo>
                    <a:pt x="3623" y="31738"/>
                    <a:pt x="-81" y="6758"/>
                    <a:pt x="5498" y="0"/>
                  </a:cubicBezTo>
                  <a:lnTo>
                    <a:pt x="6965" y="18645"/>
                  </a:lnTo>
                  <a:lnTo>
                    <a:pt x="13207" y="20614"/>
                  </a:lnTo>
                  <a:cubicBezTo>
                    <a:pt x="24746" y="87962"/>
                    <a:pt x="32274" y="158209"/>
                    <a:pt x="37518" y="226341"/>
                  </a:cubicBezTo>
                  <a:lnTo>
                    <a:pt x="31450" y="227935"/>
                  </a:lnTo>
                  <a:cubicBezTo>
                    <a:pt x="27197" y="224238"/>
                    <a:pt x="21907" y="220045"/>
                    <a:pt x="19302" y="214902"/>
                  </a:cubicBezTo>
                  <a:cubicBezTo>
                    <a:pt x="7146" y="190926"/>
                    <a:pt x="3027" y="75713"/>
                    <a:pt x="0" y="4271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B02FED93-0D92-4FA5-1CC8-5167EBD682B1}"/>
                </a:ext>
              </a:extLst>
            </p:cNvPr>
            <p:cNvSpPr/>
            <p:nvPr/>
          </p:nvSpPr>
          <p:spPr>
            <a:xfrm>
              <a:off x="1326090" y="1823420"/>
              <a:ext cx="69817" cy="77413"/>
            </a:xfrm>
            <a:custGeom>
              <a:avLst/>
              <a:gdLst>
                <a:gd name="connsiteX0" fmla="*/ 29620 w 69817"/>
                <a:gd name="connsiteY0" fmla="*/ 77414 h 77413"/>
                <a:gd name="connsiteX1" fmla="*/ 14759 w 69817"/>
                <a:gd name="connsiteY1" fmla="*/ 72438 h 77413"/>
                <a:gd name="connsiteX2" fmla="*/ 92 w 69817"/>
                <a:gd name="connsiteY2" fmla="*/ 48709 h 77413"/>
                <a:gd name="connsiteX3" fmla="*/ 12616 w 69817"/>
                <a:gd name="connsiteY3" fmla="*/ 18257 h 77413"/>
                <a:gd name="connsiteX4" fmla="*/ 56101 w 69817"/>
                <a:gd name="connsiteY4" fmla="*/ 0 h 77413"/>
                <a:gd name="connsiteX5" fmla="*/ 69630 w 69817"/>
                <a:gd name="connsiteY5" fmla="*/ 34558 h 77413"/>
                <a:gd name="connsiteX6" fmla="*/ 48319 w 69817"/>
                <a:gd name="connsiteY6" fmla="*/ 66711 h 77413"/>
                <a:gd name="connsiteX7" fmla="*/ 29620 w 69817"/>
                <a:gd name="connsiteY7" fmla="*/ 77414 h 77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817" h="77413">
                  <a:moveTo>
                    <a:pt x="29620" y="77414"/>
                  </a:moveTo>
                  <a:cubicBezTo>
                    <a:pt x="24410" y="76115"/>
                    <a:pt x="19407" y="75364"/>
                    <a:pt x="14759" y="72438"/>
                  </a:cubicBezTo>
                  <a:cubicBezTo>
                    <a:pt x="7613" y="67944"/>
                    <a:pt x="769" y="56927"/>
                    <a:pt x="92" y="48709"/>
                  </a:cubicBezTo>
                  <a:cubicBezTo>
                    <a:pt x="-839" y="37404"/>
                    <a:pt x="5430" y="26561"/>
                    <a:pt x="12616" y="18257"/>
                  </a:cubicBezTo>
                  <a:cubicBezTo>
                    <a:pt x="25126" y="3817"/>
                    <a:pt x="37804" y="1949"/>
                    <a:pt x="56101" y="0"/>
                  </a:cubicBezTo>
                  <a:cubicBezTo>
                    <a:pt x="65404" y="11473"/>
                    <a:pt x="70929" y="19007"/>
                    <a:pt x="69630" y="34558"/>
                  </a:cubicBezTo>
                  <a:cubicBezTo>
                    <a:pt x="68625" y="46673"/>
                    <a:pt x="57849" y="59947"/>
                    <a:pt x="48319" y="66711"/>
                  </a:cubicBezTo>
                  <a:cubicBezTo>
                    <a:pt x="42506" y="70830"/>
                    <a:pt x="35929" y="74125"/>
                    <a:pt x="29620" y="77414"/>
                  </a:cubicBezTo>
                  <a:close/>
                </a:path>
              </a:pathLst>
            </a:custGeom>
            <a:solidFill>
              <a:srgbClr val="FF5D3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CFB1D9F7-4280-164E-92AE-8D0B197E88EB}"/>
                </a:ext>
              </a:extLst>
            </p:cNvPr>
            <p:cNvSpPr/>
            <p:nvPr/>
          </p:nvSpPr>
          <p:spPr>
            <a:xfrm>
              <a:off x="1563873" y="1834156"/>
              <a:ext cx="88568" cy="83434"/>
            </a:xfrm>
            <a:custGeom>
              <a:avLst/>
              <a:gdLst>
                <a:gd name="connsiteX0" fmla="*/ 43373 w 88568"/>
                <a:gd name="connsiteY0" fmla="*/ 83435 h 83434"/>
                <a:gd name="connsiteX1" fmla="*/ 27239 w 88568"/>
                <a:gd name="connsiteY1" fmla="*/ 79912 h 83434"/>
                <a:gd name="connsiteX2" fmla="*/ 1762 w 88568"/>
                <a:gd name="connsiteY2" fmla="*/ 56686 h 83434"/>
                <a:gd name="connsiteX3" fmla="*/ 5292 w 88568"/>
                <a:gd name="connsiteY3" fmla="*/ 27332 h 83434"/>
                <a:gd name="connsiteX4" fmla="*/ 46045 w 88568"/>
                <a:gd name="connsiteY4" fmla="*/ 0 h 83434"/>
                <a:gd name="connsiteX5" fmla="*/ 72352 w 88568"/>
                <a:gd name="connsiteY5" fmla="*/ 6885 h 83434"/>
                <a:gd name="connsiteX6" fmla="*/ 87843 w 88568"/>
                <a:gd name="connsiteY6" fmla="*/ 28691 h 83434"/>
                <a:gd name="connsiteX7" fmla="*/ 80864 w 88568"/>
                <a:gd name="connsiteY7" fmla="*/ 60269 h 83434"/>
                <a:gd name="connsiteX8" fmla="*/ 43373 w 88568"/>
                <a:gd name="connsiteY8" fmla="*/ 83435 h 8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568" h="83434">
                  <a:moveTo>
                    <a:pt x="43373" y="83435"/>
                  </a:moveTo>
                  <a:cubicBezTo>
                    <a:pt x="37821" y="82631"/>
                    <a:pt x="32624" y="81566"/>
                    <a:pt x="27239" y="79912"/>
                  </a:cubicBezTo>
                  <a:cubicBezTo>
                    <a:pt x="16014" y="76463"/>
                    <a:pt x="5989" y="67736"/>
                    <a:pt x="1762" y="56686"/>
                  </a:cubicBezTo>
                  <a:cubicBezTo>
                    <a:pt x="-1881" y="47169"/>
                    <a:pt x="530" y="36031"/>
                    <a:pt x="5292" y="27332"/>
                  </a:cubicBezTo>
                  <a:cubicBezTo>
                    <a:pt x="14260" y="10943"/>
                    <a:pt x="29248" y="5653"/>
                    <a:pt x="46045" y="0"/>
                  </a:cubicBezTo>
                  <a:cubicBezTo>
                    <a:pt x="55059" y="710"/>
                    <a:pt x="64335" y="2424"/>
                    <a:pt x="72352" y="6885"/>
                  </a:cubicBezTo>
                  <a:cubicBezTo>
                    <a:pt x="80469" y="11405"/>
                    <a:pt x="85907" y="19717"/>
                    <a:pt x="87843" y="28691"/>
                  </a:cubicBezTo>
                  <a:cubicBezTo>
                    <a:pt x="90153" y="39420"/>
                    <a:pt x="86711" y="51207"/>
                    <a:pt x="80864" y="60269"/>
                  </a:cubicBezTo>
                  <a:cubicBezTo>
                    <a:pt x="71294" y="75117"/>
                    <a:pt x="59962" y="79416"/>
                    <a:pt x="43373" y="8343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8A2AF30B-84A5-685B-3993-0E43F1CD6D15}"/>
                </a:ext>
              </a:extLst>
            </p:cNvPr>
            <p:cNvSpPr/>
            <p:nvPr/>
          </p:nvSpPr>
          <p:spPr>
            <a:xfrm>
              <a:off x="1172687" y="1845951"/>
              <a:ext cx="576108" cy="407199"/>
            </a:xfrm>
            <a:custGeom>
              <a:avLst/>
              <a:gdLst>
                <a:gd name="connsiteX0" fmla="*/ 278539 w 576108"/>
                <a:gd name="connsiteY0" fmla="*/ 1191 h 407199"/>
                <a:gd name="connsiteX1" fmla="*/ 295068 w 576108"/>
                <a:gd name="connsiteY1" fmla="*/ 4432 h 407199"/>
                <a:gd name="connsiteX2" fmla="*/ 305134 w 576108"/>
                <a:gd name="connsiteY2" fmla="*/ 32594 h 407199"/>
                <a:gd name="connsiteX3" fmla="*/ 343623 w 576108"/>
                <a:gd name="connsiteY3" fmla="*/ 158536 h 407199"/>
                <a:gd name="connsiteX4" fmla="*/ 352899 w 576108"/>
                <a:gd name="connsiteY4" fmla="*/ 202243 h 407199"/>
                <a:gd name="connsiteX5" fmla="*/ 357400 w 576108"/>
                <a:gd name="connsiteY5" fmla="*/ 205230 h 407199"/>
                <a:gd name="connsiteX6" fmla="*/ 361291 w 576108"/>
                <a:gd name="connsiteY6" fmla="*/ 205826 h 407199"/>
                <a:gd name="connsiteX7" fmla="*/ 376433 w 576108"/>
                <a:gd name="connsiteY7" fmla="*/ 210152 h 407199"/>
                <a:gd name="connsiteX8" fmla="*/ 560199 w 576108"/>
                <a:gd name="connsiteY8" fmla="*/ 205899 h 407199"/>
                <a:gd name="connsiteX9" fmla="*/ 545050 w 576108"/>
                <a:gd name="connsiteY9" fmla="*/ 130857 h 407199"/>
                <a:gd name="connsiteX10" fmla="*/ 557668 w 576108"/>
                <a:gd name="connsiteY10" fmla="*/ 165441 h 407199"/>
                <a:gd name="connsiteX11" fmla="*/ 558733 w 576108"/>
                <a:gd name="connsiteY11" fmla="*/ 208572 h 407199"/>
                <a:gd name="connsiteX12" fmla="*/ 402459 w 576108"/>
                <a:gd name="connsiteY12" fmla="*/ 217854 h 407199"/>
                <a:gd name="connsiteX13" fmla="*/ 565591 w 576108"/>
                <a:gd name="connsiteY13" fmla="*/ 219388 h 407199"/>
                <a:gd name="connsiteX14" fmla="*/ 566307 w 576108"/>
                <a:gd name="connsiteY14" fmla="*/ 298610 h 407199"/>
                <a:gd name="connsiteX15" fmla="*/ 568484 w 576108"/>
                <a:gd name="connsiteY15" fmla="*/ 295583 h 407199"/>
                <a:gd name="connsiteX16" fmla="*/ 567834 w 576108"/>
                <a:gd name="connsiteY16" fmla="*/ 182412 h 407199"/>
                <a:gd name="connsiteX17" fmla="*/ 556824 w 576108"/>
                <a:gd name="connsiteY17" fmla="*/ 138712 h 407199"/>
                <a:gd name="connsiteX18" fmla="*/ 555157 w 576108"/>
                <a:gd name="connsiteY18" fmla="*/ 134031 h 407199"/>
                <a:gd name="connsiteX19" fmla="*/ 554085 w 576108"/>
                <a:gd name="connsiteY19" fmla="*/ 115265 h 407199"/>
                <a:gd name="connsiteX20" fmla="*/ 575878 w 576108"/>
                <a:gd name="connsiteY20" fmla="*/ 189397 h 407199"/>
                <a:gd name="connsiteX21" fmla="*/ 538608 w 576108"/>
                <a:gd name="connsiteY21" fmla="*/ 386485 h 407199"/>
                <a:gd name="connsiteX22" fmla="*/ 516460 w 576108"/>
                <a:gd name="connsiteY22" fmla="*/ 402056 h 407199"/>
                <a:gd name="connsiteX23" fmla="*/ 400175 w 576108"/>
                <a:gd name="connsiteY23" fmla="*/ 401493 h 407199"/>
                <a:gd name="connsiteX24" fmla="*/ 322152 w 576108"/>
                <a:gd name="connsiteY24" fmla="*/ 406034 h 407199"/>
                <a:gd name="connsiteX25" fmla="*/ 92000 w 576108"/>
                <a:gd name="connsiteY25" fmla="*/ 407199 h 407199"/>
                <a:gd name="connsiteX26" fmla="*/ 75592 w 576108"/>
                <a:gd name="connsiteY26" fmla="*/ 406657 h 407199"/>
                <a:gd name="connsiteX27" fmla="*/ 30379 w 576108"/>
                <a:gd name="connsiteY27" fmla="*/ 402129 h 407199"/>
                <a:gd name="connsiteX28" fmla="*/ 31270 w 576108"/>
                <a:gd name="connsiteY28" fmla="*/ 403321 h 407199"/>
                <a:gd name="connsiteX29" fmla="*/ 68768 w 576108"/>
                <a:gd name="connsiteY29" fmla="*/ 398077 h 407199"/>
                <a:gd name="connsiteX30" fmla="*/ 71962 w 576108"/>
                <a:gd name="connsiteY30" fmla="*/ 397307 h 407199"/>
                <a:gd name="connsiteX31" fmla="*/ 215170 w 576108"/>
                <a:gd name="connsiteY31" fmla="*/ 392967 h 407199"/>
                <a:gd name="connsiteX32" fmla="*/ 298249 w 576108"/>
                <a:gd name="connsiteY32" fmla="*/ 391990 h 407199"/>
                <a:gd name="connsiteX33" fmla="*/ 326103 w 576108"/>
                <a:gd name="connsiteY33" fmla="*/ 378374 h 407199"/>
                <a:gd name="connsiteX34" fmla="*/ 340630 w 576108"/>
                <a:gd name="connsiteY34" fmla="*/ 218671 h 407199"/>
                <a:gd name="connsiteX35" fmla="*/ 2538 w 576108"/>
                <a:gd name="connsiteY35" fmla="*/ 216930 h 407199"/>
                <a:gd name="connsiteX36" fmla="*/ 0 w 576108"/>
                <a:gd name="connsiteY36" fmla="*/ 208645 h 407199"/>
                <a:gd name="connsiteX37" fmla="*/ 79718 w 576108"/>
                <a:gd name="connsiteY37" fmla="*/ 212436 h 407199"/>
                <a:gd name="connsiteX38" fmla="*/ 336504 w 576108"/>
                <a:gd name="connsiteY38" fmla="*/ 209610 h 407199"/>
                <a:gd name="connsiteX39" fmla="*/ 310070 w 576108"/>
                <a:gd name="connsiteY39" fmla="*/ 96459 h 407199"/>
                <a:gd name="connsiteX40" fmla="*/ 278539 w 576108"/>
                <a:gd name="connsiteY40" fmla="*/ 1191 h 407199"/>
                <a:gd name="connsiteX41" fmla="*/ 381449 w 576108"/>
                <a:gd name="connsiteY41" fmla="*/ 222676 h 407199"/>
                <a:gd name="connsiteX42" fmla="*/ 361592 w 576108"/>
                <a:gd name="connsiteY42" fmla="*/ 226005 h 407199"/>
                <a:gd name="connsiteX43" fmla="*/ 359288 w 576108"/>
                <a:gd name="connsiteY43" fmla="*/ 227377 h 407199"/>
                <a:gd name="connsiteX44" fmla="*/ 355826 w 576108"/>
                <a:gd name="connsiteY44" fmla="*/ 383089 h 407199"/>
                <a:gd name="connsiteX45" fmla="*/ 516748 w 576108"/>
                <a:gd name="connsiteY45" fmla="*/ 383631 h 407199"/>
                <a:gd name="connsiteX46" fmla="*/ 519032 w 576108"/>
                <a:gd name="connsiteY46" fmla="*/ 381435 h 407199"/>
                <a:gd name="connsiteX47" fmla="*/ 562189 w 576108"/>
                <a:gd name="connsiteY47" fmla="*/ 223004 h 407199"/>
                <a:gd name="connsiteX48" fmla="*/ 381449 w 576108"/>
                <a:gd name="connsiteY48" fmla="*/ 222676 h 40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108" h="407199">
                  <a:moveTo>
                    <a:pt x="278539" y="1191"/>
                  </a:moveTo>
                  <a:cubicBezTo>
                    <a:pt x="287541" y="-973"/>
                    <a:pt x="286998" y="-356"/>
                    <a:pt x="295068" y="4432"/>
                  </a:cubicBezTo>
                  <a:cubicBezTo>
                    <a:pt x="297988" y="14130"/>
                    <a:pt x="300942" y="23359"/>
                    <a:pt x="305134" y="32594"/>
                  </a:cubicBezTo>
                  <a:cubicBezTo>
                    <a:pt x="322494" y="72691"/>
                    <a:pt x="334689" y="115828"/>
                    <a:pt x="343623" y="158536"/>
                  </a:cubicBezTo>
                  <a:cubicBezTo>
                    <a:pt x="345197" y="166078"/>
                    <a:pt x="348921" y="197836"/>
                    <a:pt x="352899" y="202243"/>
                  </a:cubicBezTo>
                  <a:cubicBezTo>
                    <a:pt x="354104" y="203582"/>
                    <a:pt x="355745" y="204527"/>
                    <a:pt x="357400" y="205230"/>
                  </a:cubicBezTo>
                  <a:cubicBezTo>
                    <a:pt x="358605" y="205745"/>
                    <a:pt x="359992" y="205625"/>
                    <a:pt x="361291" y="205826"/>
                  </a:cubicBezTo>
                  <a:cubicBezTo>
                    <a:pt x="366186" y="207092"/>
                    <a:pt x="371785" y="208063"/>
                    <a:pt x="376433" y="210152"/>
                  </a:cubicBezTo>
                  <a:cubicBezTo>
                    <a:pt x="411627" y="218309"/>
                    <a:pt x="518067" y="207527"/>
                    <a:pt x="560199" y="205899"/>
                  </a:cubicBezTo>
                  <a:cubicBezTo>
                    <a:pt x="557661" y="180671"/>
                    <a:pt x="550716" y="155556"/>
                    <a:pt x="545050" y="130857"/>
                  </a:cubicBezTo>
                  <a:cubicBezTo>
                    <a:pt x="552009" y="139161"/>
                    <a:pt x="555076" y="154746"/>
                    <a:pt x="557668" y="165441"/>
                  </a:cubicBezTo>
                  <a:cubicBezTo>
                    <a:pt x="560836" y="178534"/>
                    <a:pt x="565986" y="196510"/>
                    <a:pt x="558733" y="208572"/>
                  </a:cubicBezTo>
                  <a:cubicBezTo>
                    <a:pt x="510345" y="222542"/>
                    <a:pt x="451784" y="206496"/>
                    <a:pt x="402459" y="217854"/>
                  </a:cubicBezTo>
                  <a:cubicBezTo>
                    <a:pt x="464295" y="223654"/>
                    <a:pt x="505898" y="219327"/>
                    <a:pt x="565591" y="219388"/>
                  </a:cubicBezTo>
                  <a:cubicBezTo>
                    <a:pt x="565484" y="245741"/>
                    <a:pt x="564693" y="272310"/>
                    <a:pt x="566307" y="298610"/>
                  </a:cubicBezTo>
                  <a:lnTo>
                    <a:pt x="568484" y="295583"/>
                  </a:lnTo>
                  <a:cubicBezTo>
                    <a:pt x="567225" y="258821"/>
                    <a:pt x="576353" y="218122"/>
                    <a:pt x="567834" y="182412"/>
                  </a:cubicBezTo>
                  <a:cubicBezTo>
                    <a:pt x="564379" y="167912"/>
                    <a:pt x="561593" y="152830"/>
                    <a:pt x="556824" y="138712"/>
                  </a:cubicBezTo>
                  <a:cubicBezTo>
                    <a:pt x="556295" y="137145"/>
                    <a:pt x="555679" y="135605"/>
                    <a:pt x="555157" y="134031"/>
                  </a:cubicBezTo>
                  <a:cubicBezTo>
                    <a:pt x="552591" y="126323"/>
                    <a:pt x="550180" y="123014"/>
                    <a:pt x="554085" y="115265"/>
                  </a:cubicBezTo>
                  <a:cubicBezTo>
                    <a:pt x="565805" y="137869"/>
                    <a:pt x="570694" y="164611"/>
                    <a:pt x="575878" y="189397"/>
                  </a:cubicBezTo>
                  <a:cubicBezTo>
                    <a:pt x="575503" y="254903"/>
                    <a:pt x="582736" y="332270"/>
                    <a:pt x="538608" y="386485"/>
                  </a:cubicBezTo>
                  <a:lnTo>
                    <a:pt x="516460" y="402056"/>
                  </a:lnTo>
                  <a:cubicBezTo>
                    <a:pt x="477683" y="397354"/>
                    <a:pt x="439019" y="398319"/>
                    <a:pt x="400175" y="401493"/>
                  </a:cubicBezTo>
                  <a:cubicBezTo>
                    <a:pt x="358264" y="404915"/>
                    <a:pt x="362677" y="363982"/>
                    <a:pt x="322152" y="406034"/>
                  </a:cubicBezTo>
                  <a:cubicBezTo>
                    <a:pt x="254523" y="406710"/>
                    <a:pt x="155879" y="399578"/>
                    <a:pt x="92000" y="407199"/>
                  </a:cubicBezTo>
                  <a:lnTo>
                    <a:pt x="75592" y="406657"/>
                  </a:lnTo>
                  <a:cubicBezTo>
                    <a:pt x="62023" y="400957"/>
                    <a:pt x="44852" y="400180"/>
                    <a:pt x="30379" y="402129"/>
                  </a:cubicBezTo>
                  <a:lnTo>
                    <a:pt x="31270" y="403321"/>
                  </a:lnTo>
                  <a:cubicBezTo>
                    <a:pt x="44068" y="402324"/>
                    <a:pt x="56244" y="400997"/>
                    <a:pt x="68768" y="398077"/>
                  </a:cubicBezTo>
                  <a:lnTo>
                    <a:pt x="71962" y="397307"/>
                  </a:lnTo>
                  <a:cubicBezTo>
                    <a:pt x="119680" y="395278"/>
                    <a:pt x="167418" y="393831"/>
                    <a:pt x="215170" y="392967"/>
                  </a:cubicBezTo>
                  <a:cubicBezTo>
                    <a:pt x="242019" y="392720"/>
                    <a:pt x="271842" y="396182"/>
                    <a:pt x="298249" y="391990"/>
                  </a:cubicBezTo>
                  <a:cubicBezTo>
                    <a:pt x="308804" y="390309"/>
                    <a:pt x="318636" y="386203"/>
                    <a:pt x="326103" y="378374"/>
                  </a:cubicBezTo>
                  <a:cubicBezTo>
                    <a:pt x="357018" y="345986"/>
                    <a:pt x="343000" y="260140"/>
                    <a:pt x="340630" y="218671"/>
                  </a:cubicBezTo>
                  <a:cubicBezTo>
                    <a:pt x="241269" y="224953"/>
                    <a:pt x="99548" y="231831"/>
                    <a:pt x="2538" y="216930"/>
                  </a:cubicBezTo>
                  <a:lnTo>
                    <a:pt x="0" y="208645"/>
                  </a:lnTo>
                  <a:cubicBezTo>
                    <a:pt x="25818" y="207513"/>
                    <a:pt x="53505" y="212141"/>
                    <a:pt x="79718" y="212436"/>
                  </a:cubicBezTo>
                  <a:cubicBezTo>
                    <a:pt x="165134" y="213400"/>
                    <a:pt x="251188" y="213889"/>
                    <a:pt x="336504" y="209610"/>
                  </a:cubicBezTo>
                  <a:cubicBezTo>
                    <a:pt x="329706" y="171442"/>
                    <a:pt x="323377" y="133006"/>
                    <a:pt x="310070" y="96459"/>
                  </a:cubicBezTo>
                  <a:cubicBezTo>
                    <a:pt x="298557" y="65049"/>
                    <a:pt x="288706" y="33050"/>
                    <a:pt x="278539" y="1191"/>
                  </a:cubicBezTo>
                  <a:close/>
                  <a:moveTo>
                    <a:pt x="381449" y="222676"/>
                  </a:moveTo>
                  <a:lnTo>
                    <a:pt x="361592" y="226005"/>
                  </a:lnTo>
                  <a:lnTo>
                    <a:pt x="359288" y="227377"/>
                  </a:lnTo>
                  <a:cubicBezTo>
                    <a:pt x="348881" y="246250"/>
                    <a:pt x="364385" y="347500"/>
                    <a:pt x="355826" y="383089"/>
                  </a:cubicBezTo>
                  <a:cubicBezTo>
                    <a:pt x="409410" y="384736"/>
                    <a:pt x="463143" y="383832"/>
                    <a:pt x="516748" y="383631"/>
                  </a:cubicBezTo>
                  <a:cubicBezTo>
                    <a:pt x="517511" y="382901"/>
                    <a:pt x="518281" y="382178"/>
                    <a:pt x="519032" y="381435"/>
                  </a:cubicBezTo>
                  <a:cubicBezTo>
                    <a:pt x="564586" y="336750"/>
                    <a:pt x="561680" y="281739"/>
                    <a:pt x="562189" y="223004"/>
                  </a:cubicBezTo>
                  <a:cubicBezTo>
                    <a:pt x="502228" y="229708"/>
                    <a:pt x="441544" y="225074"/>
                    <a:pt x="381449" y="222676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3B0F1E85-18BF-732F-7B5F-1C6F1F4FBA31}"/>
                </a:ext>
              </a:extLst>
            </p:cNvPr>
            <p:cNvSpPr/>
            <p:nvPr/>
          </p:nvSpPr>
          <p:spPr>
            <a:xfrm>
              <a:off x="1477821" y="1863891"/>
              <a:ext cx="61271" cy="187885"/>
            </a:xfrm>
            <a:custGeom>
              <a:avLst/>
              <a:gdLst>
                <a:gd name="connsiteX0" fmla="*/ 0 w 61271"/>
                <a:gd name="connsiteY0" fmla="*/ 14654 h 187885"/>
                <a:gd name="connsiteX1" fmla="*/ 8419 w 61271"/>
                <a:gd name="connsiteY1" fmla="*/ 0 h 187885"/>
                <a:gd name="connsiteX2" fmla="*/ 58373 w 61271"/>
                <a:gd name="connsiteY2" fmla="*/ 184805 h 187885"/>
                <a:gd name="connsiteX3" fmla="*/ 56157 w 61271"/>
                <a:gd name="connsiteY3" fmla="*/ 187885 h 187885"/>
                <a:gd name="connsiteX4" fmla="*/ 52266 w 61271"/>
                <a:gd name="connsiteY4" fmla="*/ 187289 h 187885"/>
                <a:gd name="connsiteX5" fmla="*/ 47765 w 61271"/>
                <a:gd name="connsiteY5" fmla="*/ 184302 h 187885"/>
                <a:gd name="connsiteX6" fmla="*/ 38489 w 61271"/>
                <a:gd name="connsiteY6" fmla="*/ 140596 h 187885"/>
                <a:gd name="connsiteX7" fmla="*/ 0 w 61271"/>
                <a:gd name="connsiteY7" fmla="*/ 14654 h 18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271" h="187885">
                  <a:moveTo>
                    <a:pt x="0" y="14654"/>
                  </a:moveTo>
                  <a:lnTo>
                    <a:pt x="8419" y="0"/>
                  </a:lnTo>
                  <a:cubicBezTo>
                    <a:pt x="20527" y="33962"/>
                    <a:pt x="74212" y="156897"/>
                    <a:pt x="58373" y="184805"/>
                  </a:cubicBezTo>
                  <a:cubicBezTo>
                    <a:pt x="57751" y="185903"/>
                    <a:pt x="56893" y="186854"/>
                    <a:pt x="56157" y="187885"/>
                  </a:cubicBezTo>
                  <a:cubicBezTo>
                    <a:pt x="54858" y="187684"/>
                    <a:pt x="53471" y="187805"/>
                    <a:pt x="52266" y="187289"/>
                  </a:cubicBezTo>
                  <a:cubicBezTo>
                    <a:pt x="50611" y="186586"/>
                    <a:pt x="48970" y="185642"/>
                    <a:pt x="47765" y="184302"/>
                  </a:cubicBezTo>
                  <a:cubicBezTo>
                    <a:pt x="43787" y="179895"/>
                    <a:pt x="40063" y="148137"/>
                    <a:pt x="38489" y="140596"/>
                  </a:cubicBezTo>
                  <a:cubicBezTo>
                    <a:pt x="29555" y="97887"/>
                    <a:pt x="17360" y="54750"/>
                    <a:pt x="0" y="1465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754186B5-66C2-7800-EB68-FE93E19FA38E}"/>
                </a:ext>
              </a:extLst>
            </p:cNvPr>
            <p:cNvSpPr/>
            <p:nvPr/>
          </p:nvSpPr>
          <p:spPr>
            <a:xfrm>
              <a:off x="870962" y="1919069"/>
              <a:ext cx="63215" cy="55878"/>
            </a:xfrm>
            <a:custGeom>
              <a:avLst/>
              <a:gdLst>
                <a:gd name="connsiteX0" fmla="*/ 368 w 63215"/>
                <a:gd name="connsiteY0" fmla="*/ 39643 h 55878"/>
                <a:gd name="connsiteX1" fmla="*/ 0 w 63215"/>
                <a:gd name="connsiteY1" fmla="*/ 20488 h 55878"/>
                <a:gd name="connsiteX2" fmla="*/ 16274 w 63215"/>
                <a:gd name="connsiteY2" fmla="*/ 2238 h 55878"/>
                <a:gd name="connsiteX3" fmla="*/ 39641 w 63215"/>
                <a:gd name="connsiteY3" fmla="*/ 2104 h 55878"/>
                <a:gd name="connsiteX4" fmla="*/ 63215 w 63215"/>
                <a:gd name="connsiteY4" fmla="*/ 24674 h 55878"/>
                <a:gd name="connsiteX5" fmla="*/ 47517 w 63215"/>
                <a:gd name="connsiteY5" fmla="*/ 53057 h 55878"/>
                <a:gd name="connsiteX6" fmla="*/ 18833 w 63215"/>
                <a:gd name="connsiteY6" fmla="*/ 53586 h 55878"/>
                <a:gd name="connsiteX7" fmla="*/ 368 w 63215"/>
                <a:gd name="connsiteY7" fmla="*/ 39643 h 5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215" h="55878">
                  <a:moveTo>
                    <a:pt x="368" y="39643"/>
                  </a:moveTo>
                  <a:lnTo>
                    <a:pt x="0" y="20488"/>
                  </a:lnTo>
                  <a:cubicBezTo>
                    <a:pt x="3951" y="12003"/>
                    <a:pt x="7347" y="6283"/>
                    <a:pt x="16274" y="2238"/>
                  </a:cubicBezTo>
                  <a:cubicBezTo>
                    <a:pt x="23869" y="-1197"/>
                    <a:pt x="31939" y="-220"/>
                    <a:pt x="39641" y="2104"/>
                  </a:cubicBezTo>
                  <a:cubicBezTo>
                    <a:pt x="52627" y="6022"/>
                    <a:pt x="57154" y="13583"/>
                    <a:pt x="63215" y="24674"/>
                  </a:cubicBezTo>
                  <a:cubicBezTo>
                    <a:pt x="60838" y="36997"/>
                    <a:pt x="60228" y="46407"/>
                    <a:pt x="47517" y="53057"/>
                  </a:cubicBezTo>
                  <a:cubicBezTo>
                    <a:pt x="40097" y="56935"/>
                    <a:pt x="26662" y="56526"/>
                    <a:pt x="18833" y="53586"/>
                  </a:cubicBezTo>
                  <a:cubicBezTo>
                    <a:pt x="11934" y="50981"/>
                    <a:pt x="5760" y="44558"/>
                    <a:pt x="368" y="39643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A47724C5-C655-7778-0FB6-A5B33549E1C7}"/>
                </a:ext>
              </a:extLst>
            </p:cNvPr>
            <p:cNvSpPr/>
            <p:nvPr/>
          </p:nvSpPr>
          <p:spPr>
            <a:xfrm>
              <a:off x="135589" y="1935412"/>
              <a:ext cx="141586" cy="82121"/>
            </a:xfrm>
            <a:custGeom>
              <a:avLst/>
              <a:gdLst>
                <a:gd name="connsiteX0" fmla="*/ 0 w 141586"/>
                <a:gd name="connsiteY0" fmla="*/ 66832 h 82121"/>
                <a:gd name="connsiteX1" fmla="*/ 23963 w 141586"/>
                <a:gd name="connsiteY1" fmla="*/ 0 h 82121"/>
                <a:gd name="connsiteX2" fmla="*/ 141587 w 141586"/>
                <a:gd name="connsiteY2" fmla="*/ 964 h 82121"/>
                <a:gd name="connsiteX3" fmla="*/ 107960 w 141586"/>
                <a:gd name="connsiteY3" fmla="*/ 82122 h 82121"/>
                <a:gd name="connsiteX4" fmla="*/ 97526 w 141586"/>
                <a:gd name="connsiteY4" fmla="*/ 79630 h 82121"/>
                <a:gd name="connsiteX5" fmla="*/ 0 w 141586"/>
                <a:gd name="connsiteY5" fmla="*/ 66832 h 82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586" h="82121">
                  <a:moveTo>
                    <a:pt x="0" y="66832"/>
                  </a:moveTo>
                  <a:lnTo>
                    <a:pt x="23963" y="0"/>
                  </a:lnTo>
                  <a:cubicBezTo>
                    <a:pt x="63082" y="395"/>
                    <a:pt x="102488" y="1775"/>
                    <a:pt x="141587" y="964"/>
                  </a:cubicBezTo>
                  <a:cubicBezTo>
                    <a:pt x="130724" y="28162"/>
                    <a:pt x="119513" y="55212"/>
                    <a:pt x="107960" y="82122"/>
                  </a:cubicBezTo>
                  <a:cubicBezTo>
                    <a:pt x="101993" y="79651"/>
                    <a:pt x="105201" y="80555"/>
                    <a:pt x="97526" y="79630"/>
                  </a:cubicBezTo>
                  <a:cubicBezTo>
                    <a:pt x="64890" y="75693"/>
                    <a:pt x="32977" y="67823"/>
                    <a:pt x="0" y="66832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2DBF6D0-73D6-0A65-A6D9-B0510D25DE79}"/>
                </a:ext>
              </a:extLst>
            </p:cNvPr>
            <p:cNvSpPr/>
            <p:nvPr/>
          </p:nvSpPr>
          <p:spPr>
            <a:xfrm>
              <a:off x="452624" y="1940803"/>
              <a:ext cx="100887" cy="74915"/>
            </a:xfrm>
            <a:custGeom>
              <a:avLst/>
              <a:gdLst>
                <a:gd name="connsiteX0" fmla="*/ 11473 w 100887"/>
                <a:gd name="connsiteY0" fmla="*/ 15444 h 74915"/>
                <a:gd name="connsiteX1" fmla="*/ 14305 w 100887"/>
                <a:gd name="connsiteY1" fmla="*/ 0 h 74915"/>
                <a:gd name="connsiteX2" fmla="*/ 100888 w 100887"/>
                <a:gd name="connsiteY2" fmla="*/ 3335 h 74915"/>
                <a:gd name="connsiteX3" fmla="*/ 91840 w 100887"/>
                <a:gd name="connsiteY3" fmla="*/ 74916 h 74915"/>
                <a:gd name="connsiteX4" fmla="*/ 0 w 100887"/>
                <a:gd name="connsiteY4" fmla="*/ 71694 h 74915"/>
                <a:gd name="connsiteX5" fmla="*/ 11473 w 100887"/>
                <a:gd name="connsiteY5" fmla="*/ 15444 h 7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887" h="74915">
                  <a:moveTo>
                    <a:pt x="11473" y="15444"/>
                  </a:moveTo>
                  <a:lnTo>
                    <a:pt x="14305" y="0"/>
                  </a:lnTo>
                  <a:cubicBezTo>
                    <a:pt x="42936" y="784"/>
                    <a:pt x="72458" y="114"/>
                    <a:pt x="100888" y="3335"/>
                  </a:cubicBezTo>
                  <a:lnTo>
                    <a:pt x="91840" y="74916"/>
                  </a:lnTo>
                  <a:cubicBezTo>
                    <a:pt x="61896" y="69953"/>
                    <a:pt x="30305" y="71721"/>
                    <a:pt x="0" y="71694"/>
                  </a:cubicBezTo>
                  <a:cubicBezTo>
                    <a:pt x="2612" y="52908"/>
                    <a:pt x="7494" y="34015"/>
                    <a:pt x="11473" y="15444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5FF93454-65B2-D198-2F14-7DF500CF4944}"/>
                </a:ext>
              </a:extLst>
            </p:cNvPr>
            <p:cNvSpPr/>
            <p:nvPr/>
          </p:nvSpPr>
          <p:spPr>
            <a:xfrm>
              <a:off x="1134251" y="1942410"/>
              <a:ext cx="374939" cy="116634"/>
            </a:xfrm>
            <a:custGeom>
              <a:avLst/>
              <a:gdLst>
                <a:gd name="connsiteX0" fmla="*/ 348506 w 374939"/>
                <a:gd name="connsiteY0" fmla="*/ 0 h 116634"/>
                <a:gd name="connsiteX1" fmla="*/ 374940 w 374939"/>
                <a:gd name="connsiteY1" fmla="*/ 113150 h 116634"/>
                <a:gd name="connsiteX2" fmla="*/ 118153 w 374939"/>
                <a:gd name="connsiteY2" fmla="*/ 115977 h 116634"/>
                <a:gd name="connsiteX3" fmla="*/ 38436 w 374939"/>
                <a:gd name="connsiteY3" fmla="*/ 112186 h 116634"/>
                <a:gd name="connsiteX4" fmla="*/ 18940 w 374939"/>
                <a:gd name="connsiteY4" fmla="*/ 110076 h 116634"/>
                <a:gd name="connsiteX5" fmla="*/ 0 w 374939"/>
                <a:gd name="connsiteY5" fmla="*/ 9738 h 116634"/>
                <a:gd name="connsiteX6" fmla="*/ 343027 w 374939"/>
                <a:gd name="connsiteY6" fmla="*/ 4648 h 116634"/>
                <a:gd name="connsiteX7" fmla="*/ 348506 w 374939"/>
                <a:gd name="connsiteY7" fmla="*/ 0 h 116634"/>
                <a:gd name="connsiteX8" fmla="*/ 66363 w 374939"/>
                <a:gd name="connsiteY8" fmla="*/ 71058 h 116634"/>
                <a:gd name="connsiteX9" fmla="*/ 62988 w 374939"/>
                <a:gd name="connsiteY9" fmla="*/ 98517 h 116634"/>
                <a:gd name="connsiteX10" fmla="*/ 78291 w 374939"/>
                <a:gd name="connsiteY10" fmla="*/ 104457 h 116634"/>
                <a:gd name="connsiteX11" fmla="*/ 84439 w 374939"/>
                <a:gd name="connsiteY11" fmla="*/ 103533 h 116634"/>
                <a:gd name="connsiteX12" fmla="*/ 89281 w 374939"/>
                <a:gd name="connsiteY12" fmla="*/ 80602 h 116634"/>
                <a:gd name="connsiteX13" fmla="*/ 66363 w 374939"/>
                <a:gd name="connsiteY13" fmla="*/ 71058 h 11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4939" h="116634">
                  <a:moveTo>
                    <a:pt x="348506" y="0"/>
                  </a:moveTo>
                  <a:cubicBezTo>
                    <a:pt x="361813" y="36547"/>
                    <a:pt x="368142" y="74983"/>
                    <a:pt x="374940" y="113150"/>
                  </a:cubicBezTo>
                  <a:cubicBezTo>
                    <a:pt x="289623" y="117430"/>
                    <a:pt x="203570" y="116941"/>
                    <a:pt x="118153" y="115977"/>
                  </a:cubicBezTo>
                  <a:cubicBezTo>
                    <a:pt x="91940" y="115682"/>
                    <a:pt x="64254" y="111054"/>
                    <a:pt x="38436" y="112186"/>
                  </a:cubicBezTo>
                  <a:cubicBezTo>
                    <a:pt x="31183" y="112434"/>
                    <a:pt x="25744" y="112856"/>
                    <a:pt x="18940" y="110076"/>
                  </a:cubicBezTo>
                  <a:cubicBezTo>
                    <a:pt x="3134" y="89857"/>
                    <a:pt x="3222" y="35281"/>
                    <a:pt x="0" y="9738"/>
                  </a:cubicBezTo>
                  <a:cubicBezTo>
                    <a:pt x="35837" y="9825"/>
                    <a:pt x="330423" y="8800"/>
                    <a:pt x="343027" y="4648"/>
                  </a:cubicBezTo>
                  <a:cubicBezTo>
                    <a:pt x="345298" y="3898"/>
                    <a:pt x="346684" y="1547"/>
                    <a:pt x="348506" y="0"/>
                  </a:cubicBezTo>
                  <a:close/>
                  <a:moveTo>
                    <a:pt x="66363" y="71058"/>
                  </a:moveTo>
                  <a:cubicBezTo>
                    <a:pt x="63222" y="81010"/>
                    <a:pt x="60738" y="87922"/>
                    <a:pt x="62988" y="98517"/>
                  </a:cubicBezTo>
                  <a:cubicBezTo>
                    <a:pt x="68855" y="103834"/>
                    <a:pt x="69899" y="105074"/>
                    <a:pt x="78291" y="104457"/>
                  </a:cubicBezTo>
                  <a:cubicBezTo>
                    <a:pt x="80361" y="104310"/>
                    <a:pt x="82390" y="103841"/>
                    <a:pt x="84439" y="103533"/>
                  </a:cubicBezTo>
                  <a:cubicBezTo>
                    <a:pt x="87975" y="95396"/>
                    <a:pt x="91083" y="89723"/>
                    <a:pt x="89281" y="80602"/>
                  </a:cubicBezTo>
                  <a:cubicBezTo>
                    <a:pt x="81713" y="73020"/>
                    <a:pt x="76570" y="72572"/>
                    <a:pt x="66363" y="71058"/>
                  </a:cubicBezTo>
                  <a:close/>
                </a:path>
              </a:pathLst>
            </a:custGeom>
            <a:gradFill>
              <a:gsLst>
                <a:gs pos="0">
                  <a:srgbClr val="411B16"/>
                </a:gs>
                <a:gs pos="50000">
                  <a:srgbClr val="562920"/>
                </a:gs>
                <a:gs pos="100000">
                  <a:srgbClr val="6C372A"/>
                </a:gs>
              </a:gsLst>
              <a:lin ang="5765438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069DFE9A-E619-B0E0-C91F-A5A0180EE86D}"/>
                </a:ext>
              </a:extLst>
            </p:cNvPr>
            <p:cNvSpPr/>
            <p:nvPr/>
          </p:nvSpPr>
          <p:spPr>
            <a:xfrm>
              <a:off x="596039" y="1943743"/>
              <a:ext cx="489597" cy="83218"/>
            </a:xfrm>
            <a:custGeom>
              <a:avLst/>
              <a:gdLst>
                <a:gd name="connsiteX0" fmla="*/ 338138 w 489597"/>
                <a:gd name="connsiteY0" fmla="*/ 0 h 83218"/>
                <a:gd name="connsiteX1" fmla="*/ 340348 w 489597"/>
                <a:gd name="connsiteY1" fmla="*/ 15953 h 83218"/>
                <a:gd name="connsiteX2" fmla="*/ 486603 w 489597"/>
                <a:gd name="connsiteY2" fmla="*/ 14701 h 83218"/>
                <a:gd name="connsiteX3" fmla="*/ 489597 w 489597"/>
                <a:gd name="connsiteY3" fmla="*/ 72907 h 83218"/>
                <a:gd name="connsiteX4" fmla="*/ 371270 w 489597"/>
                <a:gd name="connsiteY4" fmla="*/ 72143 h 83218"/>
                <a:gd name="connsiteX5" fmla="*/ 300895 w 489597"/>
                <a:gd name="connsiteY5" fmla="*/ 74768 h 83218"/>
                <a:gd name="connsiteX6" fmla="*/ 51120 w 489597"/>
                <a:gd name="connsiteY6" fmla="*/ 79209 h 83218"/>
                <a:gd name="connsiteX7" fmla="*/ 0 w 489597"/>
                <a:gd name="connsiteY7" fmla="*/ 74748 h 83218"/>
                <a:gd name="connsiteX8" fmla="*/ 8017 w 489597"/>
                <a:gd name="connsiteY8" fmla="*/ 30164 h 83218"/>
                <a:gd name="connsiteX9" fmla="*/ 113304 w 489597"/>
                <a:gd name="connsiteY9" fmla="*/ 27807 h 83218"/>
                <a:gd name="connsiteX10" fmla="*/ 144299 w 489597"/>
                <a:gd name="connsiteY10" fmla="*/ 7936 h 83218"/>
                <a:gd name="connsiteX11" fmla="*/ 275291 w 489597"/>
                <a:gd name="connsiteY11" fmla="*/ 14968 h 83218"/>
                <a:gd name="connsiteX12" fmla="*/ 293755 w 489597"/>
                <a:gd name="connsiteY12" fmla="*/ 28912 h 83218"/>
                <a:gd name="connsiteX13" fmla="*/ 322440 w 489597"/>
                <a:gd name="connsiteY13" fmla="*/ 28383 h 83218"/>
                <a:gd name="connsiteX14" fmla="*/ 338138 w 489597"/>
                <a:gd name="connsiteY14" fmla="*/ 0 h 8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9597" h="83218">
                  <a:moveTo>
                    <a:pt x="338138" y="0"/>
                  </a:moveTo>
                  <a:lnTo>
                    <a:pt x="340348" y="15953"/>
                  </a:lnTo>
                  <a:cubicBezTo>
                    <a:pt x="387209" y="21512"/>
                    <a:pt x="438852" y="13810"/>
                    <a:pt x="486603" y="14701"/>
                  </a:cubicBezTo>
                  <a:cubicBezTo>
                    <a:pt x="487642" y="34069"/>
                    <a:pt x="489055" y="53518"/>
                    <a:pt x="489597" y="72907"/>
                  </a:cubicBezTo>
                  <a:cubicBezTo>
                    <a:pt x="450338" y="74989"/>
                    <a:pt x="410603" y="72290"/>
                    <a:pt x="371270" y="72143"/>
                  </a:cubicBezTo>
                  <a:cubicBezTo>
                    <a:pt x="347736" y="72063"/>
                    <a:pt x="324436" y="74668"/>
                    <a:pt x="300895" y="74768"/>
                  </a:cubicBezTo>
                  <a:cubicBezTo>
                    <a:pt x="229475" y="80140"/>
                    <a:pt x="121375" y="88129"/>
                    <a:pt x="51120" y="79209"/>
                  </a:cubicBezTo>
                  <a:cubicBezTo>
                    <a:pt x="33674" y="79416"/>
                    <a:pt x="17199" y="77240"/>
                    <a:pt x="0" y="74748"/>
                  </a:cubicBezTo>
                  <a:lnTo>
                    <a:pt x="8017" y="30164"/>
                  </a:lnTo>
                  <a:cubicBezTo>
                    <a:pt x="42742" y="32756"/>
                    <a:pt x="78532" y="29361"/>
                    <a:pt x="113304" y="27807"/>
                  </a:cubicBezTo>
                  <a:lnTo>
                    <a:pt x="144299" y="7936"/>
                  </a:lnTo>
                  <a:cubicBezTo>
                    <a:pt x="178938" y="10039"/>
                    <a:pt x="244048" y="25336"/>
                    <a:pt x="275291" y="14968"/>
                  </a:cubicBezTo>
                  <a:cubicBezTo>
                    <a:pt x="280682" y="19884"/>
                    <a:pt x="286857" y="26307"/>
                    <a:pt x="293755" y="28912"/>
                  </a:cubicBezTo>
                  <a:cubicBezTo>
                    <a:pt x="301585" y="31852"/>
                    <a:pt x="315019" y="32261"/>
                    <a:pt x="322440" y="28383"/>
                  </a:cubicBezTo>
                  <a:cubicBezTo>
                    <a:pt x="335151" y="21733"/>
                    <a:pt x="335761" y="12323"/>
                    <a:pt x="338138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91D83475-B9E4-5EA5-D333-AE05EC30E40F}"/>
                </a:ext>
              </a:extLst>
            </p:cNvPr>
            <p:cNvSpPr/>
            <p:nvPr/>
          </p:nvSpPr>
          <p:spPr>
            <a:xfrm>
              <a:off x="1544164" y="1968684"/>
              <a:ext cx="188722" cy="90437"/>
            </a:xfrm>
            <a:custGeom>
              <a:avLst/>
              <a:gdLst>
                <a:gd name="connsiteX0" fmla="*/ 0 w 188722"/>
                <a:gd name="connsiteY0" fmla="*/ 0 h 90437"/>
                <a:gd name="connsiteX1" fmla="*/ 44765 w 188722"/>
                <a:gd name="connsiteY1" fmla="*/ 3222 h 90437"/>
                <a:gd name="connsiteX2" fmla="*/ 166454 w 188722"/>
                <a:gd name="connsiteY2" fmla="*/ 2049 h 90437"/>
                <a:gd name="connsiteX3" fmla="*/ 173573 w 188722"/>
                <a:gd name="connsiteY3" fmla="*/ 8124 h 90437"/>
                <a:gd name="connsiteX4" fmla="*/ 188722 w 188722"/>
                <a:gd name="connsiteY4" fmla="*/ 83167 h 90437"/>
                <a:gd name="connsiteX5" fmla="*/ 4956 w 188722"/>
                <a:gd name="connsiteY5" fmla="*/ 87419 h 90437"/>
                <a:gd name="connsiteX6" fmla="*/ 0 w 188722"/>
                <a:gd name="connsiteY6" fmla="*/ 0 h 9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722" h="90437">
                  <a:moveTo>
                    <a:pt x="0" y="0"/>
                  </a:moveTo>
                  <a:cubicBezTo>
                    <a:pt x="14841" y="1681"/>
                    <a:pt x="29850" y="2277"/>
                    <a:pt x="44765" y="3222"/>
                  </a:cubicBezTo>
                  <a:cubicBezTo>
                    <a:pt x="77615" y="11580"/>
                    <a:pt x="147427" y="-5498"/>
                    <a:pt x="166454" y="2049"/>
                  </a:cubicBezTo>
                  <a:cubicBezTo>
                    <a:pt x="169354" y="3201"/>
                    <a:pt x="171202" y="6101"/>
                    <a:pt x="173573" y="8124"/>
                  </a:cubicBezTo>
                  <a:cubicBezTo>
                    <a:pt x="179239" y="32823"/>
                    <a:pt x="186184" y="57938"/>
                    <a:pt x="188722" y="83167"/>
                  </a:cubicBezTo>
                  <a:cubicBezTo>
                    <a:pt x="146590" y="84794"/>
                    <a:pt x="40150" y="95577"/>
                    <a:pt x="4956" y="87419"/>
                  </a:cubicBezTo>
                  <a:cubicBezTo>
                    <a:pt x="12993" y="57704"/>
                    <a:pt x="5258" y="29562"/>
                    <a:pt x="0" y="0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B47431D8-1CA8-C9FE-D677-A268D3FEF888}"/>
                </a:ext>
              </a:extLst>
            </p:cNvPr>
            <p:cNvSpPr/>
            <p:nvPr/>
          </p:nvSpPr>
          <p:spPr>
            <a:xfrm>
              <a:off x="121491" y="2002244"/>
              <a:ext cx="122057" cy="55546"/>
            </a:xfrm>
            <a:custGeom>
              <a:avLst/>
              <a:gdLst>
                <a:gd name="connsiteX0" fmla="*/ 14098 w 122057"/>
                <a:gd name="connsiteY0" fmla="*/ 0 h 55546"/>
                <a:gd name="connsiteX1" fmla="*/ 111623 w 122057"/>
                <a:gd name="connsiteY1" fmla="*/ 12798 h 55546"/>
                <a:gd name="connsiteX2" fmla="*/ 122058 w 122057"/>
                <a:gd name="connsiteY2" fmla="*/ 15290 h 55546"/>
                <a:gd name="connsiteX3" fmla="*/ 110652 w 122057"/>
                <a:gd name="connsiteY3" fmla="*/ 55547 h 55546"/>
                <a:gd name="connsiteX4" fmla="*/ 0 w 122057"/>
                <a:gd name="connsiteY4" fmla="*/ 53565 h 55546"/>
                <a:gd name="connsiteX5" fmla="*/ 14098 w 122057"/>
                <a:gd name="connsiteY5" fmla="*/ 0 h 5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057" h="55546">
                  <a:moveTo>
                    <a:pt x="14098" y="0"/>
                  </a:moveTo>
                  <a:cubicBezTo>
                    <a:pt x="47075" y="991"/>
                    <a:pt x="78988" y="8860"/>
                    <a:pt x="111623" y="12798"/>
                  </a:cubicBezTo>
                  <a:cubicBezTo>
                    <a:pt x="119299" y="13723"/>
                    <a:pt x="116091" y="12819"/>
                    <a:pt x="122058" y="15290"/>
                  </a:cubicBezTo>
                  <a:cubicBezTo>
                    <a:pt x="117885" y="28631"/>
                    <a:pt x="113492" y="41844"/>
                    <a:pt x="110652" y="55547"/>
                  </a:cubicBezTo>
                  <a:cubicBezTo>
                    <a:pt x="74735" y="51421"/>
                    <a:pt x="36185" y="53451"/>
                    <a:pt x="0" y="53565"/>
                  </a:cubicBezTo>
                  <a:cubicBezTo>
                    <a:pt x="5385" y="35951"/>
                    <a:pt x="9523" y="17848"/>
                    <a:pt x="14098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265F10C4-1FBB-999F-A660-0B70B834F129}"/>
                </a:ext>
              </a:extLst>
            </p:cNvPr>
            <p:cNvSpPr/>
            <p:nvPr/>
          </p:nvSpPr>
          <p:spPr>
            <a:xfrm>
              <a:off x="445732" y="2012212"/>
              <a:ext cx="98731" cy="49786"/>
            </a:xfrm>
            <a:custGeom>
              <a:avLst/>
              <a:gdLst>
                <a:gd name="connsiteX0" fmla="*/ 6891 w 98731"/>
                <a:gd name="connsiteY0" fmla="*/ 285 h 49786"/>
                <a:gd name="connsiteX1" fmla="*/ 98731 w 98731"/>
                <a:gd name="connsiteY1" fmla="*/ 3506 h 49786"/>
                <a:gd name="connsiteX2" fmla="*/ 87815 w 98731"/>
                <a:gd name="connsiteY2" fmla="*/ 49610 h 49786"/>
                <a:gd name="connsiteX3" fmla="*/ 0 w 98731"/>
                <a:gd name="connsiteY3" fmla="*/ 46322 h 49786"/>
                <a:gd name="connsiteX4" fmla="*/ 6891 w 98731"/>
                <a:gd name="connsiteY4" fmla="*/ 285 h 49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731" h="49786">
                  <a:moveTo>
                    <a:pt x="6891" y="285"/>
                  </a:moveTo>
                  <a:cubicBezTo>
                    <a:pt x="37197" y="312"/>
                    <a:pt x="68788" y="-1457"/>
                    <a:pt x="98731" y="3506"/>
                  </a:cubicBezTo>
                  <a:lnTo>
                    <a:pt x="87815" y="49610"/>
                  </a:lnTo>
                  <a:cubicBezTo>
                    <a:pt x="58246" y="50266"/>
                    <a:pt x="29448" y="49081"/>
                    <a:pt x="0" y="46322"/>
                  </a:cubicBezTo>
                  <a:lnTo>
                    <a:pt x="6891" y="285"/>
                  </a:lnTo>
                  <a:close/>
                </a:path>
              </a:pathLst>
            </a:custGeom>
            <a:solidFill>
              <a:srgbClr val="AF68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84150105-E23A-3209-BE8C-9B6120BF884E}"/>
                </a:ext>
              </a:extLst>
            </p:cNvPr>
            <p:cNvSpPr/>
            <p:nvPr/>
          </p:nvSpPr>
          <p:spPr>
            <a:xfrm>
              <a:off x="621067" y="2015884"/>
              <a:ext cx="466712" cy="17510"/>
            </a:xfrm>
            <a:custGeom>
              <a:avLst/>
              <a:gdLst>
                <a:gd name="connsiteX0" fmla="*/ 26093 w 466712"/>
                <a:gd name="connsiteY0" fmla="*/ 7067 h 17510"/>
                <a:gd name="connsiteX1" fmla="*/ 275867 w 466712"/>
                <a:gd name="connsiteY1" fmla="*/ 2627 h 17510"/>
                <a:gd name="connsiteX2" fmla="*/ 346242 w 466712"/>
                <a:gd name="connsiteY2" fmla="*/ 2 h 17510"/>
                <a:gd name="connsiteX3" fmla="*/ 464569 w 466712"/>
                <a:gd name="connsiteY3" fmla="*/ 765 h 17510"/>
                <a:gd name="connsiteX4" fmla="*/ 466713 w 466712"/>
                <a:gd name="connsiteY4" fmla="*/ 12399 h 17510"/>
                <a:gd name="connsiteX5" fmla="*/ 265600 w 466712"/>
                <a:gd name="connsiteY5" fmla="*/ 13510 h 17510"/>
                <a:gd name="connsiteX6" fmla="*/ 0 w 466712"/>
                <a:gd name="connsiteY6" fmla="*/ 9907 h 17510"/>
                <a:gd name="connsiteX7" fmla="*/ 26093 w 466712"/>
                <a:gd name="connsiteY7" fmla="*/ 7067 h 17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6712" h="17510">
                  <a:moveTo>
                    <a:pt x="26093" y="7067"/>
                  </a:moveTo>
                  <a:cubicBezTo>
                    <a:pt x="96347" y="15988"/>
                    <a:pt x="204447" y="7998"/>
                    <a:pt x="275867" y="2627"/>
                  </a:cubicBezTo>
                  <a:cubicBezTo>
                    <a:pt x="299408" y="2527"/>
                    <a:pt x="322708" y="-79"/>
                    <a:pt x="346242" y="2"/>
                  </a:cubicBezTo>
                  <a:cubicBezTo>
                    <a:pt x="385575" y="149"/>
                    <a:pt x="425310" y="2848"/>
                    <a:pt x="464569" y="765"/>
                  </a:cubicBezTo>
                  <a:lnTo>
                    <a:pt x="466713" y="12399"/>
                  </a:lnTo>
                  <a:cubicBezTo>
                    <a:pt x="399874" y="10322"/>
                    <a:pt x="332466" y="12399"/>
                    <a:pt x="265600" y="13510"/>
                  </a:cubicBezTo>
                  <a:cubicBezTo>
                    <a:pt x="232322" y="20710"/>
                    <a:pt x="29649" y="17388"/>
                    <a:pt x="0" y="9907"/>
                  </a:cubicBezTo>
                  <a:lnTo>
                    <a:pt x="26093" y="7067"/>
                  </a:lnTo>
                  <a:close/>
                </a:path>
              </a:pathLst>
            </a:custGeom>
            <a:solidFill>
              <a:srgbClr val="892C2A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C34A2C22-597F-FCB5-D636-89D7D1FC06D8}"/>
                </a:ext>
              </a:extLst>
            </p:cNvPr>
            <p:cNvSpPr/>
            <p:nvPr/>
          </p:nvSpPr>
          <p:spPr>
            <a:xfrm>
              <a:off x="1196372" y="2013468"/>
              <a:ext cx="27688" cy="33543"/>
            </a:xfrm>
            <a:custGeom>
              <a:avLst/>
              <a:gdLst>
                <a:gd name="connsiteX0" fmla="*/ 22319 w 27688"/>
                <a:gd name="connsiteY0" fmla="*/ 32475 h 33543"/>
                <a:gd name="connsiteX1" fmla="*/ 16171 w 27688"/>
                <a:gd name="connsiteY1" fmla="*/ 33399 h 33543"/>
                <a:gd name="connsiteX2" fmla="*/ 868 w 27688"/>
                <a:gd name="connsiteY2" fmla="*/ 27459 h 33543"/>
                <a:gd name="connsiteX3" fmla="*/ 4243 w 27688"/>
                <a:gd name="connsiteY3" fmla="*/ 0 h 33543"/>
                <a:gd name="connsiteX4" fmla="*/ 27161 w 27688"/>
                <a:gd name="connsiteY4" fmla="*/ 9544 h 33543"/>
                <a:gd name="connsiteX5" fmla="*/ 22319 w 27688"/>
                <a:gd name="connsiteY5" fmla="*/ 32475 h 33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88" h="33543">
                  <a:moveTo>
                    <a:pt x="22319" y="32475"/>
                  </a:moveTo>
                  <a:cubicBezTo>
                    <a:pt x="20269" y="32783"/>
                    <a:pt x="18240" y="33252"/>
                    <a:pt x="16171" y="33399"/>
                  </a:cubicBezTo>
                  <a:cubicBezTo>
                    <a:pt x="7779" y="34015"/>
                    <a:pt x="6734" y="32776"/>
                    <a:pt x="868" y="27459"/>
                  </a:cubicBezTo>
                  <a:cubicBezTo>
                    <a:pt x="-1383" y="16864"/>
                    <a:pt x="1102" y="9952"/>
                    <a:pt x="4243" y="0"/>
                  </a:cubicBezTo>
                  <a:cubicBezTo>
                    <a:pt x="14449" y="1513"/>
                    <a:pt x="19593" y="1962"/>
                    <a:pt x="27161" y="9544"/>
                  </a:cubicBezTo>
                  <a:cubicBezTo>
                    <a:pt x="28963" y="18665"/>
                    <a:pt x="25855" y="24338"/>
                    <a:pt x="22319" y="3247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36542372-A4DE-191B-B485-43A962E5E449}"/>
                </a:ext>
              </a:extLst>
            </p:cNvPr>
            <p:cNvSpPr/>
            <p:nvPr/>
          </p:nvSpPr>
          <p:spPr>
            <a:xfrm>
              <a:off x="589167" y="2023880"/>
              <a:ext cx="503453" cy="44224"/>
            </a:xfrm>
            <a:custGeom>
              <a:avLst/>
              <a:gdLst>
                <a:gd name="connsiteX0" fmla="*/ 0 w 503453"/>
                <a:gd name="connsiteY0" fmla="*/ 19619 h 44224"/>
                <a:gd name="connsiteX1" fmla="*/ 4809 w 503453"/>
                <a:gd name="connsiteY1" fmla="*/ 4343 h 44224"/>
                <a:gd name="connsiteX2" fmla="*/ 31899 w 503453"/>
                <a:gd name="connsiteY2" fmla="*/ 1911 h 44224"/>
                <a:gd name="connsiteX3" fmla="*/ 297499 w 503453"/>
                <a:gd name="connsiteY3" fmla="*/ 5514 h 44224"/>
                <a:gd name="connsiteX4" fmla="*/ 498612 w 503453"/>
                <a:gd name="connsiteY4" fmla="*/ 4403 h 44224"/>
                <a:gd name="connsiteX5" fmla="*/ 503454 w 503453"/>
                <a:gd name="connsiteY5" fmla="*/ 44178 h 44224"/>
                <a:gd name="connsiteX6" fmla="*/ 456198 w 503453"/>
                <a:gd name="connsiteY6" fmla="*/ 44225 h 44224"/>
                <a:gd name="connsiteX7" fmla="*/ 3422 w 503453"/>
                <a:gd name="connsiteY7" fmla="*/ 34641 h 44224"/>
                <a:gd name="connsiteX8" fmla="*/ 0 w 503453"/>
                <a:gd name="connsiteY8" fmla="*/ 19619 h 4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3453" h="44224">
                  <a:moveTo>
                    <a:pt x="0" y="19619"/>
                  </a:moveTo>
                  <a:lnTo>
                    <a:pt x="4809" y="4343"/>
                  </a:lnTo>
                  <a:cubicBezTo>
                    <a:pt x="14312" y="-2663"/>
                    <a:pt x="20447" y="599"/>
                    <a:pt x="31899" y="1911"/>
                  </a:cubicBezTo>
                  <a:cubicBezTo>
                    <a:pt x="61548" y="9392"/>
                    <a:pt x="264221" y="12714"/>
                    <a:pt x="297499" y="5514"/>
                  </a:cubicBezTo>
                  <a:cubicBezTo>
                    <a:pt x="364365" y="4403"/>
                    <a:pt x="431773" y="2327"/>
                    <a:pt x="498612" y="4403"/>
                  </a:cubicBezTo>
                  <a:lnTo>
                    <a:pt x="503454" y="44178"/>
                  </a:lnTo>
                  <a:lnTo>
                    <a:pt x="456198" y="44225"/>
                  </a:lnTo>
                  <a:cubicBezTo>
                    <a:pt x="389011" y="36978"/>
                    <a:pt x="31002" y="50373"/>
                    <a:pt x="3422" y="34641"/>
                  </a:cubicBezTo>
                  <a:lnTo>
                    <a:pt x="0" y="19619"/>
                  </a:lnTo>
                  <a:close/>
                </a:path>
              </a:pathLst>
            </a:custGeom>
            <a:gradFill>
              <a:gsLst>
                <a:gs pos="0">
                  <a:srgbClr val="8D5843"/>
                </a:gs>
                <a:gs pos="50000">
                  <a:srgbClr val="9D5B48"/>
                </a:gs>
                <a:gs pos="100000">
                  <a:srgbClr val="AE5E4D"/>
                </a:gs>
              </a:gsLst>
              <a:lin ang="14330940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BE9733EB-512E-AD74-0551-6B06F8BAC1E2}"/>
                </a:ext>
              </a:extLst>
            </p:cNvPr>
            <p:cNvSpPr/>
            <p:nvPr/>
          </p:nvSpPr>
          <p:spPr>
            <a:xfrm>
              <a:off x="1711294" y="2028979"/>
              <a:ext cx="139595" cy="203456"/>
            </a:xfrm>
            <a:custGeom>
              <a:avLst/>
              <a:gdLst>
                <a:gd name="connsiteX0" fmla="*/ 126525 w 139595"/>
                <a:gd name="connsiteY0" fmla="*/ 0 h 203456"/>
                <a:gd name="connsiteX1" fmla="*/ 129277 w 139595"/>
                <a:gd name="connsiteY1" fmla="*/ 180712 h 203456"/>
                <a:gd name="connsiteX2" fmla="*/ 124147 w 139595"/>
                <a:gd name="connsiteY2" fmla="*/ 188923 h 203456"/>
                <a:gd name="connsiteX3" fmla="*/ 43050 w 139595"/>
                <a:gd name="connsiteY3" fmla="*/ 200603 h 203456"/>
                <a:gd name="connsiteX4" fmla="*/ 0 w 139595"/>
                <a:gd name="connsiteY4" fmla="*/ 203456 h 203456"/>
                <a:gd name="connsiteX5" fmla="*/ 37270 w 139595"/>
                <a:gd name="connsiteY5" fmla="*/ 6369 h 203456"/>
                <a:gd name="connsiteX6" fmla="*/ 126525 w 139595"/>
                <a:gd name="connsiteY6" fmla="*/ 0 h 20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595" h="203456">
                  <a:moveTo>
                    <a:pt x="126525" y="0"/>
                  </a:moveTo>
                  <a:cubicBezTo>
                    <a:pt x="137395" y="38248"/>
                    <a:pt x="148157" y="145143"/>
                    <a:pt x="129277" y="180712"/>
                  </a:cubicBezTo>
                  <a:cubicBezTo>
                    <a:pt x="127422" y="184208"/>
                    <a:pt x="126525" y="185333"/>
                    <a:pt x="124147" y="188923"/>
                  </a:cubicBezTo>
                  <a:cubicBezTo>
                    <a:pt x="96916" y="198152"/>
                    <a:pt x="71607" y="200429"/>
                    <a:pt x="43050" y="200603"/>
                  </a:cubicBezTo>
                  <a:cubicBezTo>
                    <a:pt x="28825" y="200704"/>
                    <a:pt x="14218" y="202485"/>
                    <a:pt x="0" y="203456"/>
                  </a:cubicBezTo>
                  <a:cubicBezTo>
                    <a:pt x="44128" y="149242"/>
                    <a:pt x="36895" y="71875"/>
                    <a:pt x="37270" y="6369"/>
                  </a:cubicBezTo>
                  <a:cubicBezTo>
                    <a:pt x="64917" y="5907"/>
                    <a:pt x="99836" y="6978"/>
                    <a:pt x="126525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2C468C30-B555-A5B5-FE3E-B6F19D3B747B}"/>
                </a:ext>
              </a:extLst>
            </p:cNvPr>
            <p:cNvSpPr/>
            <p:nvPr/>
          </p:nvSpPr>
          <p:spPr>
            <a:xfrm>
              <a:off x="588866" y="2043499"/>
              <a:ext cx="505717" cy="43110"/>
            </a:xfrm>
            <a:custGeom>
              <a:avLst/>
              <a:gdLst>
                <a:gd name="connsiteX0" fmla="*/ 44932 w 505717"/>
                <a:gd name="connsiteY0" fmla="*/ 38054 h 43110"/>
                <a:gd name="connsiteX1" fmla="*/ 22095 w 505717"/>
                <a:gd name="connsiteY1" fmla="*/ 30995 h 43110"/>
                <a:gd name="connsiteX2" fmla="*/ 3999 w 505717"/>
                <a:gd name="connsiteY2" fmla="*/ 28691 h 43110"/>
                <a:gd name="connsiteX3" fmla="*/ 302 w 505717"/>
                <a:gd name="connsiteY3" fmla="*/ 0 h 43110"/>
                <a:gd name="connsiteX4" fmla="*/ 3724 w 505717"/>
                <a:gd name="connsiteY4" fmla="*/ 15022 h 43110"/>
                <a:gd name="connsiteX5" fmla="*/ 456500 w 505717"/>
                <a:gd name="connsiteY5" fmla="*/ 24606 h 43110"/>
                <a:gd name="connsiteX6" fmla="*/ 437412 w 505717"/>
                <a:gd name="connsiteY6" fmla="*/ 27171 h 43110"/>
                <a:gd name="connsiteX7" fmla="*/ 436816 w 505717"/>
                <a:gd name="connsiteY7" fmla="*/ 29166 h 43110"/>
                <a:gd name="connsiteX8" fmla="*/ 505718 w 505717"/>
                <a:gd name="connsiteY8" fmla="*/ 32502 h 43110"/>
                <a:gd name="connsiteX9" fmla="*/ 173165 w 505717"/>
                <a:gd name="connsiteY9" fmla="*/ 43110 h 43110"/>
                <a:gd name="connsiteX10" fmla="*/ 70965 w 505717"/>
                <a:gd name="connsiteY10" fmla="*/ 37933 h 43110"/>
                <a:gd name="connsiteX11" fmla="*/ 44932 w 505717"/>
                <a:gd name="connsiteY11" fmla="*/ 38054 h 43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5717" h="43110">
                  <a:moveTo>
                    <a:pt x="44932" y="38054"/>
                  </a:moveTo>
                  <a:cubicBezTo>
                    <a:pt x="36775" y="32950"/>
                    <a:pt x="31712" y="31109"/>
                    <a:pt x="22095" y="30995"/>
                  </a:cubicBezTo>
                  <a:cubicBezTo>
                    <a:pt x="15498" y="30921"/>
                    <a:pt x="10435" y="30560"/>
                    <a:pt x="3999" y="28691"/>
                  </a:cubicBezTo>
                  <a:cubicBezTo>
                    <a:pt x="-1359" y="18632"/>
                    <a:pt x="168" y="11278"/>
                    <a:pt x="302" y="0"/>
                  </a:cubicBezTo>
                  <a:lnTo>
                    <a:pt x="3724" y="15022"/>
                  </a:lnTo>
                  <a:cubicBezTo>
                    <a:pt x="31304" y="30754"/>
                    <a:pt x="389313" y="17359"/>
                    <a:pt x="456500" y="24606"/>
                  </a:cubicBezTo>
                  <a:lnTo>
                    <a:pt x="437412" y="27171"/>
                  </a:lnTo>
                  <a:lnTo>
                    <a:pt x="436816" y="29166"/>
                  </a:lnTo>
                  <a:cubicBezTo>
                    <a:pt x="459413" y="30667"/>
                    <a:pt x="483543" y="29066"/>
                    <a:pt x="505718" y="32502"/>
                  </a:cubicBezTo>
                  <a:cubicBezTo>
                    <a:pt x="395213" y="40130"/>
                    <a:pt x="283784" y="34645"/>
                    <a:pt x="173165" y="43110"/>
                  </a:cubicBezTo>
                  <a:cubicBezTo>
                    <a:pt x="132318" y="34477"/>
                    <a:pt x="113111" y="28048"/>
                    <a:pt x="70965" y="37933"/>
                  </a:cubicBezTo>
                  <a:cubicBezTo>
                    <a:pt x="62325" y="38764"/>
                    <a:pt x="53606" y="38221"/>
                    <a:pt x="44932" y="38054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F13E860D-B8EA-3F23-3C27-1CBD57185477}"/>
                </a:ext>
              </a:extLst>
            </p:cNvPr>
            <p:cNvSpPr/>
            <p:nvPr/>
          </p:nvSpPr>
          <p:spPr>
            <a:xfrm>
              <a:off x="117118" y="2055210"/>
              <a:ext cx="115025" cy="37326"/>
            </a:xfrm>
            <a:custGeom>
              <a:avLst/>
              <a:gdLst>
                <a:gd name="connsiteX0" fmla="*/ 0 w 115025"/>
                <a:gd name="connsiteY0" fmla="*/ 33435 h 37326"/>
                <a:gd name="connsiteX1" fmla="*/ 4373 w 115025"/>
                <a:gd name="connsiteY1" fmla="*/ 599 h 37326"/>
                <a:gd name="connsiteX2" fmla="*/ 115025 w 115025"/>
                <a:gd name="connsiteY2" fmla="*/ 2581 h 37326"/>
                <a:gd name="connsiteX3" fmla="*/ 111992 w 115025"/>
                <a:gd name="connsiteY3" fmla="*/ 2923 h 37326"/>
                <a:gd name="connsiteX4" fmla="*/ 36286 w 115025"/>
                <a:gd name="connsiteY4" fmla="*/ 9626 h 37326"/>
                <a:gd name="connsiteX5" fmla="*/ 112246 w 115025"/>
                <a:gd name="connsiteY5" fmla="*/ 16994 h 37326"/>
                <a:gd name="connsiteX6" fmla="*/ 113880 w 115025"/>
                <a:gd name="connsiteY6" fmla="*/ 37327 h 37326"/>
                <a:gd name="connsiteX7" fmla="*/ 6007 w 115025"/>
                <a:gd name="connsiteY7" fmla="*/ 27348 h 37326"/>
                <a:gd name="connsiteX8" fmla="*/ 0 w 115025"/>
                <a:gd name="connsiteY8" fmla="*/ 33435 h 37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025" h="37326">
                  <a:moveTo>
                    <a:pt x="0" y="33435"/>
                  </a:moveTo>
                  <a:lnTo>
                    <a:pt x="4373" y="599"/>
                  </a:lnTo>
                  <a:cubicBezTo>
                    <a:pt x="40559" y="485"/>
                    <a:pt x="79108" y="-1545"/>
                    <a:pt x="115025" y="2581"/>
                  </a:cubicBezTo>
                  <a:lnTo>
                    <a:pt x="111992" y="2923"/>
                  </a:lnTo>
                  <a:cubicBezTo>
                    <a:pt x="94974" y="4677"/>
                    <a:pt x="48040" y="-1163"/>
                    <a:pt x="36286" y="9626"/>
                  </a:cubicBezTo>
                  <a:cubicBezTo>
                    <a:pt x="56478" y="14924"/>
                    <a:pt x="97619" y="7832"/>
                    <a:pt x="112246" y="16994"/>
                  </a:cubicBezTo>
                  <a:cubicBezTo>
                    <a:pt x="113512" y="23992"/>
                    <a:pt x="113961" y="30221"/>
                    <a:pt x="113880" y="37327"/>
                  </a:cubicBezTo>
                  <a:cubicBezTo>
                    <a:pt x="77414" y="36201"/>
                    <a:pt x="42219" y="30596"/>
                    <a:pt x="6007" y="27348"/>
                  </a:cubicBezTo>
                  <a:lnTo>
                    <a:pt x="0" y="33435"/>
                  </a:ln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898E3DB-5F1E-67A3-7272-AFDC3313DDE4}"/>
                </a:ext>
              </a:extLst>
            </p:cNvPr>
            <p:cNvSpPr/>
            <p:nvPr/>
          </p:nvSpPr>
          <p:spPr>
            <a:xfrm>
              <a:off x="1110962" y="2052687"/>
              <a:ext cx="18991" cy="181007"/>
            </a:xfrm>
            <a:custGeom>
              <a:avLst/>
              <a:gdLst>
                <a:gd name="connsiteX0" fmla="*/ 11796 w 18991"/>
                <a:gd name="connsiteY0" fmla="*/ 1594 h 181007"/>
                <a:gd name="connsiteX1" fmla="*/ 17864 w 18991"/>
                <a:gd name="connsiteY1" fmla="*/ 0 h 181007"/>
                <a:gd name="connsiteX2" fmla="*/ 13960 w 18991"/>
                <a:gd name="connsiteY2" fmla="*/ 177632 h 181007"/>
                <a:gd name="connsiteX3" fmla="*/ 10470 w 18991"/>
                <a:gd name="connsiteY3" fmla="*/ 181007 h 181007"/>
                <a:gd name="connsiteX4" fmla="*/ 3914 w 18991"/>
                <a:gd name="connsiteY4" fmla="*/ 178415 h 181007"/>
                <a:gd name="connsiteX5" fmla="*/ 766 w 18991"/>
                <a:gd name="connsiteY5" fmla="*/ 139645 h 181007"/>
                <a:gd name="connsiteX6" fmla="*/ 11796 w 18991"/>
                <a:gd name="connsiteY6" fmla="*/ 1594 h 181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91" h="181007">
                  <a:moveTo>
                    <a:pt x="11796" y="1594"/>
                  </a:moveTo>
                  <a:lnTo>
                    <a:pt x="17864" y="0"/>
                  </a:lnTo>
                  <a:cubicBezTo>
                    <a:pt x="6312" y="59800"/>
                    <a:pt x="28265" y="116700"/>
                    <a:pt x="13960" y="177632"/>
                  </a:cubicBezTo>
                  <a:lnTo>
                    <a:pt x="10470" y="181007"/>
                  </a:lnTo>
                  <a:lnTo>
                    <a:pt x="3914" y="178415"/>
                  </a:lnTo>
                  <a:cubicBezTo>
                    <a:pt x="-1859" y="166688"/>
                    <a:pt x="337" y="152410"/>
                    <a:pt x="766" y="139645"/>
                  </a:cubicBezTo>
                  <a:cubicBezTo>
                    <a:pt x="5240" y="98108"/>
                    <a:pt x="-821" y="39367"/>
                    <a:pt x="11796" y="1594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EACF7E0-1771-CB40-498F-5800A7C875CB}"/>
                </a:ext>
              </a:extLst>
            </p:cNvPr>
            <p:cNvSpPr/>
            <p:nvPr/>
          </p:nvSpPr>
          <p:spPr>
            <a:xfrm>
              <a:off x="1109304" y="2062774"/>
              <a:ext cx="409231" cy="184605"/>
            </a:xfrm>
            <a:custGeom>
              <a:avLst/>
              <a:gdLst>
                <a:gd name="connsiteX0" fmla="*/ 15618 w 409231"/>
                <a:gd name="connsiteY0" fmla="*/ 167545 h 184605"/>
                <a:gd name="connsiteX1" fmla="*/ 35630 w 409231"/>
                <a:gd name="connsiteY1" fmla="*/ 167237 h 184605"/>
                <a:gd name="connsiteX2" fmla="*/ 42708 w 409231"/>
                <a:gd name="connsiteY2" fmla="*/ 6014 h 184605"/>
                <a:gd name="connsiteX3" fmla="*/ 65921 w 409231"/>
                <a:gd name="connsiteY3" fmla="*/ 107 h 184605"/>
                <a:gd name="connsiteX4" fmla="*/ 404013 w 409231"/>
                <a:gd name="connsiteY4" fmla="*/ 1848 h 184605"/>
                <a:gd name="connsiteX5" fmla="*/ 389486 w 409231"/>
                <a:gd name="connsiteY5" fmla="*/ 161551 h 184605"/>
                <a:gd name="connsiteX6" fmla="*/ 361632 w 409231"/>
                <a:gd name="connsiteY6" fmla="*/ 175167 h 184605"/>
                <a:gd name="connsiteX7" fmla="*/ 278553 w 409231"/>
                <a:gd name="connsiteY7" fmla="*/ 176144 h 184605"/>
                <a:gd name="connsiteX8" fmla="*/ 135345 w 409231"/>
                <a:gd name="connsiteY8" fmla="*/ 180484 h 184605"/>
                <a:gd name="connsiteX9" fmla="*/ 0 w 409231"/>
                <a:gd name="connsiteY9" fmla="*/ 181676 h 184605"/>
                <a:gd name="connsiteX10" fmla="*/ 10260 w 409231"/>
                <a:gd name="connsiteY10" fmla="*/ 177886 h 184605"/>
                <a:gd name="connsiteX11" fmla="*/ 12129 w 409231"/>
                <a:gd name="connsiteY11" fmla="*/ 170921 h 184605"/>
                <a:gd name="connsiteX12" fmla="*/ 15618 w 409231"/>
                <a:gd name="connsiteY12" fmla="*/ 167545 h 18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231" h="184605">
                  <a:moveTo>
                    <a:pt x="15618" y="167545"/>
                  </a:moveTo>
                  <a:cubicBezTo>
                    <a:pt x="24666" y="169273"/>
                    <a:pt x="27171" y="170472"/>
                    <a:pt x="35630" y="167237"/>
                  </a:cubicBezTo>
                  <a:cubicBezTo>
                    <a:pt x="51750" y="132927"/>
                    <a:pt x="28925" y="52024"/>
                    <a:pt x="42708" y="6014"/>
                  </a:cubicBezTo>
                  <a:cubicBezTo>
                    <a:pt x="51100" y="-1628"/>
                    <a:pt x="54851" y="247"/>
                    <a:pt x="65921" y="107"/>
                  </a:cubicBezTo>
                  <a:cubicBezTo>
                    <a:pt x="162931" y="15008"/>
                    <a:pt x="304652" y="8130"/>
                    <a:pt x="404013" y="1848"/>
                  </a:cubicBezTo>
                  <a:cubicBezTo>
                    <a:pt x="406383" y="43318"/>
                    <a:pt x="420401" y="129163"/>
                    <a:pt x="389486" y="161551"/>
                  </a:cubicBezTo>
                  <a:cubicBezTo>
                    <a:pt x="382018" y="169380"/>
                    <a:pt x="372187" y="173486"/>
                    <a:pt x="361632" y="175167"/>
                  </a:cubicBezTo>
                  <a:cubicBezTo>
                    <a:pt x="335225" y="179359"/>
                    <a:pt x="305402" y="175897"/>
                    <a:pt x="278553" y="176144"/>
                  </a:cubicBezTo>
                  <a:cubicBezTo>
                    <a:pt x="230801" y="177008"/>
                    <a:pt x="183063" y="178455"/>
                    <a:pt x="135345" y="180484"/>
                  </a:cubicBezTo>
                  <a:cubicBezTo>
                    <a:pt x="90942" y="178261"/>
                    <a:pt x="43619" y="189780"/>
                    <a:pt x="0" y="181676"/>
                  </a:cubicBezTo>
                  <a:lnTo>
                    <a:pt x="10260" y="177886"/>
                  </a:lnTo>
                  <a:lnTo>
                    <a:pt x="12129" y="170921"/>
                  </a:lnTo>
                  <a:lnTo>
                    <a:pt x="15618" y="167545"/>
                  </a:ln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82768581-AA9C-7CF8-D90A-F402AF45EEE5}"/>
                </a:ext>
              </a:extLst>
            </p:cNvPr>
            <p:cNvSpPr/>
            <p:nvPr/>
          </p:nvSpPr>
          <p:spPr>
            <a:xfrm>
              <a:off x="1534279" y="2068627"/>
              <a:ext cx="22549" cy="86113"/>
            </a:xfrm>
            <a:custGeom>
              <a:avLst/>
              <a:gdLst>
                <a:gd name="connsiteX0" fmla="*/ 0 w 22549"/>
                <a:gd name="connsiteY0" fmla="*/ 3329 h 86113"/>
                <a:gd name="connsiteX1" fmla="*/ 19858 w 22549"/>
                <a:gd name="connsiteY1" fmla="*/ 0 h 86113"/>
                <a:gd name="connsiteX2" fmla="*/ 22550 w 22549"/>
                <a:gd name="connsiteY2" fmla="*/ 81325 h 86113"/>
                <a:gd name="connsiteX3" fmla="*/ 19302 w 22549"/>
                <a:gd name="connsiteY3" fmla="*/ 86113 h 86113"/>
                <a:gd name="connsiteX4" fmla="*/ 12444 w 22549"/>
                <a:gd name="connsiteY4" fmla="*/ 84687 h 86113"/>
                <a:gd name="connsiteX5" fmla="*/ 0 w 22549"/>
                <a:gd name="connsiteY5" fmla="*/ 3329 h 8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549" h="86113">
                  <a:moveTo>
                    <a:pt x="0" y="3329"/>
                  </a:moveTo>
                  <a:lnTo>
                    <a:pt x="19858" y="0"/>
                  </a:lnTo>
                  <a:cubicBezTo>
                    <a:pt x="16482" y="28189"/>
                    <a:pt x="17607" y="53364"/>
                    <a:pt x="22550" y="81325"/>
                  </a:cubicBezTo>
                  <a:lnTo>
                    <a:pt x="19302" y="86113"/>
                  </a:lnTo>
                  <a:lnTo>
                    <a:pt x="12444" y="84687"/>
                  </a:lnTo>
                  <a:cubicBezTo>
                    <a:pt x="469" y="59324"/>
                    <a:pt x="13375" y="27546"/>
                    <a:pt x="0" y="3329"/>
                  </a:cubicBez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35E71739-449D-533A-059B-637235294ACA}"/>
                </a:ext>
              </a:extLst>
            </p:cNvPr>
            <p:cNvSpPr/>
            <p:nvPr/>
          </p:nvSpPr>
          <p:spPr>
            <a:xfrm>
              <a:off x="1528228" y="2068627"/>
              <a:ext cx="206647" cy="161383"/>
            </a:xfrm>
            <a:custGeom>
              <a:avLst/>
              <a:gdLst>
                <a:gd name="connsiteX0" fmla="*/ 25908 w 206647"/>
                <a:gd name="connsiteY0" fmla="*/ 0 h 161383"/>
                <a:gd name="connsiteX1" fmla="*/ 206647 w 206647"/>
                <a:gd name="connsiteY1" fmla="*/ 328 h 161383"/>
                <a:gd name="connsiteX2" fmla="*/ 163490 w 206647"/>
                <a:gd name="connsiteY2" fmla="*/ 158759 h 161383"/>
                <a:gd name="connsiteX3" fmla="*/ 161207 w 206647"/>
                <a:gd name="connsiteY3" fmla="*/ 160955 h 161383"/>
                <a:gd name="connsiteX4" fmla="*/ 285 w 206647"/>
                <a:gd name="connsiteY4" fmla="*/ 160413 h 161383"/>
                <a:gd name="connsiteX5" fmla="*/ 3747 w 206647"/>
                <a:gd name="connsiteY5" fmla="*/ 4701 h 161383"/>
                <a:gd name="connsiteX6" fmla="*/ 6051 w 206647"/>
                <a:gd name="connsiteY6" fmla="*/ 3329 h 161383"/>
                <a:gd name="connsiteX7" fmla="*/ 18494 w 206647"/>
                <a:gd name="connsiteY7" fmla="*/ 84687 h 161383"/>
                <a:gd name="connsiteX8" fmla="*/ 25352 w 206647"/>
                <a:gd name="connsiteY8" fmla="*/ 86113 h 161383"/>
                <a:gd name="connsiteX9" fmla="*/ 29585 w 206647"/>
                <a:gd name="connsiteY9" fmla="*/ 103667 h 161383"/>
                <a:gd name="connsiteX10" fmla="*/ 50213 w 206647"/>
                <a:gd name="connsiteY10" fmla="*/ 121107 h 161383"/>
                <a:gd name="connsiteX11" fmla="*/ 84402 w 206647"/>
                <a:gd name="connsiteY11" fmla="*/ 121723 h 161383"/>
                <a:gd name="connsiteX12" fmla="*/ 92419 w 206647"/>
                <a:gd name="connsiteY12" fmla="*/ 109989 h 161383"/>
                <a:gd name="connsiteX13" fmla="*/ 87108 w 206647"/>
                <a:gd name="connsiteY13" fmla="*/ 84761 h 161383"/>
                <a:gd name="connsiteX14" fmla="*/ 66802 w 206647"/>
                <a:gd name="connsiteY14" fmla="*/ 72491 h 161383"/>
                <a:gd name="connsiteX15" fmla="*/ 28600 w 206647"/>
                <a:gd name="connsiteY15" fmla="*/ 81325 h 161383"/>
                <a:gd name="connsiteX16" fmla="*/ 25908 w 206647"/>
                <a:gd name="connsiteY16" fmla="*/ 0 h 16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6647" h="161383">
                  <a:moveTo>
                    <a:pt x="25908" y="0"/>
                  </a:moveTo>
                  <a:cubicBezTo>
                    <a:pt x="86003" y="2398"/>
                    <a:pt x="146687" y="7032"/>
                    <a:pt x="206647" y="328"/>
                  </a:cubicBezTo>
                  <a:cubicBezTo>
                    <a:pt x="206138" y="59063"/>
                    <a:pt x="209045" y="114074"/>
                    <a:pt x="163490" y="158759"/>
                  </a:cubicBezTo>
                  <a:cubicBezTo>
                    <a:pt x="162740" y="159502"/>
                    <a:pt x="161970" y="160225"/>
                    <a:pt x="161207" y="160955"/>
                  </a:cubicBezTo>
                  <a:cubicBezTo>
                    <a:pt x="107602" y="161156"/>
                    <a:pt x="53869" y="162060"/>
                    <a:pt x="285" y="160413"/>
                  </a:cubicBezTo>
                  <a:cubicBezTo>
                    <a:pt x="8844" y="124824"/>
                    <a:pt x="-6660" y="23574"/>
                    <a:pt x="3747" y="4701"/>
                  </a:cubicBezTo>
                  <a:lnTo>
                    <a:pt x="6051" y="3329"/>
                  </a:lnTo>
                  <a:cubicBezTo>
                    <a:pt x="19425" y="27546"/>
                    <a:pt x="6520" y="59324"/>
                    <a:pt x="18494" y="84687"/>
                  </a:cubicBezTo>
                  <a:lnTo>
                    <a:pt x="25352" y="86113"/>
                  </a:lnTo>
                  <a:cubicBezTo>
                    <a:pt x="26169" y="92201"/>
                    <a:pt x="26913" y="98035"/>
                    <a:pt x="29585" y="103667"/>
                  </a:cubicBezTo>
                  <a:cubicBezTo>
                    <a:pt x="33865" y="112661"/>
                    <a:pt x="41298" y="117483"/>
                    <a:pt x="50213" y="121107"/>
                  </a:cubicBezTo>
                  <a:cubicBezTo>
                    <a:pt x="62476" y="126103"/>
                    <a:pt x="72006" y="126692"/>
                    <a:pt x="84402" y="121723"/>
                  </a:cubicBezTo>
                  <a:cubicBezTo>
                    <a:pt x="88240" y="117584"/>
                    <a:pt x="91240" y="115762"/>
                    <a:pt x="92419" y="109989"/>
                  </a:cubicBezTo>
                  <a:cubicBezTo>
                    <a:pt x="94187" y="101310"/>
                    <a:pt x="92459" y="91960"/>
                    <a:pt x="87108" y="84761"/>
                  </a:cubicBezTo>
                  <a:cubicBezTo>
                    <a:pt x="82132" y="78057"/>
                    <a:pt x="74778" y="74212"/>
                    <a:pt x="66802" y="72491"/>
                  </a:cubicBezTo>
                  <a:cubicBezTo>
                    <a:pt x="51117" y="69096"/>
                    <a:pt x="41587" y="72444"/>
                    <a:pt x="28600" y="81325"/>
                  </a:cubicBezTo>
                  <a:cubicBezTo>
                    <a:pt x="23658" y="53364"/>
                    <a:pt x="22533" y="28189"/>
                    <a:pt x="25908" y="0"/>
                  </a:cubicBez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34C8A1EF-9634-99C8-94F2-37502D1C2FC3}"/>
                </a:ext>
              </a:extLst>
            </p:cNvPr>
            <p:cNvSpPr/>
            <p:nvPr/>
          </p:nvSpPr>
          <p:spPr>
            <a:xfrm>
              <a:off x="248882" y="2068801"/>
              <a:ext cx="87758" cy="136994"/>
            </a:xfrm>
            <a:custGeom>
              <a:avLst/>
              <a:gdLst>
                <a:gd name="connsiteX0" fmla="*/ 87758 w 87758"/>
                <a:gd name="connsiteY0" fmla="*/ 66805 h 136994"/>
                <a:gd name="connsiteX1" fmla="*/ 50816 w 87758"/>
                <a:gd name="connsiteY1" fmla="*/ 134950 h 136994"/>
                <a:gd name="connsiteX2" fmla="*/ 30865 w 87758"/>
                <a:gd name="connsiteY2" fmla="*/ 133771 h 136994"/>
                <a:gd name="connsiteX3" fmla="*/ 9307 w 87758"/>
                <a:gd name="connsiteY3" fmla="*/ 104102 h 136994"/>
                <a:gd name="connsiteX4" fmla="*/ 6922 w 87758"/>
                <a:gd name="connsiteY4" fmla="*/ 6603 h 136994"/>
                <a:gd name="connsiteX5" fmla="*/ 23464 w 87758"/>
                <a:gd name="connsiteY5" fmla="*/ 0 h 136994"/>
                <a:gd name="connsiteX6" fmla="*/ 72569 w 87758"/>
                <a:gd name="connsiteY6" fmla="*/ 4541 h 136994"/>
                <a:gd name="connsiteX7" fmla="*/ 87758 w 87758"/>
                <a:gd name="connsiteY7" fmla="*/ 66805 h 13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758" h="136994">
                  <a:moveTo>
                    <a:pt x="87758" y="66805"/>
                  </a:moveTo>
                  <a:cubicBezTo>
                    <a:pt x="82273" y="88223"/>
                    <a:pt x="73346" y="124690"/>
                    <a:pt x="50816" y="134950"/>
                  </a:cubicBezTo>
                  <a:cubicBezTo>
                    <a:pt x="43925" y="138084"/>
                    <a:pt x="37348" y="137555"/>
                    <a:pt x="30865" y="133771"/>
                  </a:cubicBezTo>
                  <a:cubicBezTo>
                    <a:pt x="20712" y="127844"/>
                    <a:pt x="13291" y="114758"/>
                    <a:pt x="9307" y="104102"/>
                  </a:cubicBezTo>
                  <a:cubicBezTo>
                    <a:pt x="754" y="81265"/>
                    <a:pt x="-5340" y="27673"/>
                    <a:pt x="6922" y="6603"/>
                  </a:cubicBezTo>
                  <a:cubicBezTo>
                    <a:pt x="9695" y="1835"/>
                    <a:pt x="18321" y="1326"/>
                    <a:pt x="23464" y="0"/>
                  </a:cubicBezTo>
                  <a:cubicBezTo>
                    <a:pt x="39464" y="4909"/>
                    <a:pt x="55973" y="4239"/>
                    <a:pt x="72569" y="4541"/>
                  </a:cubicBezTo>
                  <a:cubicBezTo>
                    <a:pt x="81717" y="23949"/>
                    <a:pt x="80264" y="46754"/>
                    <a:pt x="87758" y="66805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61B0B730-2DC7-4B0C-2018-1B7CB1A85CD3}"/>
                </a:ext>
              </a:extLst>
            </p:cNvPr>
            <p:cNvSpPr/>
            <p:nvPr/>
          </p:nvSpPr>
          <p:spPr>
            <a:xfrm>
              <a:off x="321451" y="2073287"/>
              <a:ext cx="139350" cy="137247"/>
            </a:xfrm>
            <a:custGeom>
              <a:avLst/>
              <a:gdLst>
                <a:gd name="connsiteX0" fmla="*/ 0 w 139350"/>
                <a:gd name="connsiteY0" fmla="*/ 55 h 137247"/>
                <a:gd name="connsiteX1" fmla="*/ 106373 w 139350"/>
                <a:gd name="connsiteY1" fmla="*/ 1608 h 137247"/>
                <a:gd name="connsiteX2" fmla="*/ 129833 w 139350"/>
                <a:gd name="connsiteY2" fmla="*/ 113245 h 137247"/>
                <a:gd name="connsiteX3" fmla="*/ 139350 w 139350"/>
                <a:gd name="connsiteY3" fmla="*/ 135051 h 137247"/>
                <a:gd name="connsiteX4" fmla="*/ 135251 w 139350"/>
                <a:gd name="connsiteY4" fmla="*/ 137248 h 137247"/>
                <a:gd name="connsiteX5" fmla="*/ 138473 w 139350"/>
                <a:gd name="connsiteY5" fmla="*/ 132701 h 137247"/>
                <a:gd name="connsiteX6" fmla="*/ 137207 w 139350"/>
                <a:gd name="connsiteY6" fmla="*/ 131080 h 137247"/>
                <a:gd name="connsiteX7" fmla="*/ 130630 w 139350"/>
                <a:gd name="connsiteY7" fmla="*/ 136277 h 137247"/>
                <a:gd name="connsiteX8" fmla="*/ 27968 w 139350"/>
                <a:gd name="connsiteY8" fmla="*/ 107144 h 137247"/>
                <a:gd name="connsiteX9" fmla="*/ 15189 w 139350"/>
                <a:gd name="connsiteY9" fmla="*/ 62319 h 137247"/>
                <a:gd name="connsiteX10" fmla="*/ 0 w 139350"/>
                <a:gd name="connsiteY10" fmla="*/ 55 h 137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350" h="137247">
                  <a:moveTo>
                    <a:pt x="0" y="55"/>
                  </a:moveTo>
                  <a:cubicBezTo>
                    <a:pt x="35469" y="-180"/>
                    <a:pt x="70924" y="342"/>
                    <a:pt x="106373" y="1608"/>
                  </a:cubicBezTo>
                  <a:cubicBezTo>
                    <a:pt x="108610" y="40506"/>
                    <a:pt x="114744" y="77080"/>
                    <a:pt x="129833" y="113245"/>
                  </a:cubicBezTo>
                  <a:cubicBezTo>
                    <a:pt x="133477" y="120270"/>
                    <a:pt x="136296" y="127758"/>
                    <a:pt x="139350" y="135051"/>
                  </a:cubicBezTo>
                  <a:lnTo>
                    <a:pt x="135251" y="137248"/>
                  </a:lnTo>
                  <a:lnTo>
                    <a:pt x="138473" y="132701"/>
                  </a:lnTo>
                  <a:lnTo>
                    <a:pt x="137207" y="131080"/>
                  </a:lnTo>
                  <a:lnTo>
                    <a:pt x="130630" y="136277"/>
                  </a:lnTo>
                  <a:cubicBezTo>
                    <a:pt x="96983" y="131903"/>
                    <a:pt x="60557" y="117350"/>
                    <a:pt x="27968" y="107144"/>
                  </a:cubicBezTo>
                  <a:cubicBezTo>
                    <a:pt x="24023" y="92108"/>
                    <a:pt x="19764" y="77167"/>
                    <a:pt x="15189" y="62319"/>
                  </a:cubicBezTo>
                  <a:cubicBezTo>
                    <a:pt x="7695" y="42267"/>
                    <a:pt x="9149" y="19463"/>
                    <a:pt x="0" y="55"/>
                  </a:cubicBezTo>
                  <a:close/>
                </a:path>
              </a:pathLst>
            </a:custGeom>
            <a:solidFill>
              <a:srgbClr val="CEDDDC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88963473-0107-1147-AFA2-EFD2447C9BD8}"/>
                </a:ext>
              </a:extLst>
            </p:cNvPr>
            <p:cNvSpPr/>
            <p:nvPr/>
          </p:nvSpPr>
          <p:spPr>
            <a:xfrm>
              <a:off x="659830" y="2076441"/>
              <a:ext cx="102200" cy="12738"/>
            </a:xfrm>
            <a:custGeom>
              <a:avLst/>
              <a:gdLst>
                <a:gd name="connsiteX0" fmla="*/ 0 w 102200"/>
                <a:gd name="connsiteY0" fmla="*/ 4991 h 12738"/>
                <a:gd name="connsiteX1" fmla="*/ 102200 w 102200"/>
                <a:gd name="connsiteY1" fmla="*/ 10168 h 12738"/>
                <a:gd name="connsiteX2" fmla="*/ 51884 w 102200"/>
                <a:gd name="connsiteY2" fmla="*/ 12733 h 12738"/>
                <a:gd name="connsiteX3" fmla="*/ 0 w 102200"/>
                <a:gd name="connsiteY3" fmla="*/ 4991 h 1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00" h="12738">
                  <a:moveTo>
                    <a:pt x="0" y="4991"/>
                  </a:moveTo>
                  <a:cubicBezTo>
                    <a:pt x="42146" y="-4894"/>
                    <a:pt x="61354" y="1535"/>
                    <a:pt x="102200" y="10168"/>
                  </a:cubicBezTo>
                  <a:cubicBezTo>
                    <a:pt x="85290" y="11829"/>
                    <a:pt x="68901" y="12820"/>
                    <a:pt x="51884" y="12733"/>
                  </a:cubicBezTo>
                  <a:cubicBezTo>
                    <a:pt x="33774" y="11561"/>
                    <a:pt x="17600" y="9813"/>
                    <a:pt x="0" y="4991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120B9611-F1F4-4F2B-41AF-06D4C215D6E3}"/>
                </a:ext>
              </a:extLst>
            </p:cNvPr>
            <p:cNvSpPr/>
            <p:nvPr/>
          </p:nvSpPr>
          <p:spPr>
            <a:xfrm>
              <a:off x="586500" y="2076001"/>
              <a:ext cx="508419" cy="156138"/>
            </a:xfrm>
            <a:custGeom>
              <a:avLst/>
              <a:gdLst>
                <a:gd name="connsiteX0" fmla="*/ 175531 w 508419"/>
                <a:gd name="connsiteY0" fmla="*/ 10608 h 156138"/>
                <a:gd name="connsiteX1" fmla="*/ 508084 w 508419"/>
                <a:gd name="connsiteY1" fmla="*/ 0 h 156138"/>
                <a:gd name="connsiteX2" fmla="*/ 501125 w 508419"/>
                <a:gd name="connsiteY2" fmla="*/ 153006 h 156138"/>
                <a:gd name="connsiteX3" fmla="*/ 296236 w 508419"/>
                <a:gd name="connsiteY3" fmla="*/ 150554 h 156138"/>
                <a:gd name="connsiteX4" fmla="*/ 3244 w 508419"/>
                <a:gd name="connsiteY4" fmla="*/ 135740 h 156138"/>
                <a:gd name="connsiteX5" fmla="*/ 2 w 508419"/>
                <a:gd name="connsiteY5" fmla="*/ 23903 h 156138"/>
                <a:gd name="connsiteX6" fmla="*/ 125214 w 508419"/>
                <a:gd name="connsiteY6" fmla="*/ 13173 h 156138"/>
                <a:gd name="connsiteX7" fmla="*/ 175531 w 508419"/>
                <a:gd name="connsiteY7" fmla="*/ 10608 h 15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8419" h="156138">
                  <a:moveTo>
                    <a:pt x="175531" y="10608"/>
                  </a:moveTo>
                  <a:cubicBezTo>
                    <a:pt x="286149" y="2143"/>
                    <a:pt x="397579" y="7628"/>
                    <a:pt x="508084" y="0"/>
                  </a:cubicBezTo>
                  <a:cubicBezTo>
                    <a:pt x="509369" y="51689"/>
                    <a:pt x="506945" y="101604"/>
                    <a:pt x="501125" y="153006"/>
                  </a:cubicBezTo>
                  <a:cubicBezTo>
                    <a:pt x="435786" y="160647"/>
                    <a:pt x="362398" y="152102"/>
                    <a:pt x="296236" y="150554"/>
                  </a:cubicBezTo>
                  <a:cubicBezTo>
                    <a:pt x="198944" y="141399"/>
                    <a:pt x="100863" y="144226"/>
                    <a:pt x="3244" y="135740"/>
                  </a:cubicBezTo>
                  <a:cubicBezTo>
                    <a:pt x="1750" y="98296"/>
                    <a:pt x="-72" y="61407"/>
                    <a:pt x="2" y="23903"/>
                  </a:cubicBezTo>
                  <a:cubicBezTo>
                    <a:pt x="41686" y="19717"/>
                    <a:pt x="83544" y="17513"/>
                    <a:pt x="125214" y="13173"/>
                  </a:cubicBezTo>
                  <a:cubicBezTo>
                    <a:pt x="142232" y="13260"/>
                    <a:pt x="158620" y="12269"/>
                    <a:pt x="175531" y="10608"/>
                  </a:cubicBezTo>
                  <a:close/>
                </a:path>
              </a:pathLst>
            </a:custGeom>
            <a:solidFill>
              <a:srgbClr val="892C2A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B63F0223-8E00-CBBF-9BFE-33E1BACBBDBC}"/>
                </a:ext>
              </a:extLst>
            </p:cNvPr>
            <p:cNvSpPr/>
            <p:nvPr/>
          </p:nvSpPr>
          <p:spPr>
            <a:xfrm>
              <a:off x="117118" y="2082557"/>
              <a:ext cx="144493" cy="132444"/>
            </a:xfrm>
            <a:custGeom>
              <a:avLst/>
              <a:gdLst>
                <a:gd name="connsiteX0" fmla="*/ 0 w 144493"/>
                <a:gd name="connsiteY0" fmla="*/ 6088 h 132444"/>
                <a:gd name="connsiteX1" fmla="*/ 6007 w 144493"/>
                <a:gd name="connsiteY1" fmla="*/ 0 h 132444"/>
                <a:gd name="connsiteX2" fmla="*/ 113880 w 144493"/>
                <a:gd name="connsiteY2" fmla="*/ 9979 h 132444"/>
                <a:gd name="connsiteX3" fmla="*/ 133068 w 144493"/>
                <a:gd name="connsiteY3" fmla="*/ 120417 h 132444"/>
                <a:gd name="connsiteX4" fmla="*/ 144393 w 144493"/>
                <a:gd name="connsiteY4" fmla="*/ 126109 h 132444"/>
                <a:gd name="connsiteX5" fmla="*/ 144493 w 144493"/>
                <a:gd name="connsiteY5" fmla="*/ 132445 h 132444"/>
                <a:gd name="connsiteX6" fmla="*/ 26910 w 144493"/>
                <a:gd name="connsiteY6" fmla="*/ 126458 h 132444"/>
                <a:gd name="connsiteX7" fmla="*/ 24231 w 144493"/>
                <a:gd name="connsiteY7" fmla="*/ 124797 h 132444"/>
                <a:gd name="connsiteX8" fmla="*/ 0 w 144493"/>
                <a:gd name="connsiteY8" fmla="*/ 6088 h 13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493" h="132444">
                  <a:moveTo>
                    <a:pt x="0" y="6088"/>
                  </a:moveTo>
                  <a:lnTo>
                    <a:pt x="6007" y="0"/>
                  </a:lnTo>
                  <a:cubicBezTo>
                    <a:pt x="42219" y="3248"/>
                    <a:pt x="77414" y="8854"/>
                    <a:pt x="113880" y="9979"/>
                  </a:cubicBezTo>
                  <a:cubicBezTo>
                    <a:pt x="115092" y="37752"/>
                    <a:pt x="111389" y="100921"/>
                    <a:pt x="133068" y="120417"/>
                  </a:cubicBezTo>
                  <a:cubicBezTo>
                    <a:pt x="136423" y="123431"/>
                    <a:pt x="140194" y="124844"/>
                    <a:pt x="144393" y="126109"/>
                  </a:cubicBezTo>
                  <a:lnTo>
                    <a:pt x="144493" y="132445"/>
                  </a:lnTo>
                  <a:cubicBezTo>
                    <a:pt x="105294" y="131233"/>
                    <a:pt x="65914" y="130831"/>
                    <a:pt x="26910" y="126458"/>
                  </a:cubicBezTo>
                  <a:cubicBezTo>
                    <a:pt x="26019" y="125902"/>
                    <a:pt x="25061" y="125446"/>
                    <a:pt x="24231" y="124797"/>
                  </a:cubicBezTo>
                  <a:cubicBezTo>
                    <a:pt x="-368" y="105495"/>
                    <a:pt x="1513" y="36326"/>
                    <a:pt x="0" y="6088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9BFA47FB-58BE-2689-026C-804558ADF8BD}"/>
                </a:ext>
              </a:extLst>
            </p:cNvPr>
            <p:cNvSpPr/>
            <p:nvPr/>
          </p:nvSpPr>
          <p:spPr>
            <a:xfrm>
              <a:off x="444574" y="2081642"/>
              <a:ext cx="109882" cy="144699"/>
            </a:xfrm>
            <a:custGeom>
              <a:avLst/>
              <a:gdLst>
                <a:gd name="connsiteX0" fmla="*/ 0 w 109882"/>
                <a:gd name="connsiteY0" fmla="*/ 386 h 144699"/>
                <a:gd name="connsiteX1" fmla="*/ 90132 w 109882"/>
                <a:gd name="connsiteY1" fmla="*/ 3990 h 144699"/>
                <a:gd name="connsiteX2" fmla="*/ 109882 w 109882"/>
                <a:gd name="connsiteY2" fmla="*/ 144699 h 144699"/>
                <a:gd name="connsiteX3" fmla="*/ 43727 w 109882"/>
                <a:gd name="connsiteY3" fmla="*/ 136629 h 144699"/>
                <a:gd name="connsiteX4" fmla="*/ 12491 w 109882"/>
                <a:gd name="connsiteY4" fmla="*/ 78215 h 144699"/>
                <a:gd name="connsiteX5" fmla="*/ 0 w 109882"/>
                <a:gd name="connsiteY5" fmla="*/ 386 h 144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882" h="144699">
                  <a:moveTo>
                    <a:pt x="0" y="386"/>
                  </a:moveTo>
                  <a:cubicBezTo>
                    <a:pt x="29113" y="11"/>
                    <a:pt x="61481" y="-1174"/>
                    <a:pt x="90132" y="3990"/>
                  </a:cubicBezTo>
                  <a:cubicBezTo>
                    <a:pt x="90681" y="52391"/>
                    <a:pt x="100017" y="97577"/>
                    <a:pt x="109882" y="144699"/>
                  </a:cubicBezTo>
                  <a:cubicBezTo>
                    <a:pt x="87607" y="143634"/>
                    <a:pt x="65740" y="139998"/>
                    <a:pt x="43727" y="136629"/>
                  </a:cubicBezTo>
                  <a:cubicBezTo>
                    <a:pt x="30680" y="117662"/>
                    <a:pt x="21063" y="99472"/>
                    <a:pt x="12491" y="78215"/>
                  </a:cubicBezTo>
                  <a:cubicBezTo>
                    <a:pt x="5204" y="52478"/>
                    <a:pt x="1661" y="27028"/>
                    <a:pt x="0" y="386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BE3AF5BB-58E3-5888-5C41-2853A53E2DD3}"/>
                </a:ext>
              </a:extLst>
            </p:cNvPr>
            <p:cNvSpPr/>
            <p:nvPr/>
          </p:nvSpPr>
          <p:spPr>
            <a:xfrm>
              <a:off x="534705" y="2085631"/>
              <a:ext cx="30492" cy="140709"/>
            </a:xfrm>
            <a:custGeom>
              <a:avLst/>
              <a:gdLst>
                <a:gd name="connsiteX0" fmla="*/ 0 w 30492"/>
                <a:gd name="connsiteY0" fmla="*/ 0 h 140709"/>
                <a:gd name="connsiteX1" fmla="*/ 14989 w 30492"/>
                <a:gd name="connsiteY1" fmla="*/ 194 h 140709"/>
                <a:gd name="connsiteX2" fmla="*/ 14714 w 30492"/>
                <a:gd name="connsiteY2" fmla="*/ 15658 h 140709"/>
                <a:gd name="connsiteX3" fmla="*/ 30493 w 30492"/>
                <a:gd name="connsiteY3" fmla="*/ 138607 h 140709"/>
                <a:gd name="connsiteX4" fmla="*/ 19750 w 30492"/>
                <a:gd name="connsiteY4" fmla="*/ 140710 h 140709"/>
                <a:gd name="connsiteX5" fmla="*/ 0 w 30492"/>
                <a:gd name="connsiteY5" fmla="*/ 0 h 14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92" h="140709">
                  <a:moveTo>
                    <a:pt x="0" y="0"/>
                  </a:moveTo>
                  <a:lnTo>
                    <a:pt x="14989" y="194"/>
                  </a:lnTo>
                  <a:lnTo>
                    <a:pt x="14714" y="15658"/>
                  </a:lnTo>
                  <a:cubicBezTo>
                    <a:pt x="14185" y="52071"/>
                    <a:pt x="12035" y="106473"/>
                    <a:pt x="30493" y="138607"/>
                  </a:cubicBezTo>
                  <a:lnTo>
                    <a:pt x="19750" y="140710"/>
                  </a:lnTo>
                  <a:cubicBezTo>
                    <a:pt x="9885" y="93588"/>
                    <a:pt x="549" y="48401"/>
                    <a:pt x="0" y="0"/>
                  </a:cubicBez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51F92E5C-105E-3355-A7E7-2B9D703582C8}"/>
                </a:ext>
              </a:extLst>
            </p:cNvPr>
            <p:cNvSpPr/>
            <p:nvPr/>
          </p:nvSpPr>
          <p:spPr>
            <a:xfrm>
              <a:off x="586502" y="2080626"/>
              <a:ext cx="125211" cy="19276"/>
            </a:xfrm>
            <a:custGeom>
              <a:avLst/>
              <a:gdLst>
                <a:gd name="connsiteX0" fmla="*/ 0 w 125211"/>
                <a:gd name="connsiteY0" fmla="*/ 19277 h 19276"/>
                <a:gd name="connsiteX1" fmla="*/ 4628 w 125211"/>
                <a:gd name="connsiteY1" fmla="*/ 5501 h 19276"/>
                <a:gd name="connsiteX2" fmla="*/ 47296 w 125211"/>
                <a:gd name="connsiteY2" fmla="*/ 926 h 19276"/>
                <a:gd name="connsiteX3" fmla="*/ 73328 w 125211"/>
                <a:gd name="connsiteY3" fmla="*/ 806 h 19276"/>
                <a:gd name="connsiteX4" fmla="*/ 125212 w 125211"/>
                <a:gd name="connsiteY4" fmla="*/ 8548 h 19276"/>
                <a:gd name="connsiteX5" fmla="*/ 0 w 125211"/>
                <a:gd name="connsiteY5" fmla="*/ 19277 h 19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211" h="19276">
                  <a:moveTo>
                    <a:pt x="0" y="19277"/>
                  </a:moveTo>
                  <a:lnTo>
                    <a:pt x="4628" y="5501"/>
                  </a:lnTo>
                  <a:cubicBezTo>
                    <a:pt x="17922" y="-2496"/>
                    <a:pt x="32053" y="437"/>
                    <a:pt x="47296" y="926"/>
                  </a:cubicBezTo>
                  <a:cubicBezTo>
                    <a:pt x="55969" y="1094"/>
                    <a:pt x="64689" y="1636"/>
                    <a:pt x="73328" y="806"/>
                  </a:cubicBezTo>
                  <a:cubicBezTo>
                    <a:pt x="90929" y="5628"/>
                    <a:pt x="107103" y="7376"/>
                    <a:pt x="125212" y="8548"/>
                  </a:cubicBezTo>
                  <a:cubicBezTo>
                    <a:pt x="83542" y="12888"/>
                    <a:pt x="41684" y="15091"/>
                    <a:pt x="0" y="19277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C02337B1-017D-9FDA-4F43-6DA58A721D4B}"/>
                </a:ext>
              </a:extLst>
            </p:cNvPr>
            <p:cNvSpPr/>
            <p:nvPr/>
          </p:nvSpPr>
          <p:spPr>
            <a:xfrm>
              <a:off x="549065" y="2101290"/>
              <a:ext cx="20724" cy="122948"/>
            </a:xfrm>
            <a:custGeom>
              <a:avLst/>
              <a:gdLst>
                <a:gd name="connsiteX0" fmla="*/ 354 w 20724"/>
                <a:gd name="connsiteY0" fmla="*/ 0 h 122948"/>
                <a:gd name="connsiteX1" fmla="*/ 11190 w 20724"/>
                <a:gd name="connsiteY1" fmla="*/ 64454 h 122948"/>
                <a:gd name="connsiteX2" fmla="*/ 16956 w 20724"/>
                <a:gd name="connsiteY2" fmla="*/ 68801 h 122948"/>
                <a:gd name="connsiteX3" fmla="*/ 16133 w 20724"/>
                <a:gd name="connsiteY3" fmla="*/ 122948 h 122948"/>
                <a:gd name="connsiteX4" fmla="*/ 354 w 20724"/>
                <a:gd name="connsiteY4" fmla="*/ 0 h 122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24" h="122948">
                  <a:moveTo>
                    <a:pt x="354" y="0"/>
                  </a:moveTo>
                  <a:cubicBezTo>
                    <a:pt x="3039" y="20587"/>
                    <a:pt x="3917" y="45072"/>
                    <a:pt x="11190" y="64454"/>
                  </a:cubicBezTo>
                  <a:lnTo>
                    <a:pt x="16956" y="68801"/>
                  </a:lnTo>
                  <a:cubicBezTo>
                    <a:pt x="18865" y="85089"/>
                    <a:pt x="24819" y="108456"/>
                    <a:pt x="16133" y="122948"/>
                  </a:cubicBezTo>
                  <a:cubicBezTo>
                    <a:pt x="-2325" y="90815"/>
                    <a:pt x="-175" y="36413"/>
                    <a:pt x="354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36E570F5-991F-8D38-74DA-A188CB326534}"/>
                </a:ext>
              </a:extLst>
            </p:cNvPr>
            <p:cNvSpPr/>
            <p:nvPr/>
          </p:nvSpPr>
          <p:spPr>
            <a:xfrm>
              <a:off x="1553580" y="2139816"/>
              <a:ext cx="67735" cy="53976"/>
            </a:xfrm>
            <a:custGeom>
              <a:avLst/>
              <a:gdLst>
                <a:gd name="connsiteX0" fmla="*/ 3248 w 67735"/>
                <a:gd name="connsiteY0" fmla="*/ 10136 h 53976"/>
                <a:gd name="connsiteX1" fmla="*/ 41450 w 67735"/>
                <a:gd name="connsiteY1" fmla="*/ 1302 h 53976"/>
                <a:gd name="connsiteX2" fmla="*/ 61756 w 67735"/>
                <a:gd name="connsiteY2" fmla="*/ 13572 h 53976"/>
                <a:gd name="connsiteX3" fmla="*/ 67066 w 67735"/>
                <a:gd name="connsiteY3" fmla="*/ 38800 h 53976"/>
                <a:gd name="connsiteX4" fmla="*/ 59050 w 67735"/>
                <a:gd name="connsiteY4" fmla="*/ 50534 h 53976"/>
                <a:gd name="connsiteX5" fmla="*/ 24860 w 67735"/>
                <a:gd name="connsiteY5" fmla="*/ 49918 h 53976"/>
                <a:gd name="connsiteX6" fmla="*/ 4233 w 67735"/>
                <a:gd name="connsiteY6" fmla="*/ 32478 h 53976"/>
                <a:gd name="connsiteX7" fmla="*/ 0 w 67735"/>
                <a:gd name="connsiteY7" fmla="*/ 14924 h 53976"/>
                <a:gd name="connsiteX8" fmla="*/ 3248 w 67735"/>
                <a:gd name="connsiteY8" fmla="*/ 10136 h 53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735" h="53976">
                  <a:moveTo>
                    <a:pt x="3248" y="10136"/>
                  </a:moveTo>
                  <a:cubicBezTo>
                    <a:pt x="16234" y="1255"/>
                    <a:pt x="25764" y="-2093"/>
                    <a:pt x="41450" y="1302"/>
                  </a:cubicBezTo>
                  <a:cubicBezTo>
                    <a:pt x="49426" y="3023"/>
                    <a:pt x="56780" y="6868"/>
                    <a:pt x="61756" y="13572"/>
                  </a:cubicBezTo>
                  <a:cubicBezTo>
                    <a:pt x="67107" y="20771"/>
                    <a:pt x="68835" y="30121"/>
                    <a:pt x="67066" y="38800"/>
                  </a:cubicBezTo>
                  <a:cubicBezTo>
                    <a:pt x="65888" y="44573"/>
                    <a:pt x="62887" y="46395"/>
                    <a:pt x="59050" y="50534"/>
                  </a:cubicBezTo>
                  <a:cubicBezTo>
                    <a:pt x="46653" y="55503"/>
                    <a:pt x="37123" y="54914"/>
                    <a:pt x="24860" y="49918"/>
                  </a:cubicBezTo>
                  <a:cubicBezTo>
                    <a:pt x="15946" y="46294"/>
                    <a:pt x="8512" y="41472"/>
                    <a:pt x="4233" y="32478"/>
                  </a:cubicBezTo>
                  <a:cubicBezTo>
                    <a:pt x="1561" y="26845"/>
                    <a:pt x="817" y="21012"/>
                    <a:pt x="0" y="14924"/>
                  </a:cubicBezTo>
                  <a:lnTo>
                    <a:pt x="3248" y="10136"/>
                  </a:ln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4A9A2094-9DCA-2B14-01EF-9DCBEF9D81C6}"/>
                </a:ext>
              </a:extLst>
            </p:cNvPr>
            <p:cNvSpPr/>
            <p:nvPr/>
          </p:nvSpPr>
          <p:spPr>
            <a:xfrm>
              <a:off x="261511" y="2199397"/>
              <a:ext cx="184402" cy="31383"/>
            </a:xfrm>
            <a:custGeom>
              <a:avLst/>
              <a:gdLst>
                <a:gd name="connsiteX0" fmla="*/ 0 w 184402"/>
                <a:gd name="connsiteY0" fmla="*/ 9269 h 31383"/>
                <a:gd name="connsiteX1" fmla="*/ 59612 w 184402"/>
                <a:gd name="connsiteY1" fmla="*/ 8566 h 31383"/>
                <a:gd name="connsiteX2" fmla="*/ 77494 w 184402"/>
                <a:gd name="connsiteY2" fmla="*/ 416 h 31383"/>
                <a:gd name="connsiteX3" fmla="*/ 184402 w 184402"/>
                <a:gd name="connsiteY3" fmla="*/ 26039 h 31383"/>
                <a:gd name="connsiteX4" fmla="*/ 67334 w 184402"/>
                <a:gd name="connsiteY4" fmla="*/ 29997 h 31383"/>
                <a:gd name="connsiteX5" fmla="*/ 100 w 184402"/>
                <a:gd name="connsiteY5" fmla="*/ 15605 h 31383"/>
                <a:gd name="connsiteX6" fmla="*/ 0 w 184402"/>
                <a:gd name="connsiteY6" fmla="*/ 9269 h 3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402" h="31383">
                  <a:moveTo>
                    <a:pt x="0" y="9269"/>
                  </a:moveTo>
                  <a:cubicBezTo>
                    <a:pt x="21371" y="13890"/>
                    <a:pt x="38911" y="17346"/>
                    <a:pt x="59612" y="8566"/>
                  </a:cubicBezTo>
                  <a:cubicBezTo>
                    <a:pt x="64408" y="6530"/>
                    <a:pt x="72679" y="1199"/>
                    <a:pt x="77494" y="416"/>
                  </a:cubicBezTo>
                  <a:cubicBezTo>
                    <a:pt x="100868" y="-3395"/>
                    <a:pt x="159053" y="20099"/>
                    <a:pt x="184402" y="26039"/>
                  </a:cubicBezTo>
                  <a:cubicBezTo>
                    <a:pt x="144969" y="29080"/>
                    <a:pt x="106842" y="33728"/>
                    <a:pt x="67334" y="29997"/>
                  </a:cubicBezTo>
                  <a:cubicBezTo>
                    <a:pt x="45180" y="22838"/>
                    <a:pt x="22362" y="24740"/>
                    <a:pt x="100" y="15605"/>
                  </a:cubicBezTo>
                  <a:lnTo>
                    <a:pt x="0" y="9269"/>
                  </a:ln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557B0142-DD2D-D493-7E2B-F48C2DDF4061}"/>
                </a:ext>
              </a:extLst>
            </p:cNvPr>
            <p:cNvSpPr/>
            <p:nvPr/>
          </p:nvSpPr>
          <p:spPr>
            <a:xfrm>
              <a:off x="589649" y="2192332"/>
              <a:ext cx="531783" cy="52644"/>
            </a:xfrm>
            <a:custGeom>
              <a:avLst/>
              <a:gdLst>
                <a:gd name="connsiteX0" fmla="*/ 497976 w 531783"/>
                <a:gd name="connsiteY0" fmla="*/ 36674 h 52644"/>
                <a:gd name="connsiteX1" fmla="*/ 513996 w 531783"/>
                <a:gd name="connsiteY1" fmla="*/ 38590 h 52644"/>
                <a:gd name="connsiteX2" fmla="*/ 518864 w 531783"/>
                <a:gd name="connsiteY2" fmla="*/ 32924 h 52644"/>
                <a:gd name="connsiteX3" fmla="*/ 521450 w 531783"/>
                <a:gd name="connsiteY3" fmla="*/ 3168 h 52644"/>
                <a:gd name="connsiteX4" fmla="*/ 522079 w 531783"/>
                <a:gd name="connsiteY4" fmla="*/ 0 h 52644"/>
                <a:gd name="connsiteX5" fmla="*/ 525227 w 531783"/>
                <a:gd name="connsiteY5" fmla="*/ 38770 h 52644"/>
                <a:gd name="connsiteX6" fmla="*/ 531784 w 531783"/>
                <a:gd name="connsiteY6" fmla="*/ 41362 h 52644"/>
                <a:gd name="connsiteX7" fmla="*/ 529915 w 531783"/>
                <a:gd name="connsiteY7" fmla="*/ 48327 h 52644"/>
                <a:gd name="connsiteX8" fmla="*/ 519655 w 531783"/>
                <a:gd name="connsiteY8" fmla="*/ 52118 h 52644"/>
                <a:gd name="connsiteX9" fmla="*/ 390197 w 531783"/>
                <a:gd name="connsiteY9" fmla="*/ 47698 h 52644"/>
                <a:gd name="connsiteX10" fmla="*/ 31371 w 531783"/>
                <a:gd name="connsiteY10" fmla="*/ 47450 h 52644"/>
                <a:gd name="connsiteX11" fmla="*/ 4521 w 531783"/>
                <a:gd name="connsiteY11" fmla="*/ 45006 h 52644"/>
                <a:gd name="connsiteX12" fmla="*/ 94 w 531783"/>
                <a:gd name="connsiteY12" fmla="*/ 19409 h 52644"/>
                <a:gd name="connsiteX13" fmla="*/ 293086 w 531783"/>
                <a:gd name="connsiteY13" fmla="*/ 34223 h 52644"/>
                <a:gd name="connsiteX14" fmla="*/ 497976 w 531783"/>
                <a:gd name="connsiteY14" fmla="*/ 36674 h 5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783" h="52644">
                  <a:moveTo>
                    <a:pt x="497976" y="36674"/>
                  </a:moveTo>
                  <a:cubicBezTo>
                    <a:pt x="503347" y="37598"/>
                    <a:pt x="508571" y="38114"/>
                    <a:pt x="513996" y="38590"/>
                  </a:cubicBezTo>
                  <a:lnTo>
                    <a:pt x="518864" y="32924"/>
                  </a:lnTo>
                  <a:cubicBezTo>
                    <a:pt x="518724" y="22597"/>
                    <a:pt x="519501" y="13334"/>
                    <a:pt x="521450" y="3168"/>
                  </a:cubicBezTo>
                  <a:lnTo>
                    <a:pt x="522079" y="0"/>
                  </a:lnTo>
                  <a:cubicBezTo>
                    <a:pt x="521651" y="12765"/>
                    <a:pt x="519454" y="27044"/>
                    <a:pt x="525227" y="38770"/>
                  </a:cubicBezTo>
                  <a:lnTo>
                    <a:pt x="531784" y="41362"/>
                  </a:lnTo>
                  <a:lnTo>
                    <a:pt x="529915" y="48327"/>
                  </a:lnTo>
                  <a:lnTo>
                    <a:pt x="519655" y="52118"/>
                  </a:lnTo>
                  <a:cubicBezTo>
                    <a:pt x="477255" y="48006"/>
                    <a:pt x="432945" y="49720"/>
                    <a:pt x="390197" y="47698"/>
                  </a:cubicBezTo>
                  <a:cubicBezTo>
                    <a:pt x="279223" y="62727"/>
                    <a:pt x="144842" y="37793"/>
                    <a:pt x="31371" y="47450"/>
                  </a:cubicBezTo>
                  <a:cubicBezTo>
                    <a:pt x="21894" y="47551"/>
                    <a:pt x="13797" y="47464"/>
                    <a:pt x="4521" y="45006"/>
                  </a:cubicBezTo>
                  <a:cubicBezTo>
                    <a:pt x="-1131" y="35663"/>
                    <a:pt x="135" y="30178"/>
                    <a:pt x="94" y="19409"/>
                  </a:cubicBezTo>
                  <a:cubicBezTo>
                    <a:pt x="97714" y="27894"/>
                    <a:pt x="195795" y="25068"/>
                    <a:pt x="293086" y="34223"/>
                  </a:cubicBezTo>
                  <a:cubicBezTo>
                    <a:pt x="359249" y="35770"/>
                    <a:pt x="432637" y="44316"/>
                    <a:pt x="497976" y="36674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A1CA163-8F96-8FB4-147A-F1787E227FAF}"/>
                </a:ext>
              </a:extLst>
            </p:cNvPr>
            <p:cNvSpPr/>
            <p:nvPr/>
          </p:nvSpPr>
          <p:spPr>
            <a:xfrm>
              <a:off x="144027" y="2209015"/>
              <a:ext cx="184817" cy="28083"/>
            </a:xfrm>
            <a:custGeom>
              <a:avLst/>
              <a:gdLst>
                <a:gd name="connsiteX0" fmla="*/ 0 w 184817"/>
                <a:gd name="connsiteY0" fmla="*/ 0 h 28083"/>
                <a:gd name="connsiteX1" fmla="*/ 117584 w 184817"/>
                <a:gd name="connsiteY1" fmla="*/ 5987 h 28083"/>
                <a:gd name="connsiteX2" fmla="*/ 184818 w 184817"/>
                <a:gd name="connsiteY2" fmla="*/ 20380 h 28083"/>
                <a:gd name="connsiteX3" fmla="*/ 48381 w 184817"/>
                <a:gd name="connsiteY3" fmla="*/ 20380 h 28083"/>
                <a:gd name="connsiteX4" fmla="*/ 0 w 184817"/>
                <a:gd name="connsiteY4" fmla="*/ 0 h 2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817" h="28083">
                  <a:moveTo>
                    <a:pt x="0" y="0"/>
                  </a:moveTo>
                  <a:cubicBezTo>
                    <a:pt x="39005" y="4373"/>
                    <a:pt x="78385" y="4775"/>
                    <a:pt x="117584" y="5987"/>
                  </a:cubicBezTo>
                  <a:cubicBezTo>
                    <a:pt x="139845" y="15122"/>
                    <a:pt x="162663" y="13220"/>
                    <a:pt x="184818" y="20380"/>
                  </a:cubicBezTo>
                  <a:cubicBezTo>
                    <a:pt x="148398" y="36165"/>
                    <a:pt x="88745" y="23273"/>
                    <a:pt x="48381" y="20380"/>
                  </a:cubicBezTo>
                  <a:cubicBezTo>
                    <a:pt x="25202" y="18712"/>
                    <a:pt x="15303" y="17621"/>
                    <a:pt x="0" y="0"/>
                  </a:cubicBez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03EC7F3F-AD39-45F9-F472-348E38BDF154}"/>
                </a:ext>
              </a:extLst>
            </p:cNvPr>
            <p:cNvSpPr/>
            <p:nvPr/>
          </p:nvSpPr>
          <p:spPr>
            <a:xfrm>
              <a:off x="115517" y="2215190"/>
              <a:ext cx="347681" cy="51281"/>
            </a:xfrm>
            <a:custGeom>
              <a:avLst/>
              <a:gdLst>
                <a:gd name="connsiteX0" fmla="*/ 0 w 347681"/>
                <a:gd name="connsiteY0" fmla="*/ 0 h 51281"/>
                <a:gd name="connsiteX1" fmla="*/ 204133 w 347681"/>
                <a:gd name="connsiteY1" fmla="*/ 30406 h 51281"/>
                <a:gd name="connsiteX2" fmla="*/ 337917 w 347681"/>
                <a:gd name="connsiteY2" fmla="*/ 29769 h 51281"/>
                <a:gd name="connsiteX3" fmla="*/ 347682 w 347681"/>
                <a:gd name="connsiteY3" fmla="*/ 51281 h 51281"/>
                <a:gd name="connsiteX4" fmla="*/ 116050 w 347681"/>
                <a:gd name="connsiteY4" fmla="*/ 40110 h 51281"/>
                <a:gd name="connsiteX5" fmla="*/ 1433 w 347681"/>
                <a:gd name="connsiteY5" fmla="*/ 23514 h 51281"/>
                <a:gd name="connsiteX6" fmla="*/ 0 w 347681"/>
                <a:gd name="connsiteY6" fmla="*/ 0 h 5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681" h="51281">
                  <a:moveTo>
                    <a:pt x="0" y="0"/>
                  </a:moveTo>
                  <a:cubicBezTo>
                    <a:pt x="59043" y="41389"/>
                    <a:pt x="137408" y="20875"/>
                    <a:pt x="204133" y="30406"/>
                  </a:cubicBezTo>
                  <a:cubicBezTo>
                    <a:pt x="248629" y="30191"/>
                    <a:pt x="293474" y="31752"/>
                    <a:pt x="337917" y="29769"/>
                  </a:cubicBezTo>
                  <a:cubicBezTo>
                    <a:pt x="344005" y="35978"/>
                    <a:pt x="345392" y="43184"/>
                    <a:pt x="347682" y="51281"/>
                  </a:cubicBezTo>
                  <a:cubicBezTo>
                    <a:pt x="270904" y="50939"/>
                    <a:pt x="193035" y="42367"/>
                    <a:pt x="116050" y="40110"/>
                  </a:cubicBezTo>
                  <a:cubicBezTo>
                    <a:pt x="79711" y="39534"/>
                    <a:pt x="35924" y="35609"/>
                    <a:pt x="1433" y="235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8A192ADB-2843-34A8-6B85-CDDB9CB0C314}"/>
                </a:ext>
              </a:extLst>
            </p:cNvPr>
            <p:cNvSpPr/>
            <p:nvPr/>
          </p:nvSpPr>
          <p:spPr>
            <a:xfrm>
              <a:off x="1449130" y="2217902"/>
              <a:ext cx="386375" cy="68245"/>
            </a:xfrm>
            <a:custGeom>
              <a:avLst/>
              <a:gdLst>
                <a:gd name="connsiteX0" fmla="*/ 305214 w 386375"/>
                <a:gd name="connsiteY0" fmla="*/ 11680 h 68245"/>
                <a:gd name="connsiteX1" fmla="*/ 386312 w 386375"/>
                <a:gd name="connsiteY1" fmla="*/ 0 h 68245"/>
                <a:gd name="connsiteX2" fmla="*/ 376534 w 386375"/>
                <a:gd name="connsiteY2" fmla="*/ 39688 h 68245"/>
                <a:gd name="connsiteX3" fmla="*/ 332071 w 386375"/>
                <a:gd name="connsiteY3" fmla="*/ 58661 h 68245"/>
                <a:gd name="connsiteX4" fmla="*/ 258709 w 386375"/>
                <a:gd name="connsiteY4" fmla="*/ 64481 h 68245"/>
                <a:gd name="connsiteX5" fmla="*/ 249688 w 386375"/>
                <a:gd name="connsiteY5" fmla="*/ 66109 h 68245"/>
                <a:gd name="connsiteX6" fmla="*/ 126043 w 386375"/>
                <a:gd name="connsiteY6" fmla="*/ 68245 h 68245"/>
                <a:gd name="connsiteX7" fmla="*/ 0 w 386375"/>
                <a:gd name="connsiteY7" fmla="*/ 63798 h 68245"/>
                <a:gd name="connsiteX8" fmla="*/ 864 w 386375"/>
                <a:gd name="connsiteY8" fmla="*/ 58969 h 68245"/>
                <a:gd name="connsiteX9" fmla="*/ 131287 w 386375"/>
                <a:gd name="connsiteY9" fmla="*/ 51261 h 68245"/>
                <a:gd name="connsiteX10" fmla="*/ 142330 w 386375"/>
                <a:gd name="connsiteY10" fmla="*/ 51797 h 68245"/>
                <a:gd name="connsiteX11" fmla="*/ 305147 w 386375"/>
                <a:gd name="connsiteY11" fmla="*/ 30010 h 68245"/>
                <a:gd name="connsiteX12" fmla="*/ 303929 w 386375"/>
                <a:gd name="connsiteY12" fmla="*/ 15069 h 68245"/>
                <a:gd name="connsiteX13" fmla="*/ 305214 w 386375"/>
                <a:gd name="connsiteY13" fmla="*/ 11680 h 68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6375" h="68245">
                  <a:moveTo>
                    <a:pt x="305214" y="11680"/>
                  </a:moveTo>
                  <a:cubicBezTo>
                    <a:pt x="333772" y="11506"/>
                    <a:pt x="359081" y="9229"/>
                    <a:pt x="386312" y="0"/>
                  </a:cubicBezTo>
                  <a:cubicBezTo>
                    <a:pt x="386392" y="14084"/>
                    <a:pt x="387464" y="28892"/>
                    <a:pt x="376534" y="39688"/>
                  </a:cubicBezTo>
                  <a:cubicBezTo>
                    <a:pt x="364860" y="51214"/>
                    <a:pt x="345700" y="50585"/>
                    <a:pt x="332071" y="58661"/>
                  </a:cubicBezTo>
                  <a:cubicBezTo>
                    <a:pt x="317169" y="50209"/>
                    <a:pt x="275733" y="61213"/>
                    <a:pt x="258709" y="64481"/>
                  </a:cubicBezTo>
                  <a:lnTo>
                    <a:pt x="249688" y="66109"/>
                  </a:lnTo>
                  <a:cubicBezTo>
                    <a:pt x="210616" y="60389"/>
                    <a:pt x="165804" y="67743"/>
                    <a:pt x="126043" y="68245"/>
                  </a:cubicBezTo>
                  <a:cubicBezTo>
                    <a:pt x="86027" y="58983"/>
                    <a:pt x="41014" y="71112"/>
                    <a:pt x="0" y="63798"/>
                  </a:cubicBezTo>
                  <a:lnTo>
                    <a:pt x="864" y="58969"/>
                  </a:lnTo>
                  <a:cubicBezTo>
                    <a:pt x="44222" y="53799"/>
                    <a:pt x="87674" y="52125"/>
                    <a:pt x="131287" y="51261"/>
                  </a:cubicBezTo>
                  <a:cubicBezTo>
                    <a:pt x="134984" y="51515"/>
                    <a:pt x="138620" y="51736"/>
                    <a:pt x="142330" y="51797"/>
                  </a:cubicBezTo>
                  <a:cubicBezTo>
                    <a:pt x="179259" y="52373"/>
                    <a:pt x="278512" y="56023"/>
                    <a:pt x="305147" y="30010"/>
                  </a:cubicBezTo>
                  <a:cubicBezTo>
                    <a:pt x="303627" y="24398"/>
                    <a:pt x="302275" y="20875"/>
                    <a:pt x="303929" y="15069"/>
                  </a:cubicBezTo>
                  <a:cubicBezTo>
                    <a:pt x="304257" y="13903"/>
                    <a:pt x="304786" y="12805"/>
                    <a:pt x="305214" y="1168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0C0302"/>
                </a:gs>
                <a:gs pos="100000">
                  <a:srgbClr val="180604"/>
                </a:gs>
              </a:gsLst>
              <a:lin ang="16531223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9E4346A1-25FB-0DC9-B375-A1E2F068C8BC}"/>
                </a:ext>
              </a:extLst>
            </p:cNvPr>
            <p:cNvSpPr/>
            <p:nvPr/>
          </p:nvSpPr>
          <p:spPr>
            <a:xfrm>
              <a:off x="1264687" y="2232864"/>
              <a:ext cx="424459" cy="25251"/>
            </a:xfrm>
            <a:custGeom>
              <a:avLst/>
              <a:gdLst>
                <a:gd name="connsiteX0" fmla="*/ 230151 w 424459"/>
                <a:gd name="connsiteY0" fmla="*/ 19121 h 25251"/>
                <a:gd name="connsiteX1" fmla="*/ 308175 w 424459"/>
                <a:gd name="connsiteY1" fmla="*/ 14580 h 25251"/>
                <a:gd name="connsiteX2" fmla="*/ 424459 w 424459"/>
                <a:gd name="connsiteY2" fmla="*/ 15143 h 25251"/>
                <a:gd name="connsiteX3" fmla="*/ 210883 w 424459"/>
                <a:gd name="connsiteY3" fmla="*/ 23816 h 25251"/>
                <a:gd name="connsiteX4" fmla="*/ 0 w 424459"/>
                <a:gd name="connsiteY4" fmla="*/ 20286 h 25251"/>
                <a:gd name="connsiteX5" fmla="*/ 230151 w 424459"/>
                <a:gd name="connsiteY5" fmla="*/ 19121 h 2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459" h="25251">
                  <a:moveTo>
                    <a:pt x="230151" y="19121"/>
                  </a:moveTo>
                  <a:cubicBezTo>
                    <a:pt x="270677" y="-22931"/>
                    <a:pt x="266263" y="18003"/>
                    <a:pt x="308175" y="14580"/>
                  </a:cubicBezTo>
                  <a:cubicBezTo>
                    <a:pt x="347019" y="11406"/>
                    <a:pt x="385682" y="10441"/>
                    <a:pt x="424459" y="15143"/>
                  </a:cubicBezTo>
                  <a:cubicBezTo>
                    <a:pt x="357781" y="31370"/>
                    <a:pt x="279631" y="21237"/>
                    <a:pt x="210883" y="23816"/>
                  </a:cubicBezTo>
                  <a:cubicBezTo>
                    <a:pt x="141701" y="24037"/>
                    <a:pt x="68546" y="28571"/>
                    <a:pt x="0" y="20286"/>
                  </a:cubicBezTo>
                  <a:cubicBezTo>
                    <a:pt x="63878" y="12665"/>
                    <a:pt x="162522" y="19797"/>
                    <a:pt x="230151" y="19121"/>
                  </a:cubicBez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80A817F-5F1A-8941-3F22-2D819CF079CD}"/>
                </a:ext>
              </a:extLst>
            </p:cNvPr>
            <p:cNvSpPr/>
            <p:nvPr/>
          </p:nvSpPr>
          <p:spPr>
            <a:xfrm>
              <a:off x="1475571" y="2229582"/>
              <a:ext cx="278773" cy="40614"/>
            </a:xfrm>
            <a:custGeom>
              <a:avLst/>
              <a:gdLst>
                <a:gd name="connsiteX0" fmla="*/ 213576 w 278773"/>
                <a:gd name="connsiteY0" fmla="*/ 18424 h 40614"/>
                <a:gd name="connsiteX1" fmla="*/ 235724 w 278773"/>
                <a:gd name="connsiteY1" fmla="*/ 2853 h 40614"/>
                <a:gd name="connsiteX2" fmla="*/ 278774 w 278773"/>
                <a:gd name="connsiteY2" fmla="*/ 0 h 40614"/>
                <a:gd name="connsiteX3" fmla="*/ 277488 w 278773"/>
                <a:gd name="connsiteY3" fmla="*/ 3389 h 40614"/>
                <a:gd name="connsiteX4" fmla="*/ 278707 w 278773"/>
                <a:gd name="connsiteY4" fmla="*/ 18330 h 40614"/>
                <a:gd name="connsiteX5" fmla="*/ 115890 w 278773"/>
                <a:gd name="connsiteY5" fmla="*/ 40117 h 40614"/>
                <a:gd name="connsiteX6" fmla="*/ 104846 w 278773"/>
                <a:gd name="connsiteY6" fmla="*/ 39581 h 40614"/>
                <a:gd name="connsiteX7" fmla="*/ 124542 w 278773"/>
                <a:gd name="connsiteY7" fmla="*/ 36246 h 40614"/>
                <a:gd name="connsiteX8" fmla="*/ 138372 w 278773"/>
                <a:gd name="connsiteY8" fmla="*/ 33955 h 40614"/>
                <a:gd name="connsiteX9" fmla="*/ 0 w 278773"/>
                <a:gd name="connsiteY9" fmla="*/ 27097 h 40614"/>
                <a:gd name="connsiteX10" fmla="*/ 213576 w 278773"/>
                <a:gd name="connsiteY10" fmla="*/ 18424 h 4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8773" h="40614">
                  <a:moveTo>
                    <a:pt x="213576" y="18424"/>
                  </a:moveTo>
                  <a:lnTo>
                    <a:pt x="235724" y="2853"/>
                  </a:lnTo>
                  <a:cubicBezTo>
                    <a:pt x="249942" y="1882"/>
                    <a:pt x="264549" y="101"/>
                    <a:pt x="278774" y="0"/>
                  </a:cubicBezTo>
                  <a:cubicBezTo>
                    <a:pt x="278345" y="1125"/>
                    <a:pt x="277816" y="2223"/>
                    <a:pt x="277488" y="3389"/>
                  </a:cubicBezTo>
                  <a:cubicBezTo>
                    <a:pt x="275834" y="9195"/>
                    <a:pt x="277186" y="12718"/>
                    <a:pt x="278707" y="18330"/>
                  </a:cubicBezTo>
                  <a:cubicBezTo>
                    <a:pt x="252072" y="44343"/>
                    <a:pt x="152818" y="40693"/>
                    <a:pt x="115890" y="40117"/>
                  </a:cubicBezTo>
                  <a:cubicBezTo>
                    <a:pt x="112179" y="40056"/>
                    <a:pt x="108543" y="39835"/>
                    <a:pt x="104846" y="39581"/>
                  </a:cubicBezTo>
                  <a:cubicBezTo>
                    <a:pt x="111610" y="37090"/>
                    <a:pt x="117410" y="36654"/>
                    <a:pt x="124542" y="36246"/>
                  </a:cubicBezTo>
                  <a:cubicBezTo>
                    <a:pt x="129961" y="35931"/>
                    <a:pt x="133423" y="36226"/>
                    <a:pt x="138372" y="33955"/>
                  </a:cubicBezTo>
                  <a:cubicBezTo>
                    <a:pt x="93541" y="31973"/>
                    <a:pt x="43439" y="38563"/>
                    <a:pt x="0" y="27097"/>
                  </a:cubicBezTo>
                  <a:cubicBezTo>
                    <a:pt x="68748" y="24519"/>
                    <a:pt x="146898" y="34652"/>
                    <a:pt x="213576" y="18424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D1B85436-EC16-BD59-15EE-605CA47FBC65}"/>
                </a:ext>
              </a:extLst>
            </p:cNvPr>
            <p:cNvSpPr/>
            <p:nvPr/>
          </p:nvSpPr>
          <p:spPr>
            <a:xfrm>
              <a:off x="565553" y="2237490"/>
              <a:ext cx="682725" cy="19056"/>
            </a:xfrm>
            <a:custGeom>
              <a:avLst/>
              <a:gdLst>
                <a:gd name="connsiteX0" fmla="*/ 55467 w 682725"/>
                <a:gd name="connsiteY0" fmla="*/ 2293 h 19056"/>
                <a:gd name="connsiteX1" fmla="*/ 414293 w 682725"/>
                <a:gd name="connsiteY1" fmla="*/ 2540 h 19056"/>
                <a:gd name="connsiteX2" fmla="*/ 543751 w 682725"/>
                <a:gd name="connsiteY2" fmla="*/ 6961 h 19056"/>
                <a:gd name="connsiteX3" fmla="*/ 679096 w 682725"/>
                <a:gd name="connsiteY3" fmla="*/ 5769 h 19056"/>
                <a:gd name="connsiteX4" fmla="*/ 675901 w 682725"/>
                <a:gd name="connsiteY4" fmla="*/ 6539 h 19056"/>
                <a:gd name="connsiteX5" fmla="*/ 638403 w 682725"/>
                <a:gd name="connsiteY5" fmla="*/ 11783 h 19056"/>
                <a:gd name="connsiteX6" fmla="*/ 637513 w 682725"/>
                <a:gd name="connsiteY6" fmla="*/ 10591 h 19056"/>
                <a:gd name="connsiteX7" fmla="*/ 682726 w 682725"/>
                <a:gd name="connsiteY7" fmla="*/ 15118 h 19056"/>
                <a:gd name="connsiteX8" fmla="*/ 381845 w 682725"/>
                <a:gd name="connsiteY8" fmla="*/ 14816 h 19056"/>
                <a:gd name="connsiteX9" fmla="*/ 0 w 682725"/>
                <a:gd name="connsiteY9" fmla="*/ 9090 h 19056"/>
                <a:gd name="connsiteX10" fmla="*/ 55467 w 682725"/>
                <a:gd name="connsiteY10" fmla="*/ 2293 h 1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2725" h="19056">
                  <a:moveTo>
                    <a:pt x="55467" y="2293"/>
                  </a:moveTo>
                  <a:cubicBezTo>
                    <a:pt x="168938" y="-7365"/>
                    <a:pt x="303319" y="17569"/>
                    <a:pt x="414293" y="2540"/>
                  </a:cubicBezTo>
                  <a:cubicBezTo>
                    <a:pt x="457041" y="4563"/>
                    <a:pt x="501351" y="2848"/>
                    <a:pt x="543751" y="6961"/>
                  </a:cubicBezTo>
                  <a:cubicBezTo>
                    <a:pt x="587370" y="15064"/>
                    <a:pt x="634693" y="3545"/>
                    <a:pt x="679096" y="5769"/>
                  </a:cubicBezTo>
                  <a:lnTo>
                    <a:pt x="675901" y="6539"/>
                  </a:lnTo>
                  <a:cubicBezTo>
                    <a:pt x="663378" y="9459"/>
                    <a:pt x="651202" y="10785"/>
                    <a:pt x="638403" y="11783"/>
                  </a:cubicBezTo>
                  <a:lnTo>
                    <a:pt x="637513" y="10591"/>
                  </a:lnTo>
                  <a:cubicBezTo>
                    <a:pt x="651986" y="8642"/>
                    <a:pt x="669157" y="9418"/>
                    <a:pt x="682726" y="15118"/>
                  </a:cubicBezTo>
                  <a:cubicBezTo>
                    <a:pt x="584383" y="23871"/>
                    <a:pt x="480837" y="15386"/>
                    <a:pt x="381845" y="14816"/>
                  </a:cubicBezTo>
                  <a:cubicBezTo>
                    <a:pt x="258776" y="14107"/>
                    <a:pt x="120778" y="21306"/>
                    <a:pt x="0" y="9090"/>
                  </a:cubicBezTo>
                  <a:cubicBezTo>
                    <a:pt x="16214" y="7490"/>
                    <a:pt x="42581" y="11943"/>
                    <a:pt x="55467" y="2293"/>
                  </a:cubicBez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E5FEF553-498F-32EF-1A39-959D9B088335}"/>
                </a:ext>
              </a:extLst>
            </p:cNvPr>
            <p:cNvSpPr/>
            <p:nvPr/>
          </p:nvSpPr>
          <p:spPr>
            <a:xfrm>
              <a:off x="453434" y="2243417"/>
              <a:ext cx="1160508" cy="33455"/>
            </a:xfrm>
            <a:custGeom>
              <a:avLst/>
              <a:gdLst>
                <a:gd name="connsiteX0" fmla="*/ 0 w 1160508"/>
                <a:gd name="connsiteY0" fmla="*/ 1543 h 33455"/>
                <a:gd name="connsiteX1" fmla="*/ 112119 w 1160508"/>
                <a:gd name="connsiteY1" fmla="*/ 3163 h 33455"/>
                <a:gd name="connsiteX2" fmla="*/ 493964 w 1160508"/>
                <a:gd name="connsiteY2" fmla="*/ 8889 h 33455"/>
                <a:gd name="connsiteX3" fmla="*/ 794845 w 1160508"/>
                <a:gd name="connsiteY3" fmla="*/ 9191 h 33455"/>
                <a:gd name="connsiteX4" fmla="*/ 811253 w 1160508"/>
                <a:gd name="connsiteY4" fmla="*/ 9733 h 33455"/>
                <a:gd name="connsiteX5" fmla="*/ 1022137 w 1160508"/>
                <a:gd name="connsiteY5" fmla="*/ 13263 h 33455"/>
                <a:gd name="connsiteX6" fmla="*/ 1160509 w 1160508"/>
                <a:gd name="connsiteY6" fmla="*/ 20121 h 33455"/>
                <a:gd name="connsiteX7" fmla="*/ 1146679 w 1160508"/>
                <a:gd name="connsiteY7" fmla="*/ 22411 h 33455"/>
                <a:gd name="connsiteX8" fmla="*/ 1126983 w 1160508"/>
                <a:gd name="connsiteY8" fmla="*/ 25746 h 33455"/>
                <a:gd name="connsiteX9" fmla="*/ 996560 w 1160508"/>
                <a:gd name="connsiteY9" fmla="*/ 33455 h 33455"/>
                <a:gd name="connsiteX10" fmla="*/ 785636 w 1160508"/>
                <a:gd name="connsiteY10" fmla="*/ 32591 h 33455"/>
                <a:gd name="connsiteX11" fmla="*/ 289724 w 1160508"/>
                <a:gd name="connsiteY11" fmla="*/ 26798 h 33455"/>
                <a:gd name="connsiteX12" fmla="*/ 9765 w 1160508"/>
                <a:gd name="connsiteY12" fmla="*/ 23054 h 33455"/>
                <a:gd name="connsiteX13" fmla="*/ 0 w 1160508"/>
                <a:gd name="connsiteY13" fmla="*/ 1543 h 3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0508" h="33455">
                  <a:moveTo>
                    <a:pt x="0" y="1543"/>
                  </a:moveTo>
                  <a:cubicBezTo>
                    <a:pt x="36581" y="-3547"/>
                    <a:pt x="75157" y="5816"/>
                    <a:pt x="112119" y="3163"/>
                  </a:cubicBezTo>
                  <a:cubicBezTo>
                    <a:pt x="232898" y="15379"/>
                    <a:pt x="370895" y="8180"/>
                    <a:pt x="493964" y="8889"/>
                  </a:cubicBezTo>
                  <a:cubicBezTo>
                    <a:pt x="592956" y="9459"/>
                    <a:pt x="696502" y="17944"/>
                    <a:pt x="794845" y="9191"/>
                  </a:cubicBezTo>
                  <a:lnTo>
                    <a:pt x="811253" y="9733"/>
                  </a:lnTo>
                  <a:cubicBezTo>
                    <a:pt x="879800" y="18018"/>
                    <a:pt x="952954" y="13484"/>
                    <a:pt x="1022137" y="13263"/>
                  </a:cubicBezTo>
                  <a:cubicBezTo>
                    <a:pt x="1065575" y="24729"/>
                    <a:pt x="1115678" y="18138"/>
                    <a:pt x="1160509" y="20121"/>
                  </a:cubicBezTo>
                  <a:cubicBezTo>
                    <a:pt x="1155560" y="22391"/>
                    <a:pt x="1152097" y="22097"/>
                    <a:pt x="1146679" y="22411"/>
                  </a:cubicBezTo>
                  <a:cubicBezTo>
                    <a:pt x="1139547" y="22820"/>
                    <a:pt x="1133747" y="23255"/>
                    <a:pt x="1126983" y="25746"/>
                  </a:cubicBezTo>
                  <a:cubicBezTo>
                    <a:pt x="1083370" y="26610"/>
                    <a:pt x="1039918" y="28285"/>
                    <a:pt x="996560" y="33455"/>
                  </a:cubicBezTo>
                  <a:cubicBezTo>
                    <a:pt x="926319" y="31613"/>
                    <a:pt x="855910" y="33308"/>
                    <a:pt x="785636" y="32591"/>
                  </a:cubicBezTo>
                  <a:lnTo>
                    <a:pt x="289724" y="26798"/>
                  </a:lnTo>
                  <a:cubicBezTo>
                    <a:pt x="197315" y="25753"/>
                    <a:pt x="101618" y="32136"/>
                    <a:pt x="9765" y="23054"/>
                  </a:cubicBezTo>
                  <a:cubicBezTo>
                    <a:pt x="7474" y="14957"/>
                    <a:pt x="6088" y="7751"/>
                    <a:pt x="0" y="1543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D12E5540-2C45-FA00-04A3-1A124E58792F}"/>
                </a:ext>
              </a:extLst>
            </p:cNvPr>
            <p:cNvSpPr/>
            <p:nvPr/>
          </p:nvSpPr>
          <p:spPr>
            <a:xfrm>
              <a:off x="102818" y="2271614"/>
              <a:ext cx="45509" cy="86776"/>
            </a:xfrm>
            <a:custGeom>
              <a:avLst/>
              <a:gdLst>
                <a:gd name="connsiteX0" fmla="*/ 175 w 45509"/>
                <a:gd name="connsiteY0" fmla="*/ 84359 h 86776"/>
                <a:gd name="connsiteX1" fmla="*/ 3544 w 45509"/>
                <a:gd name="connsiteY1" fmla="*/ 0 h 86776"/>
                <a:gd name="connsiteX2" fmla="*/ 45509 w 45509"/>
                <a:gd name="connsiteY2" fmla="*/ 3134 h 86776"/>
                <a:gd name="connsiteX3" fmla="*/ 43259 w 45509"/>
                <a:gd name="connsiteY3" fmla="*/ 86776 h 86776"/>
                <a:gd name="connsiteX4" fmla="*/ 175 w 45509"/>
                <a:gd name="connsiteY4" fmla="*/ 84359 h 8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09" h="86776">
                  <a:moveTo>
                    <a:pt x="175" y="84359"/>
                  </a:moveTo>
                  <a:cubicBezTo>
                    <a:pt x="1" y="56465"/>
                    <a:pt x="-822" y="27573"/>
                    <a:pt x="3544" y="0"/>
                  </a:cubicBezTo>
                  <a:lnTo>
                    <a:pt x="45509" y="3134"/>
                  </a:lnTo>
                  <a:lnTo>
                    <a:pt x="43259" y="86776"/>
                  </a:lnTo>
                  <a:lnTo>
                    <a:pt x="175" y="84359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067A449B-FF8E-D35F-605B-B8007A25C2EB}"/>
                </a:ext>
              </a:extLst>
            </p:cNvPr>
            <p:cNvSpPr/>
            <p:nvPr/>
          </p:nvSpPr>
          <p:spPr>
            <a:xfrm>
              <a:off x="163664" y="2273824"/>
              <a:ext cx="118023" cy="85537"/>
            </a:xfrm>
            <a:custGeom>
              <a:avLst/>
              <a:gdLst>
                <a:gd name="connsiteX0" fmla="*/ 116672 w 118023"/>
                <a:gd name="connsiteY0" fmla="*/ 63015 h 85537"/>
                <a:gd name="connsiteX1" fmla="*/ 7165 w 118023"/>
                <a:gd name="connsiteY1" fmla="*/ 56491 h 85537"/>
                <a:gd name="connsiteX2" fmla="*/ 2618 w 118023"/>
                <a:gd name="connsiteY2" fmla="*/ 85538 h 85537"/>
                <a:gd name="connsiteX3" fmla="*/ 3321 w 118023"/>
                <a:gd name="connsiteY3" fmla="*/ 0 h 85537"/>
                <a:gd name="connsiteX4" fmla="*/ 117992 w 118023"/>
                <a:gd name="connsiteY4" fmla="*/ 4782 h 85537"/>
                <a:gd name="connsiteX5" fmla="*/ 116672 w 118023"/>
                <a:gd name="connsiteY5" fmla="*/ 63015 h 8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023" h="85537">
                  <a:moveTo>
                    <a:pt x="116672" y="63015"/>
                  </a:moveTo>
                  <a:cubicBezTo>
                    <a:pt x="80835" y="60175"/>
                    <a:pt x="43049" y="54516"/>
                    <a:pt x="7165" y="56491"/>
                  </a:cubicBezTo>
                  <a:cubicBezTo>
                    <a:pt x="1747" y="63959"/>
                    <a:pt x="3080" y="76221"/>
                    <a:pt x="2618" y="85538"/>
                  </a:cubicBezTo>
                  <a:cubicBezTo>
                    <a:pt x="-2907" y="58675"/>
                    <a:pt x="1794" y="27378"/>
                    <a:pt x="3321" y="0"/>
                  </a:cubicBezTo>
                  <a:cubicBezTo>
                    <a:pt x="41562" y="1199"/>
                    <a:pt x="79784" y="2793"/>
                    <a:pt x="117992" y="4782"/>
                  </a:cubicBezTo>
                  <a:cubicBezTo>
                    <a:pt x="118132" y="24291"/>
                    <a:pt x="117824" y="43539"/>
                    <a:pt x="116672" y="63015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5C225D29-ECA5-B7F8-84BE-51CFCBE0DF90}"/>
                </a:ext>
              </a:extLst>
            </p:cNvPr>
            <p:cNvSpPr/>
            <p:nvPr/>
          </p:nvSpPr>
          <p:spPr>
            <a:xfrm>
              <a:off x="1707617" y="2273437"/>
              <a:ext cx="79972" cy="88878"/>
            </a:xfrm>
            <a:custGeom>
              <a:avLst/>
              <a:gdLst>
                <a:gd name="connsiteX0" fmla="*/ 221 w 79972"/>
                <a:gd name="connsiteY0" fmla="*/ 8946 h 88878"/>
                <a:gd name="connsiteX1" fmla="*/ 73583 w 79972"/>
                <a:gd name="connsiteY1" fmla="*/ 3127 h 88878"/>
                <a:gd name="connsiteX2" fmla="*/ 79972 w 79972"/>
                <a:gd name="connsiteY2" fmla="*/ 85851 h 88878"/>
                <a:gd name="connsiteX3" fmla="*/ 13609 w 79972"/>
                <a:gd name="connsiteY3" fmla="*/ 88878 h 88878"/>
                <a:gd name="connsiteX4" fmla="*/ 7595 w 79972"/>
                <a:gd name="connsiteY4" fmla="*/ 88611 h 88878"/>
                <a:gd name="connsiteX5" fmla="*/ 221 w 79972"/>
                <a:gd name="connsiteY5" fmla="*/ 8946 h 8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972" h="88878">
                  <a:moveTo>
                    <a:pt x="221" y="8946"/>
                  </a:moveTo>
                  <a:cubicBezTo>
                    <a:pt x="17246" y="5678"/>
                    <a:pt x="58682" y="-5325"/>
                    <a:pt x="73583" y="3127"/>
                  </a:cubicBezTo>
                  <a:lnTo>
                    <a:pt x="79972" y="85851"/>
                  </a:lnTo>
                  <a:cubicBezTo>
                    <a:pt x="57999" y="86729"/>
                    <a:pt x="35449" y="86622"/>
                    <a:pt x="13609" y="88878"/>
                  </a:cubicBezTo>
                  <a:lnTo>
                    <a:pt x="7595" y="88611"/>
                  </a:lnTo>
                  <a:cubicBezTo>
                    <a:pt x="-3201" y="77085"/>
                    <a:pt x="898" y="26560"/>
                    <a:pt x="221" y="8946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0D7B2F8-2F7F-9629-3F15-E0A9B09EA528}"/>
                </a:ext>
              </a:extLst>
            </p:cNvPr>
            <p:cNvSpPr/>
            <p:nvPr/>
          </p:nvSpPr>
          <p:spPr>
            <a:xfrm>
              <a:off x="297482" y="2280368"/>
              <a:ext cx="172735" cy="93848"/>
            </a:xfrm>
            <a:custGeom>
              <a:avLst/>
              <a:gdLst>
                <a:gd name="connsiteX0" fmla="*/ 1989 w 172735"/>
                <a:gd name="connsiteY0" fmla="*/ 89321 h 93848"/>
                <a:gd name="connsiteX1" fmla="*/ 0 w 172735"/>
                <a:gd name="connsiteY1" fmla="*/ 0 h 93848"/>
                <a:gd name="connsiteX2" fmla="*/ 167633 w 172735"/>
                <a:gd name="connsiteY2" fmla="*/ 2719 h 93848"/>
                <a:gd name="connsiteX3" fmla="*/ 172736 w 172735"/>
                <a:gd name="connsiteY3" fmla="*/ 93849 h 93848"/>
                <a:gd name="connsiteX4" fmla="*/ 1989 w 172735"/>
                <a:gd name="connsiteY4" fmla="*/ 89321 h 9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35" h="93848">
                  <a:moveTo>
                    <a:pt x="1989" y="89321"/>
                  </a:moveTo>
                  <a:cubicBezTo>
                    <a:pt x="757" y="59592"/>
                    <a:pt x="616" y="29749"/>
                    <a:pt x="0" y="0"/>
                  </a:cubicBezTo>
                  <a:cubicBezTo>
                    <a:pt x="55862" y="1989"/>
                    <a:pt x="111737" y="2900"/>
                    <a:pt x="167633" y="2719"/>
                  </a:cubicBezTo>
                  <a:cubicBezTo>
                    <a:pt x="167505" y="32997"/>
                    <a:pt x="170693" y="63638"/>
                    <a:pt x="172736" y="93849"/>
                  </a:cubicBezTo>
                  <a:cubicBezTo>
                    <a:pt x="115802" y="93179"/>
                    <a:pt x="58882" y="91672"/>
                    <a:pt x="1989" y="89321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15491729-3B87-948E-C5E4-AFE331E4ACA7}"/>
                </a:ext>
              </a:extLst>
            </p:cNvPr>
            <p:cNvSpPr/>
            <p:nvPr/>
          </p:nvSpPr>
          <p:spPr>
            <a:xfrm>
              <a:off x="483890" y="2281844"/>
              <a:ext cx="1215121" cy="103079"/>
            </a:xfrm>
            <a:custGeom>
              <a:avLst/>
              <a:gdLst>
                <a:gd name="connsiteX0" fmla="*/ 23 w 1215121"/>
                <a:gd name="connsiteY0" fmla="*/ 4906 h 103079"/>
                <a:gd name="connsiteX1" fmla="*/ 691850 w 1215121"/>
                <a:gd name="connsiteY1" fmla="*/ 7505 h 103079"/>
                <a:gd name="connsiteX2" fmla="*/ 1091282 w 1215121"/>
                <a:gd name="connsiteY2" fmla="*/ 4304 h 103079"/>
                <a:gd name="connsiteX3" fmla="*/ 1214927 w 1215121"/>
                <a:gd name="connsiteY3" fmla="*/ 2167 h 103079"/>
                <a:gd name="connsiteX4" fmla="*/ 1215121 w 1215121"/>
                <a:gd name="connsiteY4" fmla="*/ 81583 h 103079"/>
                <a:gd name="connsiteX5" fmla="*/ 1033826 w 1215121"/>
                <a:gd name="connsiteY5" fmla="*/ 87718 h 103079"/>
                <a:gd name="connsiteX6" fmla="*/ 1057675 w 1215121"/>
                <a:gd name="connsiteY6" fmla="*/ 89285 h 103079"/>
                <a:gd name="connsiteX7" fmla="*/ 1025361 w 1215121"/>
                <a:gd name="connsiteY7" fmla="*/ 98474 h 103079"/>
                <a:gd name="connsiteX8" fmla="*/ 766819 w 1215121"/>
                <a:gd name="connsiteY8" fmla="*/ 98722 h 103079"/>
                <a:gd name="connsiteX9" fmla="*/ 791298 w 1215121"/>
                <a:gd name="connsiteY9" fmla="*/ 89071 h 103079"/>
                <a:gd name="connsiteX10" fmla="*/ 788512 w 1215121"/>
                <a:gd name="connsiteY10" fmla="*/ 85541 h 103079"/>
                <a:gd name="connsiteX11" fmla="*/ 692359 w 1215121"/>
                <a:gd name="connsiteY11" fmla="*/ 83439 h 103079"/>
                <a:gd name="connsiteX12" fmla="*/ 415086 w 1215121"/>
                <a:gd name="connsiteY12" fmla="*/ 86050 h 103079"/>
                <a:gd name="connsiteX13" fmla="*/ 290671 w 1215121"/>
                <a:gd name="connsiteY13" fmla="*/ 83793 h 103079"/>
                <a:gd name="connsiteX14" fmla="*/ 1121 w 1215121"/>
                <a:gd name="connsiteY14" fmla="*/ 68771 h 103079"/>
                <a:gd name="connsiteX15" fmla="*/ 23 w 1215121"/>
                <a:gd name="connsiteY15" fmla="*/ 4906 h 103079"/>
                <a:gd name="connsiteX16" fmla="*/ 605342 w 1215121"/>
                <a:gd name="connsiteY16" fmla="*/ 61659 h 103079"/>
                <a:gd name="connsiteX17" fmla="*/ 597285 w 1215121"/>
                <a:gd name="connsiteY17" fmla="*/ 72870 h 103079"/>
                <a:gd name="connsiteX18" fmla="*/ 599844 w 1215121"/>
                <a:gd name="connsiteY18" fmla="*/ 76688 h 103079"/>
                <a:gd name="connsiteX19" fmla="*/ 747103 w 1215121"/>
                <a:gd name="connsiteY19" fmla="*/ 73781 h 103079"/>
                <a:gd name="connsiteX20" fmla="*/ 869770 w 1215121"/>
                <a:gd name="connsiteY20" fmla="*/ 70580 h 103079"/>
                <a:gd name="connsiteX21" fmla="*/ 879367 w 1215121"/>
                <a:gd name="connsiteY21" fmla="*/ 66816 h 103079"/>
                <a:gd name="connsiteX22" fmla="*/ 777602 w 1215121"/>
                <a:gd name="connsiteY22" fmla="*/ 64539 h 103079"/>
                <a:gd name="connsiteX23" fmla="*/ 605342 w 1215121"/>
                <a:gd name="connsiteY23" fmla="*/ 61659 h 10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15121" h="103079">
                  <a:moveTo>
                    <a:pt x="23" y="4906"/>
                  </a:moveTo>
                  <a:cubicBezTo>
                    <a:pt x="230630" y="7090"/>
                    <a:pt x="461237" y="7954"/>
                    <a:pt x="691850" y="7505"/>
                  </a:cubicBezTo>
                  <a:cubicBezTo>
                    <a:pt x="824878" y="7672"/>
                    <a:pt x="958355" y="10023"/>
                    <a:pt x="1091282" y="4304"/>
                  </a:cubicBezTo>
                  <a:cubicBezTo>
                    <a:pt x="1131044" y="3801"/>
                    <a:pt x="1175855" y="-3552"/>
                    <a:pt x="1214927" y="2167"/>
                  </a:cubicBezTo>
                  <a:lnTo>
                    <a:pt x="1215121" y="81583"/>
                  </a:lnTo>
                  <a:cubicBezTo>
                    <a:pt x="1175527" y="81744"/>
                    <a:pt x="1064366" y="78985"/>
                    <a:pt x="1033826" y="87718"/>
                  </a:cubicBezTo>
                  <a:lnTo>
                    <a:pt x="1057675" y="89285"/>
                  </a:lnTo>
                  <a:cubicBezTo>
                    <a:pt x="1046926" y="92848"/>
                    <a:pt x="1036398" y="95969"/>
                    <a:pt x="1025361" y="98474"/>
                  </a:cubicBezTo>
                  <a:cubicBezTo>
                    <a:pt x="969532" y="108319"/>
                    <a:pt x="831944" y="99425"/>
                    <a:pt x="766819" y="98722"/>
                  </a:cubicBezTo>
                  <a:cubicBezTo>
                    <a:pt x="775687" y="96418"/>
                    <a:pt x="783971" y="94904"/>
                    <a:pt x="791298" y="89071"/>
                  </a:cubicBezTo>
                  <a:lnTo>
                    <a:pt x="788512" y="85541"/>
                  </a:lnTo>
                  <a:cubicBezTo>
                    <a:pt x="759459" y="78610"/>
                    <a:pt x="722383" y="83485"/>
                    <a:pt x="692359" y="83439"/>
                  </a:cubicBezTo>
                  <a:cubicBezTo>
                    <a:pt x="599884" y="83284"/>
                    <a:pt x="507602" y="85401"/>
                    <a:pt x="415086" y="86050"/>
                  </a:cubicBezTo>
                  <a:cubicBezTo>
                    <a:pt x="373670" y="85026"/>
                    <a:pt x="332020" y="85789"/>
                    <a:pt x="290671" y="83793"/>
                  </a:cubicBezTo>
                  <a:cubicBezTo>
                    <a:pt x="193935" y="79125"/>
                    <a:pt x="98151" y="69903"/>
                    <a:pt x="1121" y="68771"/>
                  </a:cubicBezTo>
                  <a:cubicBezTo>
                    <a:pt x="90" y="47454"/>
                    <a:pt x="-71" y="26251"/>
                    <a:pt x="23" y="4906"/>
                  </a:cubicBezTo>
                  <a:close/>
                  <a:moveTo>
                    <a:pt x="605342" y="61659"/>
                  </a:moveTo>
                  <a:lnTo>
                    <a:pt x="597285" y="72870"/>
                  </a:lnTo>
                  <a:lnTo>
                    <a:pt x="599844" y="76688"/>
                  </a:lnTo>
                  <a:cubicBezTo>
                    <a:pt x="648908" y="78456"/>
                    <a:pt x="698045" y="74826"/>
                    <a:pt x="747103" y="73781"/>
                  </a:cubicBezTo>
                  <a:cubicBezTo>
                    <a:pt x="788097" y="72904"/>
                    <a:pt x="828863" y="74196"/>
                    <a:pt x="869770" y="70580"/>
                  </a:cubicBezTo>
                  <a:lnTo>
                    <a:pt x="879367" y="66816"/>
                  </a:lnTo>
                  <a:cubicBezTo>
                    <a:pt x="848285" y="60587"/>
                    <a:pt x="809763" y="64586"/>
                    <a:pt x="777602" y="64539"/>
                  </a:cubicBezTo>
                  <a:cubicBezTo>
                    <a:pt x="720160" y="64894"/>
                    <a:pt x="662744" y="63936"/>
                    <a:pt x="605342" y="61659"/>
                  </a:cubicBezTo>
                  <a:close/>
                </a:path>
              </a:pathLst>
            </a:custGeom>
            <a:gradFill>
              <a:gsLst>
                <a:gs pos="0">
                  <a:srgbClr val="620C0E"/>
                </a:gs>
                <a:gs pos="50000">
                  <a:srgbClr val="66201D"/>
                </a:gs>
                <a:gs pos="100000">
                  <a:srgbClr val="6A352C"/>
                </a:gs>
              </a:gsLst>
              <a:lin ang="15507717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7CB0407A-E27B-8DAA-81C9-612FFFECCE16}"/>
                </a:ext>
              </a:extLst>
            </p:cNvPr>
            <p:cNvSpPr/>
            <p:nvPr/>
          </p:nvSpPr>
          <p:spPr>
            <a:xfrm>
              <a:off x="1509251" y="2282383"/>
              <a:ext cx="241851" cy="98298"/>
            </a:xfrm>
            <a:custGeom>
              <a:avLst/>
              <a:gdLst>
                <a:gd name="connsiteX0" fmla="*/ 189566 w 241851"/>
                <a:gd name="connsiteY0" fmla="*/ 1628 h 98298"/>
                <a:gd name="connsiteX1" fmla="*/ 198588 w 241851"/>
                <a:gd name="connsiteY1" fmla="*/ 0 h 98298"/>
                <a:gd name="connsiteX2" fmla="*/ 205961 w 241851"/>
                <a:gd name="connsiteY2" fmla="*/ 79664 h 98298"/>
                <a:gd name="connsiteX3" fmla="*/ 211975 w 241851"/>
                <a:gd name="connsiteY3" fmla="*/ 79932 h 98298"/>
                <a:gd name="connsiteX4" fmla="*/ 241852 w 241851"/>
                <a:gd name="connsiteY4" fmla="*/ 90996 h 98298"/>
                <a:gd name="connsiteX5" fmla="*/ 0 w 241851"/>
                <a:gd name="connsiteY5" fmla="*/ 97934 h 98298"/>
                <a:gd name="connsiteX6" fmla="*/ 32314 w 241851"/>
                <a:gd name="connsiteY6" fmla="*/ 88746 h 98298"/>
                <a:gd name="connsiteX7" fmla="*/ 8466 w 241851"/>
                <a:gd name="connsiteY7" fmla="*/ 87178 h 98298"/>
                <a:gd name="connsiteX8" fmla="*/ 189761 w 241851"/>
                <a:gd name="connsiteY8" fmla="*/ 81044 h 98298"/>
                <a:gd name="connsiteX9" fmla="*/ 189566 w 241851"/>
                <a:gd name="connsiteY9" fmla="*/ 1628 h 9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851" h="98298">
                  <a:moveTo>
                    <a:pt x="189566" y="1628"/>
                  </a:moveTo>
                  <a:lnTo>
                    <a:pt x="198588" y="0"/>
                  </a:lnTo>
                  <a:cubicBezTo>
                    <a:pt x="199264" y="17614"/>
                    <a:pt x="195165" y="68138"/>
                    <a:pt x="205961" y="79664"/>
                  </a:cubicBezTo>
                  <a:lnTo>
                    <a:pt x="211975" y="79932"/>
                  </a:lnTo>
                  <a:cubicBezTo>
                    <a:pt x="223615" y="81928"/>
                    <a:pt x="231712" y="84942"/>
                    <a:pt x="241852" y="90996"/>
                  </a:cubicBezTo>
                  <a:cubicBezTo>
                    <a:pt x="163192" y="100071"/>
                    <a:pt x="79215" y="98262"/>
                    <a:pt x="0" y="97934"/>
                  </a:cubicBezTo>
                  <a:cubicBezTo>
                    <a:pt x="11037" y="95429"/>
                    <a:pt x="21565" y="92309"/>
                    <a:pt x="32314" y="88746"/>
                  </a:cubicBezTo>
                  <a:lnTo>
                    <a:pt x="8466" y="87178"/>
                  </a:lnTo>
                  <a:cubicBezTo>
                    <a:pt x="39005" y="78445"/>
                    <a:pt x="150166" y="81204"/>
                    <a:pt x="189761" y="81044"/>
                  </a:cubicBezTo>
                  <a:lnTo>
                    <a:pt x="189566" y="1628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F32BAB24-ACC5-490D-3553-921995A72BAA}"/>
                </a:ext>
              </a:extLst>
            </p:cNvPr>
            <p:cNvSpPr/>
            <p:nvPr/>
          </p:nvSpPr>
          <p:spPr>
            <a:xfrm>
              <a:off x="166282" y="2329906"/>
              <a:ext cx="114054" cy="33244"/>
            </a:xfrm>
            <a:custGeom>
              <a:avLst/>
              <a:gdLst>
                <a:gd name="connsiteX0" fmla="*/ 0 w 114054"/>
                <a:gd name="connsiteY0" fmla="*/ 29456 h 33244"/>
                <a:gd name="connsiteX1" fmla="*/ 4547 w 114054"/>
                <a:gd name="connsiteY1" fmla="*/ 410 h 33244"/>
                <a:gd name="connsiteX2" fmla="*/ 114054 w 114054"/>
                <a:gd name="connsiteY2" fmla="*/ 6933 h 33244"/>
                <a:gd name="connsiteX3" fmla="*/ 103352 w 114054"/>
                <a:gd name="connsiteY3" fmla="*/ 31867 h 33244"/>
                <a:gd name="connsiteX4" fmla="*/ 75270 w 114054"/>
                <a:gd name="connsiteY4" fmla="*/ 32838 h 33244"/>
                <a:gd name="connsiteX5" fmla="*/ 0 w 114054"/>
                <a:gd name="connsiteY5" fmla="*/ 29456 h 3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054" h="33244">
                  <a:moveTo>
                    <a:pt x="0" y="29456"/>
                  </a:moveTo>
                  <a:cubicBezTo>
                    <a:pt x="462" y="20140"/>
                    <a:pt x="-871" y="7877"/>
                    <a:pt x="4547" y="410"/>
                  </a:cubicBezTo>
                  <a:cubicBezTo>
                    <a:pt x="40431" y="-1566"/>
                    <a:pt x="78217" y="4093"/>
                    <a:pt x="114054" y="6933"/>
                  </a:cubicBezTo>
                  <a:cubicBezTo>
                    <a:pt x="111315" y="17448"/>
                    <a:pt x="110960" y="23924"/>
                    <a:pt x="103352" y="31867"/>
                  </a:cubicBezTo>
                  <a:cubicBezTo>
                    <a:pt x="93614" y="33628"/>
                    <a:pt x="85048" y="33394"/>
                    <a:pt x="75270" y="32838"/>
                  </a:cubicBezTo>
                  <a:cubicBezTo>
                    <a:pt x="52031" y="28190"/>
                    <a:pt x="23782" y="28244"/>
                    <a:pt x="0" y="29456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ED72CFB5-4C34-C6FC-80BC-613E77D40531}"/>
                </a:ext>
              </a:extLst>
            </p:cNvPr>
            <p:cNvSpPr/>
            <p:nvPr/>
          </p:nvSpPr>
          <p:spPr>
            <a:xfrm>
              <a:off x="1081176" y="2343503"/>
              <a:ext cx="282082" cy="15506"/>
            </a:xfrm>
            <a:custGeom>
              <a:avLst/>
              <a:gdLst>
                <a:gd name="connsiteX0" fmla="*/ 272485 w 282082"/>
                <a:gd name="connsiteY0" fmla="*/ 8921 h 15506"/>
                <a:gd name="connsiteX1" fmla="*/ 149818 w 282082"/>
                <a:gd name="connsiteY1" fmla="*/ 12122 h 15506"/>
                <a:gd name="connsiteX2" fmla="*/ 2558 w 282082"/>
                <a:gd name="connsiteY2" fmla="*/ 15029 h 15506"/>
                <a:gd name="connsiteX3" fmla="*/ 0 w 282082"/>
                <a:gd name="connsiteY3" fmla="*/ 11211 h 15506"/>
                <a:gd name="connsiteX4" fmla="*/ 8057 w 282082"/>
                <a:gd name="connsiteY4" fmla="*/ 0 h 15506"/>
                <a:gd name="connsiteX5" fmla="*/ 180317 w 282082"/>
                <a:gd name="connsiteY5" fmla="*/ 2880 h 15506"/>
                <a:gd name="connsiteX6" fmla="*/ 282082 w 282082"/>
                <a:gd name="connsiteY6" fmla="*/ 5157 h 15506"/>
                <a:gd name="connsiteX7" fmla="*/ 272485 w 282082"/>
                <a:gd name="connsiteY7" fmla="*/ 8921 h 1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082" h="15506">
                  <a:moveTo>
                    <a:pt x="272485" y="8921"/>
                  </a:moveTo>
                  <a:cubicBezTo>
                    <a:pt x="231578" y="12537"/>
                    <a:pt x="190812" y="11245"/>
                    <a:pt x="149818" y="12122"/>
                  </a:cubicBezTo>
                  <a:cubicBezTo>
                    <a:pt x="100760" y="13167"/>
                    <a:pt x="51623" y="16797"/>
                    <a:pt x="2558" y="15029"/>
                  </a:cubicBezTo>
                  <a:lnTo>
                    <a:pt x="0" y="11211"/>
                  </a:lnTo>
                  <a:lnTo>
                    <a:pt x="8057" y="0"/>
                  </a:lnTo>
                  <a:cubicBezTo>
                    <a:pt x="65459" y="2277"/>
                    <a:pt x="122875" y="3235"/>
                    <a:pt x="180317" y="2880"/>
                  </a:cubicBezTo>
                  <a:cubicBezTo>
                    <a:pt x="212478" y="2927"/>
                    <a:pt x="251000" y="-1072"/>
                    <a:pt x="282082" y="5157"/>
                  </a:cubicBezTo>
                  <a:lnTo>
                    <a:pt x="272485" y="8921"/>
                  </a:ln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3E40C284-2C60-B3BB-64E9-3CF4DBAA4F4C}"/>
                </a:ext>
              </a:extLst>
            </p:cNvPr>
            <p:cNvSpPr/>
            <p:nvPr/>
          </p:nvSpPr>
          <p:spPr>
            <a:xfrm>
              <a:off x="485012" y="2350615"/>
              <a:ext cx="413964" cy="24625"/>
            </a:xfrm>
            <a:custGeom>
              <a:avLst/>
              <a:gdLst>
                <a:gd name="connsiteX0" fmla="*/ 0 w 413964"/>
                <a:gd name="connsiteY0" fmla="*/ 0 h 24625"/>
                <a:gd name="connsiteX1" fmla="*/ 289549 w 413964"/>
                <a:gd name="connsiteY1" fmla="*/ 15022 h 24625"/>
                <a:gd name="connsiteX2" fmla="*/ 413965 w 413964"/>
                <a:gd name="connsiteY2" fmla="*/ 17279 h 24625"/>
                <a:gd name="connsiteX3" fmla="*/ 106493 w 413964"/>
                <a:gd name="connsiteY3" fmla="*/ 21980 h 24625"/>
                <a:gd name="connsiteX4" fmla="*/ 4058 w 413964"/>
                <a:gd name="connsiteY4" fmla="*/ 24626 h 24625"/>
                <a:gd name="connsiteX5" fmla="*/ 0 w 413964"/>
                <a:gd name="connsiteY5" fmla="*/ 0 h 2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3964" h="24625">
                  <a:moveTo>
                    <a:pt x="0" y="0"/>
                  </a:moveTo>
                  <a:cubicBezTo>
                    <a:pt x="97030" y="1132"/>
                    <a:pt x="192814" y="10354"/>
                    <a:pt x="289549" y="15022"/>
                  </a:cubicBezTo>
                  <a:cubicBezTo>
                    <a:pt x="330898" y="17018"/>
                    <a:pt x="372549" y="16254"/>
                    <a:pt x="413965" y="17279"/>
                  </a:cubicBezTo>
                  <a:cubicBezTo>
                    <a:pt x="311811" y="26267"/>
                    <a:pt x="208961" y="20695"/>
                    <a:pt x="106493" y="21980"/>
                  </a:cubicBezTo>
                  <a:cubicBezTo>
                    <a:pt x="73101" y="22396"/>
                    <a:pt x="37022" y="19556"/>
                    <a:pt x="4058" y="246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F5862C49-E2BB-AED6-793A-C5B21C625B99}"/>
                </a:ext>
              </a:extLst>
            </p:cNvPr>
            <p:cNvSpPr/>
            <p:nvPr/>
          </p:nvSpPr>
          <p:spPr>
            <a:xfrm>
              <a:off x="103000" y="2358666"/>
              <a:ext cx="141493" cy="16032"/>
            </a:xfrm>
            <a:custGeom>
              <a:avLst/>
              <a:gdLst>
                <a:gd name="connsiteX0" fmla="*/ 63282 w 141493"/>
                <a:gd name="connsiteY0" fmla="*/ 695 h 16032"/>
                <a:gd name="connsiteX1" fmla="*/ 138553 w 141493"/>
                <a:gd name="connsiteY1" fmla="*/ 4078 h 16032"/>
                <a:gd name="connsiteX2" fmla="*/ 141493 w 141493"/>
                <a:gd name="connsiteY2" fmla="*/ 16032 h 16032"/>
                <a:gd name="connsiteX3" fmla="*/ 0 w 141493"/>
                <a:gd name="connsiteY3" fmla="*/ 8377 h 16032"/>
                <a:gd name="connsiteX4" fmla="*/ 59177 w 141493"/>
                <a:gd name="connsiteY4" fmla="*/ 6000 h 16032"/>
                <a:gd name="connsiteX5" fmla="*/ 63282 w 141493"/>
                <a:gd name="connsiteY5" fmla="*/ 695 h 1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493" h="16032">
                  <a:moveTo>
                    <a:pt x="63282" y="695"/>
                  </a:moveTo>
                  <a:cubicBezTo>
                    <a:pt x="87064" y="-517"/>
                    <a:pt x="115313" y="-570"/>
                    <a:pt x="138553" y="4078"/>
                  </a:cubicBezTo>
                  <a:lnTo>
                    <a:pt x="141493" y="16032"/>
                  </a:lnTo>
                  <a:cubicBezTo>
                    <a:pt x="94358" y="14036"/>
                    <a:pt x="47028" y="12107"/>
                    <a:pt x="0" y="8377"/>
                  </a:cubicBezTo>
                  <a:cubicBezTo>
                    <a:pt x="19181" y="5276"/>
                    <a:pt x="39688" y="7252"/>
                    <a:pt x="59177" y="6000"/>
                  </a:cubicBezTo>
                  <a:lnTo>
                    <a:pt x="63282" y="695"/>
                  </a:ln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A7020034-DC1F-F7E3-CE13-17D512A24C1A}"/>
                </a:ext>
              </a:extLst>
            </p:cNvPr>
            <p:cNvSpPr/>
            <p:nvPr/>
          </p:nvSpPr>
          <p:spPr>
            <a:xfrm>
              <a:off x="484771" y="2363660"/>
              <a:ext cx="790417" cy="21494"/>
            </a:xfrm>
            <a:custGeom>
              <a:avLst/>
              <a:gdLst>
                <a:gd name="connsiteX0" fmla="*/ 414206 w 790417"/>
                <a:gd name="connsiteY0" fmla="*/ 4234 h 21494"/>
                <a:gd name="connsiteX1" fmla="*/ 691479 w 790417"/>
                <a:gd name="connsiteY1" fmla="*/ 1622 h 21494"/>
                <a:gd name="connsiteX2" fmla="*/ 787632 w 790417"/>
                <a:gd name="connsiteY2" fmla="*/ 3725 h 21494"/>
                <a:gd name="connsiteX3" fmla="*/ 790418 w 790417"/>
                <a:gd name="connsiteY3" fmla="*/ 7255 h 21494"/>
                <a:gd name="connsiteX4" fmla="*/ 765939 w 790417"/>
                <a:gd name="connsiteY4" fmla="*/ 16905 h 21494"/>
                <a:gd name="connsiteX5" fmla="*/ 667590 w 790417"/>
                <a:gd name="connsiteY5" fmla="*/ 18084 h 21494"/>
                <a:gd name="connsiteX6" fmla="*/ 477301 w 790417"/>
                <a:gd name="connsiteY6" fmla="*/ 18908 h 21494"/>
                <a:gd name="connsiteX7" fmla="*/ 0 w 790417"/>
                <a:gd name="connsiteY7" fmla="*/ 17796 h 21494"/>
                <a:gd name="connsiteX8" fmla="*/ 4300 w 790417"/>
                <a:gd name="connsiteY8" fmla="*/ 11581 h 21494"/>
                <a:gd name="connsiteX9" fmla="*/ 106734 w 790417"/>
                <a:gd name="connsiteY9" fmla="*/ 8936 h 21494"/>
                <a:gd name="connsiteX10" fmla="*/ 414206 w 790417"/>
                <a:gd name="connsiteY10" fmla="*/ 4234 h 2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0417" h="21494">
                  <a:moveTo>
                    <a:pt x="414206" y="4234"/>
                  </a:moveTo>
                  <a:cubicBezTo>
                    <a:pt x="506722" y="3585"/>
                    <a:pt x="599003" y="1468"/>
                    <a:pt x="691479" y="1622"/>
                  </a:cubicBezTo>
                  <a:cubicBezTo>
                    <a:pt x="721503" y="1669"/>
                    <a:pt x="758579" y="-3207"/>
                    <a:pt x="787632" y="3725"/>
                  </a:cubicBezTo>
                  <a:lnTo>
                    <a:pt x="790418" y="7255"/>
                  </a:lnTo>
                  <a:cubicBezTo>
                    <a:pt x="783091" y="13088"/>
                    <a:pt x="774807" y="14601"/>
                    <a:pt x="765939" y="16905"/>
                  </a:cubicBezTo>
                  <a:cubicBezTo>
                    <a:pt x="733880" y="19919"/>
                    <a:pt x="699844" y="17943"/>
                    <a:pt x="667590" y="18084"/>
                  </a:cubicBezTo>
                  <a:lnTo>
                    <a:pt x="477301" y="18908"/>
                  </a:lnTo>
                  <a:cubicBezTo>
                    <a:pt x="318897" y="19511"/>
                    <a:pt x="158116" y="25042"/>
                    <a:pt x="0" y="17796"/>
                  </a:cubicBezTo>
                  <a:lnTo>
                    <a:pt x="4300" y="11581"/>
                  </a:lnTo>
                  <a:cubicBezTo>
                    <a:pt x="37264" y="6511"/>
                    <a:pt x="73342" y="9351"/>
                    <a:pt x="106734" y="8936"/>
                  </a:cubicBezTo>
                  <a:cubicBezTo>
                    <a:pt x="209202" y="7650"/>
                    <a:pt x="312052" y="13222"/>
                    <a:pt x="414206" y="4234"/>
                  </a:cubicBez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ECE06269-FD68-9962-51EB-56C1AF45DC64}"/>
                </a:ext>
              </a:extLst>
            </p:cNvPr>
            <p:cNvSpPr/>
            <p:nvPr/>
          </p:nvSpPr>
          <p:spPr>
            <a:xfrm>
              <a:off x="68917" y="2366800"/>
              <a:ext cx="599559" cy="40226"/>
            </a:xfrm>
            <a:custGeom>
              <a:avLst/>
              <a:gdLst>
                <a:gd name="connsiteX0" fmla="*/ 511571 w 599559"/>
                <a:gd name="connsiteY0" fmla="*/ 40227 h 40226"/>
                <a:gd name="connsiteX1" fmla="*/ 196980 w 599559"/>
                <a:gd name="connsiteY1" fmla="*/ 33489 h 40226"/>
                <a:gd name="connsiteX2" fmla="*/ 5753 w 599559"/>
                <a:gd name="connsiteY2" fmla="*/ 21414 h 40226"/>
                <a:gd name="connsiteX3" fmla="*/ 302 w 599559"/>
                <a:gd name="connsiteY3" fmla="*/ 4959 h 40226"/>
                <a:gd name="connsiteX4" fmla="*/ 34083 w 599559"/>
                <a:gd name="connsiteY4" fmla="*/ 244 h 40226"/>
                <a:gd name="connsiteX5" fmla="*/ 175576 w 599559"/>
                <a:gd name="connsiteY5" fmla="*/ 7899 h 40226"/>
                <a:gd name="connsiteX6" fmla="*/ 284862 w 599559"/>
                <a:gd name="connsiteY6" fmla="*/ 12969 h 40226"/>
                <a:gd name="connsiteX7" fmla="*/ 303319 w 599559"/>
                <a:gd name="connsiteY7" fmla="*/ 19083 h 40226"/>
                <a:gd name="connsiteX8" fmla="*/ 241001 w 599559"/>
                <a:gd name="connsiteY8" fmla="*/ 17503 h 40226"/>
                <a:gd name="connsiteX9" fmla="*/ 236554 w 599559"/>
                <a:gd name="connsiteY9" fmla="*/ 22050 h 40226"/>
                <a:gd name="connsiteX10" fmla="*/ 237358 w 599559"/>
                <a:gd name="connsiteY10" fmla="*/ 27368 h 40226"/>
                <a:gd name="connsiteX11" fmla="*/ 321516 w 599559"/>
                <a:gd name="connsiteY11" fmla="*/ 32324 h 40226"/>
                <a:gd name="connsiteX12" fmla="*/ 599560 w 599559"/>
                <a:gd name="connsiteY12" fmla="*/ 40026 h 40226"/>
                <a:gd name="connsiteX13" fmla="*/ 511571 w 599559"/>
                <a:gd name="connsiteY13" fmla="*/ 40227 h 4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9559" h="40226">
                  <a:moveTo>
                    <a:pt x="511571" y="40227"/>
                  </a:moveTo>
                  <a:lnTo>
                    <a:pt x="196980" y="33489"/>
                  </a:lnTo>
                  <a:cubicBezTo>
                    <a:pt x="148217" y="32317"/>
                    <a:pt x="49312" y="38365"/>
                    <a:pt x="5753" y="21414"/>
                  </a:cubicBezTo>
                  <a:cubicBezTo>
                    <a:pt x="590" y="13947"/>
                    <a:pt x="-669" y="13819"/>
                    <a:pt x="302" y="4959"/>
                  </a:cubicBezTo>
                  <a:cubicBezTo>
                    <a:pt x="9879" y="-1524"/>
                    <a:pt x="22878" y="190"/>
                    <a:pt x="34083" y="244"/>
                  </a:cubicBezTo>
                  <a:cubicBezTo>
                    <a:pt x="81111" y="3974"/>
                    <a:pt x="128440" y="5903"/>
                    <a:pt x="175576" y="7899"/>
                  </a:cubicBezTo>
                  <a:cubicBezTo>
                    <a:pt x="211292" y="9031"/>
                    <a:pt x="249661" y="7437"/>
                    <a:pt x="284862" y="12969"/>
                  </a:cubicBezTo>
                  <a:lnTo>
                    <a:pt x="303319" y="19083"/>
                  </a:lnTo>
                  <a:cubicBezTo>
                    <a:pt x="282933" y="18280"/>
                    <a:pt x="261006" y="13143"/>
                    <a:pt x="241001" y="17503"/>
                  </a:cubicBezTo>
                  <a:lnTo>
                    <a:pt x="236554" y="22050"/>
                  </a:lnTo>
                  <a:lnTo>
                    <a:pt x="237358" y="27368"/>
                  </a:lnTo>
                  <a:cubicBezTo>
                    <a:pt x="264321" y="33864"/>
                    <a:pt x="293930" y="32197"/>
                    <a:pt x="321516" y="32324"/>
                  </a:cubicBezTo>
                  <a:cubicBezTo>
                    <a:pt x="392949" y="32652"/>
                    <a:pt x="537429" y="24642"/>
                    <a:pt x="599560" y="40026"/>
                  </a:cubicBezTo>
                  <a:cubicBezTo>
                    <a:pt x="570232" y="39832"/>
                    <a:pt x="540898" y="39899"/>
                    <a:pt x="511571" y="40227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FEB16EA2-9139-3BAA-3D8D-A26CB4D8E8BD}"/>
                </a:ext>
              </a:extLst>
            </p:cNvPr>
            <p:cNvSpPr/>
            <p:nvPr/>
          </p:nvSpPr>
          <p:spPr>
            <a:xfrm>
              <a:off x="305471" y="2369444"/>
              <a:ext cx="1514827" cy="44186"/>
            </a:xfrm>
            <a:custGeom>
              <a:avLst/>
              <a:gdLst>
                <a:gd name="connsiteX0" fmla="*/ 1203780 w 1514827"/>
                <a:gd name="connsiteY0" fmla="*/ 10874 h 44186"/>
                <a:gd name="connsiteX1" fmla="*/ 1445631 w 1514827"/>
                <a:gd name="connsiteY1" fmla="*/ 3935 h 44186"/>
                <a:gd name="connsiteX2" fmla="*/ 1481650 w 1514827"/>
                <a:gd name="connsiteY2" fmla="*/ 1169 h 44186"/>
                <a:gd name="connsiteX3" fmla="*/ 1508505 w 1514827"/>
                <a:gd name="connsiteY3" fmla="*/ 5402 h 44186"/>
                <a:gd name="connsiteX4" fmla="*/ 1514828 w 1514827"/>
                <a:gd name="connsiteY4" fmla="*/ 16781 h 44186"/>
                <a:gd name="connsiteX5" fmla="*/ 1504775 w 1514827"/>
                <a:gd name="connsiteY5" fmla="*/ 27878 h 44186"/>
                <a:gd name="connsiteX6" fmla="*/ 1257981 w 1514827"/>
                <a:gd name="connsiteY6" fmla="*/ 31702 h 44186"/>
                <a:gd name="connsiteX7" fmla="*/ 943363 w 1514827"/>
                <a:gd name="connsiteY7" fmla="*/ 42518 h 44186"/>
                <a:gd name="connsiteX8" fmla="*/ 604334 w 1514827"/>
                <a:gd name="connsiteY8" fmla="*/ 43496 h 44186"/>
                <a:gd name="connsiteX9" fmla="*/ 585736 w 1514827"/>
                <a:gd name="connsiteY9" fmla="*/ 43530 h 44186"/>
                <a:gd name="connsiteX10" fmla="*/ 363005 w 1514827"/>
                <a:gd name="connsiteY10" fmla="*/ 37382 h 44186"/>
                <a:gd name="connsiteX11" fmla="*/ 84962 w 1514827"/>
                <a:gd name="connsiteY11" fmla="*/ 29680 h 44186"/>
                <a:gd name="connsiteX12" fmla="*/ 804 w 1514827"/>
                <a:gd name="connsiteY12" fmla="*/ 24724 h 44186"/>
                <a:gd name="connsiteX13" fmla="*/ 0 w 1514827"/>
                <a:gd name="connsiteY13" fmla="*/ 19406 h 44186"/>
                <a:gd name="connsiteX14" fmla="*/ 4447 w 1514827"/>
                <a:gd name="connsiteY14" fmla="*/ 14859 h 44186"/>
                <a:gd name="connsiteX15" fmla="*/ 66765 w 1514827"/>
                <a:gd name="connsiteY15" fmla="*/ 16439 h 44186"/>
                <a:gd name="connsiteX16" fmla="*/ 48307 w 1514827"/>
                <a:gd name="connsiteY16" fmla="*/ 10325 h 44186"/>
                <a:gd name="connsiteX17" fmla="*/ 179299 w 1514827"/>
                <a:gd name="connsiteY17" fmla="*/ 12012 h 44186"/>
                <a:gd name="connsiteX18" fmla="*/ 656600 w 1514827"/>
                <a:gd name="connsiteY18" fmla="*/ 13124 h 44186"/>
                <a:gd name="connsiteX19" fmla="*/ 846889 w 1514827"/>
                <a:gd name="connsiteY19" fmla="*/ 12300 h 44186"/>
                <a:gd name="connsiteX20" fmla="*/ 945239 w 1514827"/>
                <a:gd name="connsiteY20" fmla="*/ 11122 h 44186"/>
                <a:gd name="connsiteX21" fmla="*/ 1203780 w 1514827"/>
                <a:gd name="connsiteY21" fmla="*/ 10874 h 4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14827" h="44186">
                  <a:moveTo>
                    <a:pt x="1203780" y="10874"/>
                  </a:moveTo>
                  <a:cubicBezTo>
                    <a:pt x="1282995" y="11202"/>
                    <a:pt x="1366972" y="13010"/>
                    <a:pt x="1445631" y="3935"/>
                  </a:cubicBezTo>
                  <a:cubicBezTo>
                    <a:pt x="1457941" y="3634"/>
                    <a:pt x="1469507" y="3313"/>
                    <a:pt x="1481650" y="1169"/>
                  </a:cubicBezTo>
                  <a:cubicBezTo>
                    <a:pt x="1491970" y="-645"/>
                    <a:pt x="1499484" y="-1088"/>
                    <a:pt x="1508505" y="5402"/>
                  </a:cubicBezTo>
                  <a:cubicBezTo>
                    <a:pt x="1513274" y="8838"/>
                    <a:pt x="1513066" y="11517"/>
                    <a:pt x="1514828" y="16781"/>
                  </a:cubicBezTo>
                  <a:cubicBezTo>
                    <a:pt x="1511955" y="22480"/>
                    <a:pt x="1511231" y="25481"/>
                    <a:pt x="1504775" y="27878"/>
                  </a:cubicBezTo>
                  <a:cubicBezTo>
                    <a:pt x="1483652" y="35727"/>
                    <a:pt x="1294193" y="31086"/>
                    <a:pt x="1257981" y="31702"/>
                  </a:cubicBezTo>
                  <a:cubicBezTo>
                    <a:pt x="1152961" y="33504"/>
                    <a:pt x="1048289" y="39900"/>
                    <a:pt x="943363" y="42518"/>
                  </a:cubicBezTo>
                  <a:cubicBezTo>
                    <a:pt x="830488" y="45331"/>
                    <a:pt x="717250" y="43804"/>
                    <a:pt x="604334" y="43496"/>
                  </a:cubicBezTo>
                  <a:lnTo>
                    <a:pt x="585736" y="43530"/>
                  </a:lnTo>
                  <a:cubicBezTo>
                    <a:pt x="511604" y="38312"/>
                    <a:pt x="437151" y="44226"/>
                    <a:pt x="363005" y="37382"/>
                  </a:cubicBezTo>
                  <a:cubicBezTo>
                    <a:pt x="300875" y="21998"/>
                    <a:pt x="156394" y="30008"/>
                    <a:pt x="84962" y="29680"/>
                  </a:cubicBezTo>
                  <a:cubicBezTo>
                    <a:pt x="57375" y="29553"/>
                    <a:pt x="27767" y="31220"/>
                    <a:pt x="804" y="24724"/>
                  </a:cubicBezTo>
                  <a:lnTo>
                    <a:pt x="0" y="19406"/>
                  </a:lnTo>
                  <a:lnTo>
                    <a:pt x="4447" y="14859"/>
                  </a:lnTo>
                  <a:cubicBezTo>
                    <a:pt x="24452" y="10499"/>
                    <a:pt x="46378" y="15636"/>
                    <a:pt x="66765" y="16439"/>
                  </a:cubicBezTo>
                  <a:lnTo>
                    <a:pt x="48307" y="10325"/>
                  </a:lnTo>
                  <a:cubicBezTo>
                    <a:pt x="91009" y="10258"/>
                    <a:pt x="137053" y="6909"/>
                    <a:pt x="179299" y="12012"/>
                  </a:cubicBezTo>
                  <a:cubicBezTo>
                    <a:pt x="337415" y="19259"/>
                    <a:pt x="498196" y="13727"/>
                    <a:pt x="656600" y="13124"/>
                  </a:cubicBezTo>
                  <a:lnTo>
                    <a:pt x="846889" y="12300"/>
                  </a:lnTo>
                  <a:cubicBezTo>
                    <a:pt x="879143" y="12160"/>
                    <a:pt x="913179" y="14135"/>
                    <a:pt x="945239" y="11122"/>
                  </a:cubicBezTo>
                  <a:cubicBezTo>
                    <a:pt x="1010363" y="11825"/>
                    <a:pt x="1147951" y="20719"/>
                    <a:pt x="1203780" y="1087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F126D5E1-F8EB-639F-DCFB-E91B1D76A00C}"/>
                </a:ext>
              </a:extLst>
            </p:cNvPr>
            <p:cNvSpPr/>
            <p:nvPr/>
          </p:nvSpPr>
          <p:spPr>
            <a:xfrm>
              <a:off x="488387" y="2406717"/>
              <a:ext cx="402820" cy="18165"/>
            </a:xfrm>
            <a:custGeom>
              <a:avLst/>
              <a:gdLst>
                <a:gd name="connsiteX0" fmla="*/ 92101 w 402820"/>
                <a:gd name="connsiteY0" fmla="*/ 309 h 18165"/>
                <a:gd name="connsiteX1" fmla="*/ 180089 w 402820"/>
                <a:gd name="connsiteY1" fmla="*/ 108 h 18165"/>
                <a:gd name="connsiteX2" fmla="*/ 402820 w 402820"/>
                <a:gd name="connsiteY2" fmla="*/ 6256 h 18165"/>
                <a:gd name="connsiteX3" fmla="*/ 279839 w 402820"/>
                <a:gd name="connsiteY3" fmla="*/ 11259 h 18165"/>
                <a:gd name="connsiteX4" fmla="*/ 290420 w 402820"/>
                <a:gd name="connsiteY4" fmla="*/ 16249 h 18165"/>
                <a:gd name="connsiteX5" fmla="*/ 195178 w 402820"/>
                <a:gd name="connsiteY5" fmla="*/ 15351 h 18165"/>
                <a:gd name="connsiteX6" fmla="*/ 0 w 402820"/>
                <a:gd name="connsiteY6" fmla="*/ 10737 h 18165"/>
                <a:gd name="connsiteX7" fmla="*/ 91953 w 402820"/>
                <a:gd name="connsiteY7" fmla="*/ 7670 h 18165"/>
                <a:gd name="connsiteX8" fmla="*/ 92101 w 402820"/>
                <a:gd name="connsiteY8" fmla="*/ 309 h 1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2820" h="18165">
                  <a:moveTo>
                    <a:pt x="92101" y="309"/>
                  </a:moveTo>
                  <a:cubicBezTo>
                    <a:pt x="121428" y="-19"/>
                    <a:pt x="150762" y="-86"/>
                    <a:pt x="180089" y="108"/>
                  </a:cubicBezTo>
                  <a:cubicBezTo>
                    <a:pt x="254235" y="6953"/>
                    <a:pt x="328688" y="1039"/>
                    <a:pt x="402820" y="6256"/>
                  </a:cubicBezTo>
                  <a:cubicBezTo>
                    <a:pt x="362188" y="9317"/>
                    <a:pt x="319928" y="4850"/>
                    <a:pt x="279839" y="11259"/>
                  </a:cubicBezTo>
                  <a:cubicBezTo>
                    <a:pt x="284513" y="12579"/>
                    <a:pt x="287453" y="12237"/>
                    <a:pt x="290420" y="16249"/>
                  </a:cubicBezTo>
                  <a:cubicBezTo>
                    <a:pt x="261187" y="20789"/>
                    <a:pt x="225149" y="15914"/>
                    <a:pt x="195178" y="15351"/>
                  </a:cubicBezTo>
                  <a:cubicBezTo>
                    <a:pt x="130282" y="14139"/>
                    <a:pt x="64769" y="14829"/>
                    <a:pt x="0" y="10737"/>
                  </a:cubicBezTo>
                  <a:cubicBezTo>
                    <a:pt x="30446" y="7261"/>
                    <a:pt x="61662" y="12947"/>
                    <a:pt x="91953" y="7670"/>
                  </a:cubicBezTo>
                  <a:lnTo>
                    <a:pt x="92101" y="309"/>
                  </a:ln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AB46694-CDC3-EE85-9A46-B21BCCF08C3C}"/>
                </a:ext>
              </a:extLst>
            </p:cNvPr>
            <p:cNvSpPr/>
            <p:nvPr/>
          </p:nvSpPr>
          <p:spPr>
            <a:xfrm>
              <a:off x="768226" y="2412940"/>
              <a:ext cx="145317" cy="17254"/>
            </a:xfrm>
            <a:custGeom>
              <a:avLst/>
              <a:gdLst>
                <a:gd name="connsiteX0" fmla="*/ 10582 w 145317"/>
                <a:gd name="connsiteY0" fmla="*/ 10026 h 17254"/>
                <a:gd name="connsiteX1" fmla="*/ 0 w 145317"/>
                <a:gd name="connsiteY1" fmla="*/ 5036 h 17254"/>
                <a:gd name="connsiteX2" fmla="*/ 122982 w 145317"/>
                <a:gd name="connsiteY2" fmla="*/ 34 h 17254"/>
                <a:gd name="connsiteX3" fmla="*/ 141580 w 145317"/>
                <a:gd name="connsiteY3" fmla="*/ 0 h 17254"/>
                <a:gd name="connsiteX4" fmla="*/ 122024 w 145317"/>
                <a:gd name="connsiteY4" fmla="*/ 9811 h 17254"/>
                <a:gd name="connsiteX5" fmla="*/ 118461 w 145317"/>
                <a:gd name="connsiteY5" fmla="*/ 5050 h 17254"/>
                <a:gd name="connsiteX6" fmla="*/ 145317 w 145317"/>
                <a:gd name="connsiteY6" fmla="*/ 16348 h 17254"/>
                <a:gd name="connsiteX7" fmla="*/ 10582 w 145317"/>
                <a:gd name="connsiteY7" fmla="*/ 10026 h 1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317" h="17254">
                  <a:moveTo>
                    <a:pt x="10582" y="10026"/>
                  </a:moveTo>
                  <a:cubicBezTo>
                    <a:pt x="7615" y="6014"/>
                    <a:pt x="4675" y="6356"/>
                    <a:pt x="0" y="5036"/>
                  </a:cubicBezTo>
                  <a:cubicBezTo>
                    <a:pt x="40090" y="-1373"/>
                    <a:pt x="82350" y="3094"/>
                    <a:pt x="122982" y="34"/>
                  </a:cubicBezTo>
                  <a:lnTo>
                    <a:pt x="141580" y="0"/>
                  </a:lnTo>
                  <a:cubicBezTo>
                    <a:pt x="134012" y="2719"/>
                    <a:pt x="127435" y="3690"/>
                    <a:pt x="122024" y="9811"/>
                  </a:cubicBezTo>
                  <a:lnTo>
                    <a:pt x="118461" y="5050"/>
                  </a:lnTo>
                  <a:cubicBezTo>
                    <a:pt x="128239" y="12792"/>
                    <a:pt x="138158" y="10354"/>
                    <a:pt x="145317" y="16348"/>
                  </a:cubicBezTo>
                  <a:cubicBezTo>
                    <a:pt x="103044" y="18859"/>
                    <a:pt x="52640" y="15960"/>
                    <a:pt x="10582" y="10026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A66B8837-7533-563D-4858-096064D20013}"/>
                </a:ext>
              </a:extLst>
            </p:cNvPr>
            <p:cNvSpPr/>
            <p:nvPr/>
          </p:nvSpPr>
          <p:spPr>
            <a:xfrm>
              <a:off x="93657" y="2416550"/>
              <a:ext cx="53890" cy="814769"/>
            </a:xfrm>
            <a:custGeom>
              <a:avLst/>
              <a:gdLst>
                <a:gd name="connsiteX0" fmla="*/ 3911 w 53890"/>
                <a:gd name="connsiteY0" fmla="*/ 0 h 814769"/>
                <a:gd name="connsiteX1" fmla="*/ 50290 w 53890"/>
                <a:gd name="connsiteY1" fmla="*/ 763 h 814769"/>
                <a:gd name="connsiteX2" fmla="*/ 52875 w 53890"/>
                <a:gd name="connsiteY2" fmla="*/ 189332 h 814769"/>
                <a:gd name="connsiteX3" fmla="*/ 51214 w 53890"/>
                <a:gd name="connsiteY3" fmla="*/ 604120 h 814769"/>
                <a:gd name="connsiteX4" fmla="*/ 50933 w 53890"/>
                <a:gd name="connsiteY4" fmla="*/ 803746 h 814769"/>
                <a:gd name="connsiteX5" fmla="*/ 0 w 53890"/>
                <a:gd name="connsiteY5" fmla="*/ 814769 h 814769"/>
                <a:gd name="connsiteX6" fmla="*/ 4032 w 53890"/>
                <a:gd name="connsiteY6" fmla="*/ 484058 h 814769"/>
                <a:gd name="connsiteX7" fmla="*/ 3911 w 53890"/>
                <a:gd name="connsiteY7" fmla="*/ 0 h 81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890" h="814769">
                  <a:moveTo>
                    <a:pt x="3911" y="0"/>
                  </a:moveTo>
                  <a:lnTo>
                    <a:pt x="50290" y="763"/>
                  </a:lnTo>
                  <a:cubicBezTo>
                    <a:pt x="56485" y="62519"/>
                    <a:pt x="52788" y="127161"/>
                    <a:pt x="52875" y="189332"/>
                  </a:cubicBezTo>
                  <a:cubicBezTo>
                    <a:pt x="53384" y="327597"/>
                    <a:pt x="52828" y="465862"/>
                    <a:pt x="51214" y="604120"/>
                  </a:cubicBezTo>
                  <a:cubicBezTo>
                    <a:pt x="50913" y="669840"/>
                    <a:pt x="46787" y="738313"/>
                    <a:pt x="50933" y="803746"/>
                  </a:cubicBezTo>
                  <a:cubicBezTo>
                    <a:pt x="33580" y="805949"/>
                    <a:pt x="16428" y="808333"/>
                    <a:pt x="0" y="814769"/>
                  </a:cubicBezTo>
                  <a:cubicBezTo>
                    <a:pt x="10816" y="706575"/>
                    <a:pt x="4032" y="592855"/>
                    <a:pt x="4032" y="484058"/>
                  </a:cubicBezTo>
                  <a:cubicBezTo>
                    <a:pt x="5559" y="322701"/>
                    <a:pt x="5519" y="161350"/>
                    <a:pt x="3911" y="0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B415A7B-7FB8-4828-137A-4DEE6EA3F9C6}"/>
                </a:ext>
              </a:extLst>
            </p:cNvPr>
            <p:cNvSpPr/>
            <p:nvPr/>
          </p:nvSpPr>
          <p:spPr>
            <a:xfrm>
              <a:off x="142753" y="2415516"/>
              <a:ext cx="943097" cy="896332"/>
            </a:xfrm>
            <a:custGeom>
              <a:avLst/>
              <a:gdLst>
                <a:gd name="connsiteX0" fmla="*/ 110801 w 943097"/>
                <a:gd name="connsiteY0" fmla="*/ 770724 h 896332"/>
                <a:gd name="connsiteX1" fmla="*/ 59011 w 943097"/>
                <a:gd name="connsiteY1" fmla="*/ 847582 h 896332"/>
                <a:gd name="connsiteX2" fmla="*/ 64396 w 943097"/>
                <a:gd name="connsiteY2" fmla="*/ 850335 h 896332"/>
                <a:gd name="connsiteX3" fmla="*/ 59012 w 943097"/>
                <a:gd name="connsiteY3" fmla="*/ 847582 h 896332"/>
                <a:gd name="connsiteX4" fmla="*/ 110801 w 943097"/>
                <a:gd name="connsiteY4" fmla="*/ 770724 h 896332"/>
                <a:gd name="connsiteX5" fmla="*/ 92806 w 943097"/>
                <a:gd name="connsiteY5" fmla="*/ 770711 h 896332"/>
                <a:gd name="connsiteX6" fmla="*/ 58817 w 943097"/>
                <a:gd name="connsiteY6" fmla="*/ 829452 h 896332"/>
                <a:gd name="connsiteX7" fmla="*/ 92806 w 943097"/>
                <a:gd name="connsiteY7" fmla="*/ 770711 h 896332"/>
                <a:gd name="connsiteX8" fmla="*/ 181176 w 943097"/>
                <a:gd name="connsiteY8" fmla="*/ 762520 h 896332"/>
                <a:gd name="connsiteX9" fmla="*/ 184544 w 943097"/>
                <a:gd name="connsiteY9" fmla="*/ 763738 h 896332"/>
                <a:gd name="connsiteX10" fmla="*/ 188034 w 943097"/>
                <a:gd name="connsiteY10" fmla="*/ 764555 h 896332"/>
                <a:gd name="connsiteX11" fmla="*/ 184545 w 943097"/>
                <a:gd name="connsiteY11" fmla="*/ 763738 h 896332"/>
                <a:gd name="connsiteX12" fmla="*/ 181176 w 943097"/>
                <a:gd name="connsiteY12" fmla="*/ 762520 h 896332"/>
                <a:gd name="connsiteX13" fmla="*/ 40058 w 943097"/>
                <a:gd name="connsiteY13" fmla="*/ 759781 h 896332"/>
                <a:gd name="connsiteX14" fmla="*/ 19444 w 943097"/>
                <a:gd name="connsiteY14" fmla="*/ 784715 h 896332"/>
                <a:gd name="connsiteX15" fmla="*/ 19035 w 943097"/>
                <a:gd name="connsiteY15" fmla="*/ 793173 h 896332"/>
                <a:gd name="connsiteX16" fmla="*/ 22645 w 943097"/>
                <a:gd name="connsiteY16" fmla="*/ 794975 h 896332"/>
                <a:gd name="connsiteX17" fmla="*/ 29476 w 943097"/>
                <a:gd name="connsiteY17" fmla="*/ 790113 h 896332"/>
                <a:gd name="connsiteX18" fmla="*/ 59266 w 943097"/>
                <a:gd name="connsiteY18" fmla="*/ 774803 h 896332"/>
                <a:gd name="connsiteX19" fmla="*/ 42368 w 943097"/>
                <a:gd name="connsiteY19" fmla="*/ 760571 h 896332"/>
                <a:gd name="connsiteX20" fmla="*/ 40058 w 943097"/>
                <a:gd name="connsiteY20" fmla="*/ 759781 h 896332"/>
                <a:gd name="connsiteX21" fmla="*/ 165859 w 943097"/>
                <a:gd name="connsiteY21" fmla="*/ 748047 h 896332"/>
                <a:gd name="connsiteX22" fmla="*/ 167640 w 943097"/>
                <a:gd name="connsiteY22" fmla="*/ 751154 h 896332"/>
                <a:gd name="connsiteX23" fmla="*/ 169777 w 943097"/>
                <a:gd name="connsiteY23" fmla="*/ 754034 h 896332"/>
                <a:gd name="connsiteX24" fmla="*/ 167641 w 943097"/>
                <a:gd name="connsiteY24" fmla="*/ 751154 h 896332"/>
                <a:gd name="connsiteX25" fmla="*/ 165859 w 943097"/>
                <a:gd name="connsiteY25" fmla="*/ 748047 h 896332"/>
                <a:gd name="connsiteX26" fmla="*/ 162926 w 943097"/>
                <a:gd name="connsiteY26" fmla="*/ 738550 h 896332"/>
                <a:gd name="connsiteX27" fmla="*/ 163435 w 943097"/>
                <a:gd name="connsiteY27" fmla="*/ 741317 h 896332"/>
                <a:gd name="connsiteX28" fmla="*/ 163435 w 943097"/>
                <a:gd name="connsiteY28" fmla="*/ 741316 h 896332"/>
                <a:gd name="connsiteX29" fmla="*/ 162926 w 943097"/>
                <a:gd name="connsiteY29" fmla="*/ 738550 h 896332"/>
                <a:gd name="connsiteX30" fmla="*/ 223844 w 943097"/>
                <a:gd name="connsiteY30" fmla="*/ 735268 h 896332"/>
                <a:gd name="connsiteX31" fmla="*/ 223630 w 943097"/>
                <a:gd name="connsiteY31" fmla="*/ 738068 h 896332"/>
                <a:gd name="connsiteX32" fmla="*/ 223168 w 943097"/>
                <a:gd name="connsiteY32" fmla="*/ 740841 h 896332"/>
                <a:gd name="connsiteX33" fmla="*/ 222451 w 943097"/>
                <a:gd name="connsiteY33" fmla="*/ 743559 h 896332"/>
                <a:gd name="connsiteX34" fmla="*/ 221487 w 943097"/>
                <a:gd name="connsiteY34" fmla="*/ 746198 h 896332"/>
                <a:gd name="connsiteX35" fmla="*/ 220281 w 943097"/>
                <a:gd name="connsiteY35" fmla="*/ 748736 h 896332"/>
                <a:gd name="connsiteX36" fmla="*/ 218855 w 943097"/>
                <a:gd name="connsiteY36" fmla="*/ 751154 h 896332"/>
                <a:gd name="connsiteX37" fmla="*/ 217207 w 943097"/>
                <a:gd name="connsiteY37" fmla="*/ 753438 h 896332"/>
                <a:gd name="connsiteX38" fmla="*/ 215359 w 943097"/>
                <a:gd name="connsiteY38" fmla="*/ 755554 h 896332"/>
                <a:gd name="connsiteX39" fmla="*/ 213330 w 943097"/>
                <a:gd name="connsiteY39" fmla="*/ 757490 h 896332"/>
                <a:gd name="connsiteX40" fmla="*/ 215359 w 943097"/>
                <a:gd name="connsiteY40" fmla="*/ 755555 h 896332"/>
                <a:gd name="connsiteX41" fmla="*/ 217207 w 943097"/>
                <a:gd name="connsiteY41" fmla="*/ 753439 h 896332"/>
                <a:gd name="connsiteX42" fmla="*/ 218855 w 943097"/>
                <a:gd name="connsiteY42" fmla="*/ 751155 h 896332"/>
                <a:gd name="connsiteX43" fmla="*/ 220281 w 943097"/>
                <a:gd name="connsiteY43" fmla="*/ 748737 h 896332"/>
                <a:gd name="connsiteX44" fmla="*/ 221487 w 943097"/>
                <a:gd name="connsiteY44" fmla="*/ 746199 h 896332"/>
                <a:gd name="connsiteX45" fmla="*/ 222451 w 943097"/>
                <a:gd name="connsiteY45" fmla="*/ 743560 h 896332"/>
                <a:gd name="connsiteX46" fmla="*/ 223168 w 943097"/>
                <a:gd name="connsiteY46" fmla="*/ 740841 h 896332"/>
                <a:gd name="connsiteX47" fmla="*/ 223630 w 943097"/>
                <a:gd name="connsiteY47" fmla="*/ 738069 h 896332"/>
                <a:gd name="connsiteX48" fmla="*/ 223844 w 943097"/>
                <a:gd name="connsiteY48" fmla="*/ 735269 h 896332"/>
                <a:gd name="connsiteX49" fmla="*/ 199975 w 943097"/>
                <a:gd name="connsiteY49" fmla="*/ 704535 h 896332"/>
                <a:gd name="connsiteX50" fmla="*/ 202687 w 943097"/>
                <a:gd name="connsiteY50" fmla="*/ 705278 h 896332"/>
                <a:gd name="connsiteX51" fmla="*/ 203402 w 943097"/>
                <a:gd name="connsiteY51" fmla="*/ 705546 h 896332"/>
                <a:gd name="connsiteX52" fmla="*/ 202688 w 943097"/>
                <a:gd name="connsiteY52" fmla="*/ 705278 h 896332"/>
                <a:gd name="connsiteX53" fmla="*/ 199975 w 943097"/>
                <a:gd name="connsiteY53" fmla="*/ 704535 h 896332"/>
                <a:gd name="connsiteX54" fmla="*/ 771167 w 943097"/>
                <a:gd name="connsiteY54" fmla="*/ 650450 h 896332"/>
                <a:gd name="connsiteX55" fmla="*/ 771167 w 943097"/>
                <a:gd name="connsiteY55" fmla="*/ 650451 h 896332"/>
                <a:gd name="connsiteX56" fmla="*/ 773051 w 943097"/>
                <a:gd name="connsiteY56" fmla="*/ 660614 h 896332"/>
                <a:gd name="connsiteX57" fmla="*/ 197854 w 943097"/>
                <a:gd name="connsiteY57" fmla="*/ 607143 h 896332"/>
                <a:gd name="connsiteX58" fmla="*/ 212512 w 943097"/>
                <a:gd name="connsiteY58" fmla="*/ 610947 h 896332"/>
                <a:gd name="connsiteX59" fmla="*/ 213968 w 943097"/>
                <a:gd name="connsiteY59" fmla="*/ 610962 h 896332"/>
                <a:gd name="connsiteX60" fmla="*/ 212513 w 943097"/>
                <a:gd name="connsiteY60" fmla="*/ 610947 h 896332"/>
                <a:gd name="connsiteX61" fmla="*/ 440735 w 943097"/>
                <a:gd name="connsiteY61" fmla="*/ 595018 h 896332"/>
                <a:gd name="connsiteX62" fmla="*/ 329647 w 943097"/>
                <a:gd name="connsiteY62" fmla="*/ 614422 h 896332"/>
                <a:gd name="connsiteX63" fmla="*/ 271987 w 943097"/>
                <a:gd name="connsiteY63" fmla="*/ 621098 h 896332"/>
                <a:gd name="connsiteX64" fmla="*/ 255193 w 943097"/>
                <a:gd name="connsiteY64" fmla="*/ 621819 h 896332"/>
                <a:gd name="connsiteX65" fmla="*/ 190395 w 943097"/>
                <a:gd name="connsiteY65" fmla="*/ 616321 h 896332"/>
                <a:gd name="connsiteX66" fmla="*/ 150321 w 943097"/>
                <a:gd name="connsiteY66" fmla="*/ 597398 h 896332"/>
                <a:gd name="connsiteX67" fmla="*/ 150322 w 943097"/>
                <a:gd name="connsiteY67" fmla="*/ 597399 h 896332"/>
                <a:gd name="connsiteX68" fmla="*/ 237079 w 943097"/>
                <a:gd name="connsiteY68" fmla="*/ 622597 h 896332"/>
                <a:gd name="connsiteX69" fmla="*/ 255193 w 943097"/>
                <a:gd name="connsiteY69" fmla="*/ 621819 h 896332"/>
                <a:gd name="connsiteX70" fmla="*/ 261288 w 943097"/>
                <a:gd name="connsiteY70" fmla="*/ 622336 h 896332"/>
                <a:gd name="connsiteX71" fmla="*/ 271987 w 943097"/>
                <a:gd name="connsiteY71" fmla="*/ 621098 h 896332"/>
                <a:gd name="connsiteX72" fmla="*/ 285215 w 943097"/>
                <a:gd name="connsiteY72" fmla="*/ 620530 h 896332"/>
                <a:gd name="connsiteX73" fmla="*/ 329648 w 943097"/>
                <a:gd name="connsiteY73" fmla="*/ 614423 h 896332"/>
                <a:gd name="connsiteX74" fmla="*/ 546197 w 943097"/>
                <a:gd name="connsiteY74" fmla="*/ 630349 h 896332"/>
                <a:gd name="connsiteX75" fmla="*/ 569678 w 943097"/>
                <a:gd name="connsiteY75" fmla="*/ 651305 h 896332"/>
                <a:gd name="connsiteX76" fmla="*/ 711097 w 943097"/>
                <a:gd name="connsiteY76" fmla="*/ 646095 h 896332"/>
                <a:gd name="connsiteX77" fmla="*/ 711223 w 943097"/>
                <a:gd name="connsiteY77" fmla="*/ 646164 h 896332"/>
                <a:gd name="connsiteX78" fmla="*/ 733761 w 943097"/>
                <a:gd name="connsiteY78" fmla="*/ 658699 h 896332"/>
                <a:gd name="connsiteX79" fmla="*/ 735294 w 943097"/>
                <a:gd name="connsiteY79" fmla="*/ 659360 h 896332"/>
                <a:gd name="connsiteX80" fmla="*/ 741826 w 943097"/>
                <a:gd name="connsiteY80" fmla="*/ 662940 h 896332"/>
                <a:gd name="connsiteX81" fmla="*/ 774855 w 943097"/>
                <a:gd name="connsiteY81" fmla="*/ 670352 h 896332"/>
                <a:gd name="connsiteX82" fmla="*/ 774855 w 943097"/>
                <a:gd name="connsiteY82" fmla="*/ 670351 h 896332"/>
                <a:gd name="connsiteX83" fmla="*/ 758321 w 943097"/>
                <a:gd name="connsiteY83" fmla="*/ 669287 h 896332"/>
                <a:gd name="connsiteX84" fmla="*/ 735294 w 943097"/>
                <a:gd name="connsiteY84" fmla="*/ 659360 h 896332"/>
                <a:gd name="connsiteX85" fmla="*/ 711223 w 943097"/>
                <a:gd name="connsiteY85" fmla="*/ 646164 h 896332"/>
                <a:gd name="connsiteX86" fmla="*/ 711097 w 943097"/>
                <a:gd name="connsiteY86" fmla="*/ 646094 h 896332"/>
                <a:gd name="connsiteX87" fmla="*/ 569677 w 943097"/>
                <a:gd name="connsiteY87" fmla="*/ 651304 h 896332"/>
                <a:gd name="connsiteX88" fmla="*/ 546197 w 943097"/>
                <a:gd name="connsiteY88" fmla="*/ 630349 h 896332"/>
                <a:gd name="connsiteX89" fmla="*/ 440735 w 943097"/>
                <a:gd name="connsiteY89" fmla="*/ 595018 h 896332"/>
                <a:gd name="connsiteX90" fmla="*/ 600312 w 943097"/>
                <a:gd name="connsiteY90" fmla="*/ 535803 h 896332"/>
                <a:gd name="connsiteX91" fmla="*/ 600311 w 943097"/>
                <a:gd name="connsiteY91" fmla="*/ 535804 h 896332"/>
                <a:gd name="connsiteX92" fmla="*/ 485446 w 943097"/>
                <a:gd name="connsiteY92" fmla="*/ 552889 h 896332"/>
                <a:gd name="connsiteX93" fmla="*/ 312677 w 943097"/>
                <a:gd name="connsiteY93" fmla="*/ 582685 h 896332"/>
                <a:gd name="connsiteX94" fmla="*/ 485447 w 943097"/>
                <a:gd name="connsiteY94" fmla="*/ 552889 h 896332"/>
                <a:gd name="connsiteX95" fmla="*/ 600311 w 943097"/>
                <a:gd name="connsiteY95" fmla="*/ 535804 h 896332"/>
                <a:gd name="connsiteX96" fmla="*/ 628768 w 943097"/>
                <a:gd name="connsiteY96" fmla="*/ 541972 h 896332"/>
                <a:gd name="connsiteX97" fmla="*/ 671660 w 943097"/>
                <a:gd name="connsiteY97" fmla="*/ 561390 h 896332"/>
                <a:gd name="connsiteX98" fmla="*/ 711217 w 943097"/>
                <a:gd name="connsiteY98" fmla="*/ 589208 h 896332"/>
                <a:gd name="connsiteX99" fmla="*/ 711216 w 943097"/>
                <a:gd name="connsiteY99" fmla="*/ 589207 h 896332"/>
                <a:gd name="connsiteX100" fmla="*/ 628767 w 943097"/>
                <a:gd name="connsiteY100" fmla="*/ 541971 h 896332"/>
                <a:gd name="connsiteX101" fmla="*/ 103722 w 943097"/>
                <a:gd name="connsiteY101" fmla="*/ 516890 h 896332"/>
                <a:gd name="connsiteX102" fmla="*/ 103722 w 943097"/>
                <a:gd name="connsiteY102" fmla="*/ 516891 h 896332"/>
                <a:gd name="connsiteX103" fmla="*/ 114720 w 943097"/>
                <a:gd name="connsiteY103" fmla="*/ 548709 h 896332"/>
                <a:gd name="connsiteX104" fmla="*/ 638137 w 943097"/>
                <a:gd name="connsiteY104" fmla="*/ 490223 h 896332"/>
                <a:gd name="connsiteX105" fmla="*/ 657131 w 943097"/>
                <a:gd name="connsiteY105" fmla="*/ 521546 h 896332"/>
                <a:gd name="connsiteX106" fmla="*/ 638137 w 943097"/>
                <a:gd name="connsiteY106" fmla="*/ 490223 h 896332"/>
                <a:gd name="connsiteX107" fmla="*/ 516274 w 943097"/>
                <a:gd name="connsiteY107" fmla="*/ 484543 h 896332"/>
                <a:gd name="connsiteX108" fmla="*/ 516273 w 943097"/>
                <a:gd name="connsiteY108" fmla="*/ 484544 h 896332"/>
                <a:gd name="connsiteX109" fmla="*/ 513025 w 943097"/>
                <a:gd name="connsiteY109" fmla="*/ 494883 h 896332"/>
                <a:gd name="connsiteX110" fmla="*/ 476023 w 943097"/>
                <a:gd name="connsiteY110" fmla="*/ 523822 h 896332"/>
                <a:gd name="connsiteX111" fmla="*/ 431895 w 943097"/>
                <a:gd name="connsiteY111" fmla="*/ 516690 h 896332"/>
                <a:gd name="connsiteX112" fmla="*/ 415526 w 943097"/>
                <a:gd name="connsiteY112" fmla="*/ 502930 h 896332"/>
                <a:gd name="connsiteX113" fmla="*/ 405205 w 943097"/>
                <a:gd name="connsiteY113" fmla="*/ 486204 h 896332"/>
                <a:gd name="connsiteX114" fmla="*/ 405205 w 943097"/>
                <a:gd name="connsiteY114" fmla="*/ 486205 h 896332"/>
                <a:gd name="connsiteX115" fmla="*/ 431895 w 943097"/>
                <a:gd name="connsiteY115" fmla="*/ 516690 h 896332"/>
                <a:gd name="connsiteX116" fmla="*/ 476023 w 943097"/>
                <a:gd name="connsiteY116" fmla="*/ 523823 h 896332"/>
                <a:gd name="connsiteX117" fmla="*/ 513026 w 943097"/>
                <a:gd name="connsiteY117" fmla="*/ 494884 h 896332"/>
                <a:gd name="connsiteX118" fmla="*/ 516274 w 943097"/>
                <a:gd name="connsiteY118" fmla="*/ 484543 h 896332"/>
                <a:gd name="connsiteX119" fmla="*/ 261054 w 943097"/>
                <a:gd name="connsiteY119" fmla="*/ 473553 h 896332"/>
                <a:gd name="connsiteX120" fmla="*/ 280583 w 943097"/>
                <a:gd name="connsiteY120" fmla="*/ 502257 h 896332"/>
                <a:gd name="connsiteX121" fmla="*/ 280584 w 943097"/>
                <a:gd name="connsiteY121" fmla="*/ 502257 h 896332"/>
                <a:gd name="connsiteX122" fmla="*/ 532896 w 943097"/>
                <a:gd name="connsiteY122" fmla="*/ 469682 h 896332"/>
                <a:gd name="connsiteX123" fmla="*/ 540498 w 943097"/>
                <a:gd name="connsiteY123" fmla="*/ 503959 h 896332"/>
                <a:gd name="connsiteX124" fmla="*/ 560127 w 943097"/>
                <a:gd name="connsiteY124" fmla="*/ 518043 h 896332"/>
                <a:gd name="connsiteX125" fmla="*/ 540498 w 943097"/>
                <a:gd name="connsiteY125" fmla="*/ 503958 h 896332"/>
                <a:gd name="connsiteX126" fmla="*/ 532896 w 943097"/>
                <a:gd name="connsiteY126" fmla="*/ 469682 h 896332"/>
                <a:gd name="connsiteX127" fmla="*/ 253665 w 943097"/>
                <a:gd name="connsiteY127" fmla="*/ 457050 h 896332"/>
                <a:gd name="connsiteX128" fmla="*/ 253665 w 943097"/>
                <a:gd name="connsiteY128" fmla="*/ 457050 h 896332"/>
                <a:gd name="connsiteX129" fmla="*/ 256835 w 943097"/>
                <a:gd name="connsiteY129" fmla="*/ 487878 h 896332"/>
                <a:gd name="connsiteX130" fmla="*/ 393894 w 943097"/>
                <a:gd name="connsiteY130" fmla="*/ 446676 h 896332"/>
                <a:gd name="connsiteX131" fmla="*/ 392434 w 943097"/>
                <a:gd name="connsiteY131" fmla="*/ 449817 h 896332"/>
                <a:gd name="connsiteX132" fmla="*/ 389923 w 943097"/>
                <a:gd name="connsiteY132" fmla="*/ 455008 h 896332"/>
                <a:gd name="connsiteX133" fmla="*/ 388041 w 943097"/>
                <a:gd name="connsiteY133" fmla="*/ 459133 h 896332"/>
                <a:gd name="connsiteX134" fmla="*/ 316769 w 943097"/>
                <a:gd name="connsiteY134" fmla="*/ 521304 h 896332"/>
                <a:gd name="connsiteX135" fmla="*/ 278895 w 943097"/>
                <a:gd name="connsiteY135" fmla="*/ 520373 h 896332"/>
                <a:gd name="connsiteX136" fmla="*/ 264676 w 943097"/>
                <a:gd name="connsiteY136" fmla="*/ 506419 h 896332"/>
                <a:gd name="connsiteX137" fmla="*/ 264676 w 943097"/>
                <a:gd name="connsiteY137" fmla="*/ 506419 h 896332"/>
                <a:gd name="connsiteX138" fmla="*/ 278896 w 943097"/>
                <a:gd name="connsiteY138" fmla="*/ 520374 h 896332"/>
                <a:gd name="connsiteX139" fmla="*/ 316769 w 943097"/>
                <a:gd name="connsiteY139" fmla="*/ 521305 h 896332"/>
                <a:gd name="connsiteX140" fmla="*/ 388041 w 943097"/>
                <a:gd name="connsiteY140" fmla="*/ 459134 h 896332"/>
                <a:gd name="connsiteX141" fmla="*/ 389923 w 943097"/>
                <a:gd name="connsiteY141" fmla="*/ 455008 h 896332"/>
                <a:gd name="connsiteX142" fmla="*/ 392434 w 943097"/>
                <a:gd name="connsiteY142" fmla="*/ 449818 h 896332"/>
                <a:gd name="connsiteX143" fmla="*/ 393895 w 943097"/>
                <a:gd name="connsiteY143" fmla="*/ 446678 h 896332"/>
                <a:gd name="connsiteX144" fmla="*/ 727057 w 943097"/>
                <a:gd name="connsiteY144" fmla="*/ 406587 h 896332"/>
                <a:gd name="connsiteX145" fmla="*/ 701279 w 943097"/>
                <a:gd name="connsiteY145" fmla="*/ 454425 h 896332"/>
                <a:gd name="connsiteX146" fmla="*/ 701279 w 943097"/>
                <a:gd name="connsiteY146" fmla="*/ 454426 h 896332"/>
                <a:gd name="connsiteX147" fmla="*/ 712664 w 943097"/>
                <a:gd name="connsiteY147" fmla="*/ 429786 h 896332"/>
                <a:gd name="connsiteX148" fmla="*/ 727057 w 943097"/>
                <a:gd name="connsiteY148" fmla="*/ 406587 h 896332"/>
                <a:gd name="connsiteX149" fmla="*/ 785346 w 943097"/>
                <a:gd name="connsiteY149" fmla="*/ 399217 h 896332"/>
                <a:gd name="connsiteX150" fmla="*/ 783649 w 943097"/>
                <a:gd name="connsiteY150" fmla="*/ 404705 h 896332"/>
                <a:gd name="connsiteX151" fmla="*/ 785347 w 943097"/>
                <a:gd name="connsiteY151" fmla="*/ 399217 h 896332"/>
                <a:gd name="connsiteX152" fmla="*/ 418728 w 943097"/>
                <a:gd name="connsiteY152" fmla="*/ 383970 h 896332"/>
                <a:gd name="connsiteX153" fmla="*/ 418279 w 943097"/>
                <a:gd name="connsiteY153" fmla="*/ 493705 h 896332"/>
                <a:gd name="connsiteX154" fmla="*/ 418728 w 943097"/>
                <a:gd name="connsiteY154" fmla="*/ 383970 h 896332"/>
                <a:gd name="connsiteX155" fmla="*/ 349920 w 943097"/>
                <a:gd name="connsiteY155" fmla="*/ 374380 h 896332"/>
                <a:gd name="connsiteX156" fmla="*/ 331094 w 943097"/>
                <a:gd name="connsiteY156" fmla="*/ 444072 h 896332"/>
                <a:gd name="connsiteX157" fmla="*/ 339218 w 943097"/>
                <a:gd name="connsiteY157" fmla="*/ 453662 h 896332"/>
                <a:gd name="connsiteX158" fmla="*/ 363094 w 943097"/>
                <a:gd name="connsiteY158" fmla="*/ 445465 h 896332"/>
                <a:gd name="connsiteX159" fmla="*/ 392482 w 943097"/>
                <a:gd name="connsiteY159" fmla="*/ 403607 h 896332"/>
                <a:gd name="connsiteX160" fmla="*/ 349920 w 943097"/>
                <a:gd name="connsiteY160" fmla="*/ 374380 h 896332"/>
                <a:gd name="connsiteX161" fmla="*/ 595482 w 943097"/>
                <a:gd name="connsiteY161" fmla="*/ 335375 h 896332"/>
                <a:gd name="connsiteX162" fmla="*/ 572323 w 943097"/>
                <a:gd name="connsiteY162" fmla="*/ 356163 h 896332"/>
                <a:gd name="connsiteX163" fmla="*/ 554589 w 943097"/>
                <a:gd name="connsiteY163" fmla="*/ 352882 h 896332"/>
                <a:gd name="connsiteX164" fmla="*/ 572323 w 943097"/>
                <a:gd name="connsiteY164" fmla="*/ 356164 h 896332"/>
                <a:gd name="connsiteX165" fmla="*/ 595482 w 943097"/>
                <a:gd name="connsiteY165" fmla="*/ 335375 h 896332"/>
                <a:gd name="connsiteX166" fmla="*/ 707039 w 943097"/>
                <a:gd name="connsiteY166" fmla="*/ 312591 h 896332"/>
                <a:gd name="connsiteX167" fmla="*/ 613022 w 943097"/>
                <a:gd name="connsiteY167" fmla="*/ 447668 h 896332"/>
                <a:gd name="connsiteX168" fmla="*/ 616492 w 943097"/>
                <a:gd name="connsiteY168" fmla="*/ 461926 h 896332"/>
                <a:gd name="connsiteX169" fmla="*/ 709209 w 943097"/>
                <a:gd name="connsiteY169" fmla="*/ 323943 h 896332"/>
                <a:gd name="connsiteX170" fmla="*/ 710005 w 943097"/>
                <a:gd name="connsiteY170" fmla="*/ 316482 h 896332"/>
                <a:gd name="connsiteX171" fmla="*/ 394866 w 943097"/>
                <a:gd name="connsiteY171" fmla="*/ 309008 h 896332"/>
                <a:gd name="connsiteX172" fmla="*/ 378143 w 943097"/>
                <a:gd name="connsiteY172" fmla="*/ 333138 h 896332"/>
                <a:gd name="connsiteX173" fmla="*/ 388390 w 943097"/>
                <a:gd name="connsiteY173" fmla="*/ 357724 h 896332"/>
                <a:gd name="connsiteX174" fmla="*/ 406412 w 943097"/>
                <a:gd name="connsiteY174" fmla="*/ 371748 h 896332"/>
                <a:gd name="connsiteX175" fmla="*/ 419518 w 943097"/>
                <a:gd name="connsiteY175" fmla="*/ 316361 h 896332"/>
                <a:gd name="connsiteX176" fmla="*/ 394866 w 943097"/>
                <a:gd name="connsiteY176" fmla="*/ 309008 h 896332"/>
                <a:gd name="connsiteX177" fmla="*/ 571814 w 943097"/>
                <a:gd name="connsiteY177" fmla="*/ 306771 h 896332"/>
                <a:gd name="connsiteX178" fmla="*/ 556645 w 943097"/>
                <a:gd name="connsiteY178" fmla="*/ 308820 h 896332"/>
                <a:gd name="connsiteX179" fmla="*/ 479539 w 943097"/>
                <a:gd name="connsiteY179" fmla="*/ 439390 h 896332"/>
                <a:gd name="connsiteX180" fmla="*/ 556645 w 943097"/>
                <a:gd name="connsiteY180" fmla="*/ 308821 h 896332"/>
                <a:gd name="connsiteX181" fmla="*/ 571814 w 943097"/>
                <a:gd name="connsiteY181" fmla="*/ 306771 h 896332"/>
                <a:gd name="connsiteX182" fmla="*/ 678672 w 943097"/>
                <a:gd name="connsiteY182" fmla="*/ 284774 h 896332"/>
                <a:gd name="connsiteX183" fmla="*/ 677922 w 943097"/>
                <a:gd name="connsiteY183" fmla="*/ 284994 h 896332"/>
                <a:gd name="connsiteX184" fmla="*/ 657380 w 943097"/>
                <a:gd name="connsiteY184" fmla="*/ 299943 h 896332"/>
                <a:gd name="connsiteX185" fmla="*/ 677923 w 943097"/>
                <a:gd name="connsiteY185" fmla="*/ 284994 h 896332"/>
                <a:gd name="connsiteX186" fmla="*/ 774492 w 943097"/>
                <a:gd name="connsiteY186" fmla="*/ 280786 h 896332"/>
                <a:gd name="connsiteX187" fmla="*/ 789254 w 943097"/>
                <a:gd name="connsiteY187" fmla="*/ 284784 h 896332"/>
                <a:gd name="connsiteX188" fmla="*/ 774493 w 943097"/>
                <a:gd name="connsiteY188" fmla="*/ 280786 h 896332"/>
                <a:gd name="connsiteX189" fmla="*/ 405367 w 943097"/>
                <a:gd name="connsiteY189" fmla="*/ 198992 h 896332"/>
                <a:gd name="connsiteX190" fmla="*/ 417369 w 943097"/>
                <a:gd name="connsiteY190" fmla="*/ 209868 h 896332"/>
                <a:gd name="connsiteX191" fmla="*/ 382014 w 943097"/>
                <a:gd name="connsiteY191" fmla="*/ 233791 h 896332"/>
                <a:gd name="connsiteX192" fmla="*/ 379274 w 943097"/>
                <a:gd name="connsiteY192" fmla="*/ 245752 h 896332"/>
                <a:gd name="connsiteX193" fmla="*/ 396306 w 943097"/>
                <a:gd name="connsiteY193" fmla="*/ 264585 h 896332"/>
                <a:gd name="connsiteX194" fmla="*/ 379275 w 943097"/>
                <a:gd name="connsiteY194" fmla="*/ 245752 h 896332"/>
                <a:gd name="connsiteX195" fmla="*/ 382014 w 943097"/>
                <a:gd name="connsiteY195" fmla="*/ 233791 h 896332"/>
                <a:gd name="connsiteX196" fmla="*/ 417369 w 943097"/>
                <a:gd name="connsiteY196" fmla="*/ 209868 h 896332"/>
                <a:gd name="connsiteX197" fmla="*/ 405367 w 943097"/>
                <a:gd name="connsiteY197" fmla="*/ 198992 h 896332"/>
                <a:gd name="connsiteX198" fmla="*/ 347550 w 943097"/>
                <a:gd name="connsiteY198" fmla="*/ 178753 h 896332"/>
                <a:gd name="connsiteX199" fmla="*/ 340843 w 943097"/>
                <a:gd name="connsiteY199" fmla="*/ 180428 h 896332"/>
                <a:gd name="connsiteX200" fmla="*/ 302343 w 943097"/>
                <a:gd name="connsiteY200" fmla="*/ 199548 h 896332"/>
                <a:gd name="connsiteX201" fmla="*/ 302338 w 943097"/>
                <a:gd name="connsiteY201" fmla="*/ 199551 h 896332"/>
                <a:gd name="connsiteX202" fmla="*/ 237321 w 943097"/>
                <a:gd name="connsiteY202" fmla="*/ 255228 h 896332"/>
                <a:gd name="connsiteX203" fmla="*/ 193479 w 943097"/>
                <a:gd name="connsiteY203" fmla="*/ 305194 h 896332"/>
                <a:gd name="connsiteX204" fmla="*/ 186311 w 943097"/>
                <a:gd name="connsiteY204" fmla="*/ 315964 h 896332"/>
                <a:gd name="connsiteX205" fmla="*/ 180288 w 943097"/>
                <a:gd name="connsiteY205" fmla="*/ 323137 h 896332"/>
                <a:gd name="connsiteX206" fmla="*/ 173432 w 943097"/>
                <a:gd name="connsiteY206" fmla="*/ 335319 h 896332"/>
                <a:gd name="connsiteX207" fmla="*/ 156581 w 943097"/>
                <a:gd name="connsiteY207" fmla="*/ 360643 h 896332"/>
                <a:gd name="connsiteX208" fmla="*/ 144669 w 943097"/>
                <a:gd name="connsiteY208" fmla="*/ 386433 h 896332"/>
                <a:gd name="connsiteX209" fmla="*/ 137054 w 943097"/>
                <a:gd name="connsiteY209" fmla="*/ 399966 h 896332"/>
                <a:gd name="connsiteX210" fmla="*/ 134825 w 943097"/>
                <a:gd name="connsiteY210" fmla="*/ 407747 h 896332"/>
                <a:gd name="connsiteX211" fmla="*/ 129082 w 943097"/>
                <a:gd name="connsiteY211" fmla="*/ 420180 h 896332"/>
                <a:gd name="connsiteX212" fmla="*/ 113433 w 943097"/>
                <a:gd name="connsiteY212" fmla="*/ 482413 h 896332"/>
                <a:gd name="connsiteX213" fmla="*/ 136773 w 943097"/>
                <a:gd name="connsiteY213" fmla="*/ 573362 h 896332"/>
                <a:gd name="connsiteX214" fmla="*/ 170547 w 943097"/>
                <a:gd name="connsiteY214" fmla="*/ 600058 h 896332"/>
                <a:gd name="connsiteX215" fmla="*/ 136774 w 943097"/>
                <a:gd name="connsiteY215" fmla="*/ 573362 h 896332"/>
                <a:gd name="connsiteX216" fmla="*/ 113434 w 943097"/>
                <a:gd name="connsiteY216" fmla="*/ 482413 h 896332"/>
                <a:gd name="connsiteX217" fmla="*/ 134825 w 943097"/>
                <a:gd name="connsiteY217" fmla="*/ 407747 h 896332"/>
                <a:gd name="connsiteX218" fmla="*/ 144669 w 943097"/>
                <a:gd name="connsiteY218" fmla="*/ 386433 h 896332"/>
                <a:gd name="connsiteX219" fmla="*/ 173432 w 943097"/>
                <a:gd name="connsiteY219" fmla="*/ 335319 h 896332"/>
                <a:gd name="connsiteX220" fmla="*/ 186311 w 943097"/>
                <a:gd name="connsiteY220" fmla="*/ 315964 h 896332"/>
                <a:gd name="connsiteX221" fmla="*/ 237322 w 943097"/>
                <a:gd name="connsiteY221" fmla="*/ 255229 h 896332"/>
                <a:gd name="connsiteX222" fmla="*/ 302343 w 943097"/>
                <a:gd name="connsiteY222" fmla="*/ 199548 h 896332"/>
                <a:gd name="connsiteX223" fmla="*/ 382898 w 943097"/>
                <a:gd name="connsiteY223" fmla="*/ 169929 h 896332"/>
                <a:gd name="connsiteX224" fmla="*/ 382893 w 943097"/>
                <a:gd name="connsiteY224" fmla="*/ 169930 h 896332"/>
                <a:gd name="connsiteX225" fmla="*/ 382899 w 943097"/>
                <a:gd name="connsiteY225" fmla="*/ 169929 h 896332"/>
                <a:gd name="connsiteX226" fmla="*/ 78929 w 943097"/>
                <a:gd name="connsiteY226" fmla="*/ 59 h 896332"/>
                <a:gd name="connsiteX227" fmla="*/ 156302 w 943097"/>
                <a:gd name="connsiteY227" fmla="*/ 4081 h 896332"/>
                <a:gd name="connsiteX228" fmla="*/ 169643 w 943097"/>
                <a:gd name="connsiteY228" fmla="*/ 249576 h 896332"/>
                <a:gd name="connsiteX229" fmla="*/ 190083 w 943097"/>
                <a:gd name="connsiteY229" fmla="*/ 250407 h 896332"/>
                <a:gd name="connsiteX230" fmla="*/ 228961 w 943097"/>
                <a:gd name="connsiteY230" fmla="*/ 206078 h 896332"/>
                <a:gd name="connsiteX231" fmla="*/ 233915 w 943097"/>
                <a:gd name="connsiteY231" fmla="*/ 104814 h 896332"/>
                <a:gd name="connsiteX232" fmla="*/ 233915 w 943097"/>
                <a:gd name="connsiteY232" fmla="*/ 104813 h 896332"/>
                <a:gd name="connsiteX233" fmla="*/ 228961 w 943097"/>
                <a:gd name="connsiteY233" fmla="*/ 206077 h 896332"/>
                <a:gd name="connsiteX234" fmla="*/ 190084 w 943097"/>
                <a:gd name="connsiteY234" fmla="*/ 250406 h 896332"/>
                <a:gd name="connsiteX235" fmla="*/ 169644 w 943097"/>
                <a:gd name="connsiteY235" fmla="*/ 249576 h 896332"/>
                <a:gd name="connsiteX236" fmla="*/ 156303 w 943097"/>
                <a:gd name="connsiteY236" fmla="*/ 4081 h 896332"/>
                <a:gd name="connsiteX237" fmla="*/ 230495 w 943097"/>
                <a:gd name="connsiteY237" fmla="*/ 4463 h 896332"/>
                <a:gd name="connsiteX238" fmla="*/ 345634 w 943097"/>
                <a:gd name="connsiteY238" fmla="*/ 1938 h 896332"/>
                <a:gd name="connsiteX239" fmla="*/ 540812 w 943097"/>
                <a:gd name="connsiteY239" fmla="*/ 6553 h 896332"/>
                <a:gd name="connsiteX240" fmla="*/ 636054 w 943097"/>
                <a:gd name="connsiteY240" fmla="*/ 7450 h 896332"/>
                <a:gd name="connsiteX241" fmla="*/ 770790 w 943097"/>
                <a:gd name="connsiteY241" fmla="*/ 13772 h 896332"/>
                <a:gd name="connsiteX242" fmla="*/ 833476 w 943097"/>
                <a:gd name="connsiteY242" fmla="*/ 15387 h 896332"/>
                <a:gd name="connsiteX243" fmla="*/ 941878 w 943097"/>
                <a:gd name="connsiteY243" fmla="*/ 18668 h 896332"/>
                <a:gd name="connsiteX244" fmla="*/ 943097 w 943097"/>
                <a:gd name="connsiteY244" fmla="*/ 253032 h 896332"/>
                <a:gd name="connsiteX245" fmla="*/ 864551 w 943097"/>
                <a:gd name="connsiteY245" fmla="*/ 331672 h 896332"/>
                <a:gd name="connsiteX246" fmla="*/ 863601 w 943097"/>
                <a:gd name="connsiteY246" fmla="*/ 315973 h 896332"/>
                <a:gd name="connsiteX247" fmla="*/ 880873 w 943097"/>
                <a:gd name="connsiteY247" fmla="*/ 280953 h 896332"/>
                <a:gd name="connsiteX248" fmla="*/ 850035 w 943097"/>
                <a:gd name="connsiteY248" fmla="*/ 281923 h 896332"/>
                <a:gd name="connsiteX249" fmla="*/ 819359 w 943097"/>
                <a:gd name="connsiteY249" fmla="*/ 279667 h 896332"/>
                <a:gd name="connsiteX250" fmla="*/ 792456 w 943097"/>
                <a:gd name="connsiteY250" fmla="*/ 339373 h 896332"/>
                <a:gd name="connsiteX251" fmla="*/ 792087 w 943097"/>
                <a:gd name="connsiteY251" fmla="*/ 346801 h 896332"/>
                <a:gd name="connsiteX252" fmla="*/ 782042 w 943097"/>
                <a:gd name="connsiteY252" fmla="*/ 339099 h 896332"/>
                <a:gd name="connsiteX253" fmla="*/ 782042 w 943097"/>
                <a:gd name="connsiteY253" fmla="*/ 339100 h 896332"/>
                <a:gd name="connsiteX254" fmla="*/ 792087 w 943097"/>
                <a:gd name="connsiteY254" fmla="*/ 346801 h 896332"/>
                <a:gd name="connsiteX255" fmla="*/ 858852 w 943097"/>
                <a:gd name="connsiteY255" fmla="*/ 345388 h 896332"/>
                <a:gd name="connsiteX256" fmla="*/ 782035 w 943097"/>
                <a:gd name="connsiteY256" fmla="*/ 584467 h 896332"/>
                <a:gd name="connsiteX257" fmla="*/ 789227 w 943097"/>
                <a:gd name="connsiteY257" fmla="*/ 615569 h 896332"/>
                <a:gd name="connsiteX258" fmla="*/ 869769 w 943097"/>
                <a:gd name="connsiteY258" fmla="*/ 659637 h 896332"/>
                <a:gd name="connsiteX259" fmla="*/ 932221 w 943097"/>
                <a:gd name="connsiteY259" fmla="*/ 644762 h 896332"/>
                <a:gd name="connsiteX260" fmla="*/ 933413 w 943097"/>
                <a:gd name="connsiteY260" fmla="*/ 889199 h 896332"/>
                <a:gd name="connsiteX261" fmla="*/ 924003 w 943097"/>
                <a:gd name="connsiteY261" fmla="*/ 895628 h 896332"/>
                <a:gd name="connsiteX262" fmla="*/ 547791 w 943097"/>
                <a:gd name="connsiteY262" fmla="*/ 893974 h 896332"/>
                <a:gd name="connsiteX263" fmla="*/ 283812 w 943097"/>
                <a:gd name="connsiteY263" fmla="*/ 885007 h 896332"/>
                <a:gd name="connsiteX264" fmla="*/ 205655 w 943097"/>
                <a:gd name="connsiteY264" fmla="*/ 879421 h 896332"/>
                <a:gd name="connsiteX265" fmla="*/ 208769 w 943097"/>
                <a:gd name="connsiteY265" fmla="*/ 760772 h 896332"/>
                <a:gd name="connsiteX266" fmla="*/ 211126 w 943097"/>
                <a:gd name="connsiteY266" fmla="*/ 759238 h 896332"/>
                <a:gd name="connsiteX267" fmla="*/ 208769 w 943097"/>
                <a:gd name="connsiteY267" fmla="*/ 760771 h 896332"/>
                <a:gd name="connsiteX268" fmla="*/ 208768 w 943097"/>
                <a:gd name="connsiteY268" fmla="*/ 760772 h 896332"/>
                <a:gd name="connsiteX269" fmla="*/ 204411 w 943097"/>
                <a:gd name="connsiteY269" fmla="*/ 819762 h 896332"/>
                <a:gd name="connsiteX270" fmla="*/ 205654 w 943097"/>
                <a:gd name="connsiteY270" fmla="*/ 879420 h 896332"/>
                <a:gd name="connsiteX271" fmla="*/ 162115 w 943097"/>
                <a:gd name="connsiteY271" fmla="*/ 876547 h 896332"/>
                <a:gd name="connsiteX272" fmla="*/ 150020 w 943097"/>
                <a:gd name="connsiteY272" fmla="*/ 874243 h 896332"/>
                <a:gd name="connsiteX273" fmla="*/ 150020 w 943097"/>
                <a:gd name="connsiteY273" fmla="*/ 874244 h 896332"/>
                <a:gd name="connsiteX274" fmla="*/ 58817 w 943097"/>
                <a:gd name="connsiteY274" fmla="*/ 871686 h 896332"/>
                <a:gd name="connsiteX275" fmla="*/ 4884 w 943097"/>
                <a:gd name="connsiteY275" fmla="*/ 868056 h 896332"/>
                <a:gd name="connsiteX276" fmla="*/ 11608 w 943097"/>
                <a:gd name="connsiteY276" fmla="*/ 852397 h 896332"/>
                <a:gd name="connsiteX277" fmla="*/ 9304 w 943097"/>
                <a:gd name="connsiteY277" fmla="*/ 850207 h 896332"/>
                <a:gd name="connsiteX278" fmla="*/ 1846 w 943097"/>
                <a:gd name="connsiteY278" fmla="*/ 832593 h 896332"/>
                <a:gd name="connsiteX279" fmla="*/ 1797 w 943097"/>
                <a:gd name="connsiteY279" fmla="*/ 812970 h 896332"/>
                <a:gd name="connsiteX280" fmla="*/ 1796 w 943097"/>
                <a:gd name="connsiteY280" fmla="*/ 812970 h 896332"/>
                <a:gd name="connsiteX281" fmla="*/ 1837 w 943097"/>
                <a:gd name="connsiteY281" fmla="*/ 804780 h 896332"/>
                <a:gd name="connsiteX282" fmla="*/ 2118 w 943097"/>
                <a:gd name="connsiteY282" fmla="*/ 605155 h 896332"/>
                <a:gd name="connsiteX283" fmla="*/ 3779 w 943097"/>
                <a:gd name="connsiteY283" fmla="*/ 190366 h 896332"/>
                <a:gd name="connsiteX284" fmla="*/ 1194 w 943097"/>
                <a:gd name="connsiteY284" fmla="*/ 1798 h 896332"/>
                <a:gd name="connsiteX285" fmla="*/ 78929 w 943097"/>
                <a:gd name="connsiteY285" fmla="*/ 59 h 89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943097" h="896332">
                  <a:moveTo>
                    <a:pt x="110801" y="770724"/>
                  </a:moveTo>
                  <a:cubicBezTo>
                    <a:pt x="111163" y="774488"/>
                    <a:pt x="59038" y="822213"/>
                    <a:pt x="59011" y="847582"/>
                  </a:cubicBezTo>
                  <a:lnTo>
                    <a:pt x="64396" y="850335"/>
                  </a:lnTo>
                  <a:lnTo>
                    <a:pt x="59012" y="847582"/>
                  </a:lnTo>
                  <a:cubicBezTo>
                    <a:pt x="59038" y="822213"/>
                    <a:pt x="111163" y="774488"/>
                    <a:pt x="110801" y="770724"/>
                  </a:cubicBezTo>
                  <a:close/>
                  <a:moveTo>
                    <a:pt x="92806" y="770711"/>
                  </a:moveTo>
                  <a:cubicBezTo>
                    <a:pt x="77188" y="783228"/>
                    <a:pt x="65997" y="811282"/>
                    <a:pt x="58817" y="829452"/>
                  </a:cubicBezTo>
                  <a:cubicBezTo>
                    <a:pt x="65997" y="811283"/>
                    <a:pt x="77188" y="783228"/>
                    <a:pt x="92806" y="770711"/>
                  </a:cubicBezTo>
                  <a:close/>
                  <a:moveTo>
                    <a:pt x="181176" y="762520"/>
                  </a:moveTo>
                  <a:cubicBezTo>
                    <a:pt x="182274" y="762995"/>
                    <a:pt x="183399" y="763397"/>
                    <a:pt x="184544" y="763738"/>
                  </a:cubicBezTo>
                  <a:cubicBezTo>
                    <a:pt x="185690" y="764080"/>
                    <a:pt x="186855" y="764348"/>
                    <a:pt x="188034" y="764555"/>
                  </a:cubicBezTo>
                  <a:cubicBezTo>
                    <a:pt x="186855" y="764348"/>
                    <a:pt x="185690" y="764080"/>
                    <a:pt x="184545" y="763738"/>
                  </a:cubicBezTo>
                  <a:cubicBezTo>
                    <a:pt x="183399" y="763397"/>
                    <a:pt x="182274" y="762995"/>
                    <a:pt x="181176" y="762520"/>
                  </a:cubicBezTo>
                  <a:close/>
                  <a:moveTo>
                    <a:pt x="40058" y="759781"/>
                  </a:moveTo>
                  <a:cubicBezTo>
                    <a:pt x="31653" y="766217"/>
                    <a:pt x="21774" y="773644"/>
                    <a:pt x="19444" y="784715"/>
                  </a:cubicBezTo>
                  <a:cubicBezTo>
                    <a:pt x="18546" y="789001"/>
                    <a:pt x="18787" y="789342"/>
                    <a:pt x="19035" y="793173"/>
                  </a:cubicBezTo>
                  <a:lnTo>
                    <a:pt x="22645" y="794975"/>
                  </a:lnTo>
                  <a:lnTo>
                    <a:pt x="29476" y="790113"/>
                  </a:lnTo>
                  <a:cubicBezTo>
                    <a:pt x="40868" y="786168"/>
                    <a:pt x="51417" y="784299"/>
                    <a:pt x="59266" y="774803"/>
                  </a:cubicBezTo>
                  <a:cubicBezTo>
                    <a:pt x="55281" y="766572"/>
                    <a:pt x="50767" y="764395"/>
                    <a:pt x="42368" y="760571"/>
                  </a:cubicBezTo>
                  <a:cubicBezTo>
                    <a:pt x="41625" y="760236"/>
                    <a:pt x="40828" y="760042"/>
                    <a:pt x="40058" y="759781"/>
                  </a:cubicBezTo>
                  <a:close/>
                  <a:moveTo>
                    <a:pt x="165859" y="748047"/>
                  </a:moveTo>
                  <a:cubicBezTo>
                    <a:pt x="166388" y="749118"/>
                    <a:pt x="166984" y="750156"/>
                    <a:pt x="167640" y="751154"/>
                  </a:cubicBezTo>
                  <a:cubicBezTo>
                    <a:pt x="168297" y="752159"/>
                    <a:pt x="169007" y="753116"/>
                    <a:pt x="169777" y="754034"/>
                  </a:cubicBezTo>
                  <a:cubicBezTo>
                    <a:pt x="169007" y="753116"/>
                    <a:pt x="168297" y="752159"/>
                    <a:pt x="167641" y="751154"/>
                  </a:cubicBezTo>
                  <a:cubicBezTo>
                    <a:pt x="166984" y="750156"/>
                    <a:pt x="166388" y="749118"/>
                    <a:pt x="165859" y="748047"/>
                  </a:cubicBezTo>
                  <a:close/>
                  <a:moveTo>
                    <a:pt x="162926" y="738550"/>
                  </a:moveTo>
                  <a:lnTo>
                    <a:pt x="163435" y="741317"/>
                  </a:lnTo>
                  <a:lnTo>
                    <a:pt x="163435" y="741316"/>
                  </a:lnTo>
                  <a:cubicBezTo>
                    <a:pt x="163221" y="740398"/>
                    <a:pt x="163053" y="739481"/>
                    <a:pt x="162926" y="738550"/>
                  </a:cubicBezTo>
                  <a:close/>
                  <a:moveTo>
                    <a:pt x="223844" y="735268"/>
                  </a:moveTo>
                  <a:lnTo>
                    <a:pt x="223630" y="738068"/>
                  </a:lnTo>
                  <a:cubicBezTo>
                    <a:pt x="223516" y="738999"/>
                    <a:pt x="223362" y="739923"/>
                    <a:pt x="223168" y="740841"/>
                  </a:cubicBezTo>
                  <a:cubicBezTo>
                    <a:pt x="222974" y="741758"/>
                    <a:pt x="222732" y="742662"/>
                    <a:pt x="222451" y="743559"/>
                  </a:cubicBezTo>
                  <a:cubicBezTo>
                    <a:pt x="222170" y="744450"/>
                    <a:pt x="221848" y="745334"/>
                    <a:pt x="221487" y="746198"/>
                  </a:cubicBezTo>
                  <a:cubicBezTo>
                    <a:pt x="221125" y="747062"/>
                    <a:pt x="220723" y="747913"/>
                    <a:pt x="220281" y="748736"/>
                  </a:cubicBezTo>
                  <a:cubicBezTo>
                    <a:pt x="219846" y="749567"/>
                    <a:pt x="219371" y="750371"/>
                    <a:pt x="218855" y="751154"/>
                  </a:cubicBezTo>
                  <a:cubicBezTo>
                    <a:pt x="218339" y="751938"/>
                    <a:pt x="217790" y="752701"/>
                    <a:pt x="217207" y="753438"/>
                  </a:cubicBezTo>
                  <a:cubicBezTo>
                    <a:pt x="216625" y="754168"/>
                    <a:pt x="216008" y="754878"/>
                    <a:pt x="215359" y="755554"/>
                  </a:cubicBezTo>
                  <a:cubicBezTo>
                    <a:pt x="214709" y="756231"/>
                    <a:pt x="214033" y="756880"/>
                    <a:pt x="213330" y="757490"/>
                  </a:cubicBezTo>
                  <a:cubicBezTo>
                    <a:pt x="214033" y="756881"/>
                    <a:pt x="214709" y="756231"/>
                    <a:pt x="215359" y="755555"/>
                  </a:cubicBezTo>
                  <a:cubicBezTo>
                    <a:pt x="216008" y="754878"/>
                    <a:pt x="216625" y="754169"/>
                    <a:pt x="217207" y="753439"/>
                  </a:cubicBezTo>
                  <a:cubicBezTo>
                    <a:pt x="217790" y="752702"/>
                    <a:pt x="218339" y="751938"/>
                    <a:pt x="218855" y="751155"/>
                  </a:cubicBezTo>
                  <a:cubicBezTo>
                    <a:pt x="219371" y="750371"/>
                    <a:pt x="219846" y="749568"/>
                    <a:pt x="220281" y="748737"/>
                  </a:cubicBezTo>
                  <a:cubicBezTo>
                    <a:pt x="220723" y="747913"/>
                    <a:pt x="221125" y="747063"/>
                    <a:pt x="221487" y="746199"/>
                  </a:cubicBezTo>
                  <a:cubicBezTo>
                    <a:pt x="221849" y="745335"/>
                    <a:pt x="222170" y="744451"/>
                    <a:pt x="222451" y="743560"/>
                  </a:cubicBezTo>
                  <a:cubicBezTo>
                    <a:pt x="222733" y="742663"/>
                    <a:pt x="222974" y="741758"/>
                    <a:pt x="223168" y="740841"/>
                  </a:cubicBezTo>
                  <a:cubicBezTo>
                    <a:pt x="223362" y="739924"/>
                    <a:pt x="223516" y="738999"/>
                    <a:pt x="223630" y="738069"/>
                  </a:cubicBezTo>
                  <a:cubicBezTo>
                    <a:pt x="223744" y="737137"/>
                    <a:pt x="223817" y="736200"/>
                    <a:pt x="223844" y="735269"/>
                  </a:cubicBezTo>
                  <a:close/>
                  <a:moveTo>
                    <a:pt x="199975" y="704535"/>
                  </a:moveTo>
                  <a:cubicBezTo>
                    <a:pt x="200893" y="704742"/>
                    <a:pt x="201797" y="704990"/>
                    <a:pt x="202687" y="705278"/>
                  </a:cubicBezTo>
                  <a:lnTo>
                    <a:pt x="203402" y="705546"/>
                  </a:lnTo>
                  <a:lnTo>
                    <a:pt x="202688" y="705278"/>
                  </a:lnTo>
                  <a:cubicBezTo>
                    <a:pt x="201797" y="704991"/>
                    <a:pt x="200893" y="704743"/>
                    <a:pt x="199975" y="704535"/>
                  </a:cubicBezTo>
                  <a:close/>
                  <a:moveTo>
                    <a:pt x="771167" y="650450"/>
                  </a:moveTo>
                  <a:lnTo>
                    <a:pt x="771167" y="650451"/>
                  </a:lnTo>
                  <a:lnTo>
                    <a:pt x="773051" y="660614"/>
                  </a:lnTo>
                  <a:close/>
                  <a:moveTo>
                    <a:pt x="197854" y="607143"/>
                  </a:moveTo>
                  <a:lnTo>
                    <a:pt x="212512" y="610947"/>
                  </a:lnTo>
                  <a:lnTo>
                    <a:pt x="213968" y="610962"/>
                  </a:lnTo>
                  <a:lnTo>
                    <a:pt x="212513" y="610947"/>
                  </a:lnTo>
                  <a:close/>
                  <a:moveTo>
                    <a:pt x="440735" y="595018"/>
                  </a:moveTo>
                  <a:cubicBezTo>
                    <a:pt x="408232" y="596465"/>
                    <a:pt x="374790" y="607035"/>
                    <a:pt x="329647" y="614422"/>
                  </a:cubicBezTo>
                  <a:lnTo>
                    <a:pt x="271987" y="621098"/>
                  </a:lnTo>
                  <a:lnTo>
                    <a:pt x="255193" y="621819"/>
                  </a:lnTo>
                  <a:lnTo>
                    <a:pt x="190395" y="616321"/>
                  </a:lnTo>
                  <a:lnTo>
                    <a:pt x="150321" y="597398"/>
                  </a:lnTo>
                  <a:lnTo>
                    <a:pt x="150322" y="597399"/>
                  </a:lnTo>
                  <a:cubicBezTo>
                    <a:pt x="173689" y="615187"/>
                    <a:pt x="204900" y="621673"/>
                    <a:pt x="237079" y="622597"/>
                  </a:cubicBezTo>
                  <a:lnTo>
                    <a:pt x="255193" y="621819"/>
                  </a:lnTo>
                  <a:lnTo>
                    <a:pt x="261288" y="622336"/>
                  </a:lnTo>
                  <a:lnTo>
                    <a:pt x="271987" y="621098"/>
                  </a:lnTo>
                  <a:lnTo>
                    <a:pt x="285215" y="620530"/>
                  </a:lnTo>
                  <a:cubicBezTo>
                    <a:pt x="300930" y="618928"/>
                    <a:pt x="316028" y="616653"/>
                    <a:pt x="329648" y="614423"/>
                  </a:cubicBezTo>
                  <a:cubicBezTo>
                    <a:pt x="419934" y="599649"/>
                    <a:pt x="463412" y="572144"/>
                    <a:pt x="546197" y="630349"/>
                  </a:cubicBezTo>
                  <a:cubicBezTo>
                    <a:pt x="554790" y="636391"/>
                    <a:pt x="562331" y="643845"/>
                    <a:pt x="569678" y="651305"/>
                  </a:cubicBezTo>
                  <a:cubicBezTo>
                    <a:pt x="615849" y="635185"/>
                    <a:pt x="664444" y="623277"/>
                    <a:pt x="711097" y="646095"/>
                  </a:cubicBezTo>
                  <a:lnTo>
                    <a:pt x="711223" y="646164"/>
                  </a:lnTo>
                  <a:lnTo>
                    <a:pt x="733761" y="658699"/>
                  </a:lnTo>
                  <a:lnTo>
                    <a:pt x="735294" y="659360"/>
                  </a:lnTo>
                  <a:lnTo>
                    <a:pt x="741826" y="662940"/>
                  </a:lnTo>
                  <a:cubicBezTo>
                    <a:pt x="752691" y="668283"/>
                    <a:pt x="763939" y="672054"/>
                    <a:pt x="774855" y="670352"/>
                  </a:cubicBezTo>
                  <a:lnTo>
                    <a:pt x="774855" y="670351"/>
                  </a:lnTo>
                  <a:lnTo>
                    <a:pt x="758321" y="669287"/>
                  </a:lnTo>
                  <a:lnTo>
                    <a:pt x="735294" y="659360"/>
                  </a:lnTo>
                  <a:lnTo>
                    <a:pt x="711223" y="646164"/>
                  </a:lnTo>
                  <a:lnTo>
                    <a:pt x="711097" y="646094"/>
                  </a:lnTo>
                  <a:cubicBezTo>
                    <a:pt x="664444" y="623276"/>
                    <a:pt x="615848" y="635184"/>
                    <a:pt x="569677" y="651304"/>
                  </a:cubicBezTo>
                  <a:cubicBezTo>
                    <a:pt x="562330" y="643844"/>
                    <a:pt x="554789" y="636390"/>
                    <a:pt x="546197" y="630349"/>
                  </a:cubicBezTo>
                  <a:cubicBezTo>
                    <a:pt x="504805" y="601246"/>
                    <a:pt x="473239" y="593571"/>
                    <a:pt x="440735" y="595018"/>
                  </a:cubicBezTo>
                  <a:close/>
                  <a:moveTo>
                    <a:pt x="600312" y="535803"/>
                  </a:moveTo>
                  <a:lnTo>
                    <a:pt x="600311" y="535804"/>
                  </a:lnTo>
                  <a:cubicBezTo>
                    <a:pt x="565813" y="545957"/>
                    <a:pt x="521618" y="546975"/>
                    <a:pt x="485446" y="552889"/>
                  </a:cubicBezTo>
                  <a:cubicBezTo>
                    <a:pt x="428218" y="562252"/>
                    <a:pt x="370374" y="577655"/>
                    <a:pt x="312677" y="582685"/>
                  </a:cubicBezTo>
                  <a:cubicBezTo>
                    <a:pt x="370374" y="577655"/>
                    <a:pt x="428219" y="562252"/>
                    <a:pt x="485447" y="552889"/>
                  </a:cubicBezTo>
                  <a:cubicBezTo>
                    <a:pt x="521619" y="546975"/>
                    <a:pt x="565814" y="545957"/>
                    <a:pt x="600311" y="535804"/>
                  </a:cubicBezTo>
                  <a:cubicBezTo>
                    <a:pt x="609868" y="537318"/>
                    <a:pt x="619566" y="538885"/>
                    <a:pt x="628768" y="541972"/>
                  </a:cubicBezTo>
                  <a:cubicBezTo>
                    <a:pt x="643332" y="546860"/>
                    <a:pt x="657774" y="553425"/>
                    <a:pt x="671660" y="561390"/>
                  </a:cubicBezTo>
                  <a:lnTo>
                    <a:pt x="711217" y="589208"/>
                  </a:lnTo>
                  <a:lnTo>
                    <a:pt x="711216" y="589207"/>
                  </a:lnTo>
                  <a:cubicBezTo>
                    <a:pt x="686536" y="568232"/>
                    <a:pt x="657894" y="551746"/>
                    <a:pt x="628767" y="541971"/>
                  </a:cubicBezTo>
                  <a:close/>
                  <a:moveTo>
                    <a:pt x="103722" y="516890"/>
                  </a:moveTo>
                  <a:lnTo>
                    <a:pt x="103722" y="516891"/>
                  </a:lnTo>
                  <a:lnTo>
                    <a:pt x="114720" y="548709"/>
                  </a:lnTo>
                  <a:close/>
                  <a:moveTo>
                    <a:pt x="638137" y="490223"/>
                  </a:moveTo>
                  <a:cubicBezTo>
                    <a:pt x="643019" y="504006"/>
                    <a:pt x="645015" y="512317"/>
                    <a:pt x="657131" y="521546"/>
                  </a:cubicBezTo>
                  <a:cubicBezTo>
                    <a:pt x="645015" y="512317"/>
                    <a:pt x="643020" y="504005"/>
                    <a:pt x="638137" y="490223"/>
                  </a:cubicBezTo>
                  <a:close/>
                  <a:moveTo>
                    <a:pt x="516274" y="484543"/>
                  </a:moveTo>
                  <a:lnTo>
                    <a:pt x="516273" y="484544"/>
                  </a:lnTo>
                  <a:lnTo>
                    <a:pt x="513025" y="494883"/>
                  </a:lnTo>
                  <a:cubicBezTo>
                    <a:pt x="504935" y="508184"/>
                    <a:pt x="491239" y="519925"/>
                    <a:pt x="476023" y="523822"/>
                  </a:cubicBezTo>
                  <a:cubicBezTo>
                    <a:pt x="461322" y="527586"/>
                    <a:pt x="444820" y="524419"/>
                    <a:pt x="431895" y="516690"/>
                  </a:cubicBezTo>
                  <a:cubicBezTo>
                    <a:pt x="425186" y="512677"/>
                    <a:pt x="419852" y="508051"/>
                    <a:pt x="415526" y="502930"/>
                  </a:cubicBezTo>
                  <a:lnTo>
                    <a:pt x="405205" y="486204"/>
                  </a:lnTo>
                  <a:lnTo>
                    <a:pt x="405205" y="486205"/>
                  </a:lnTo>
                  <a:cubicBezTo>
                    <a:pt x="410560" y="498188"/>
                    <a:pt x="418477" y="508664"/>
                    <a:pt x="431895" y="516690"/>
                  </a:cubicBezTo>
                  <a:cubicBezTo>
                    <a:pt x="444821" y="524419"/>
                    <a:pt x="461323" y="527587"/>
                    <a:pt x="476023" y="523823"/>
                  </a:cubicBezTo>
                  <a:cubicBezTo>
                    <a:pt x="491239" y="519925"/>
                    <a:pt x="504935" y="508185"/>
                    <a:pt x="513026" y="494884"/>
                  </a:cubicBezTo>
                  <a:cubicBezTo>
                    <a:pt x="515142" y="491401"/>
                    <a:pt x="515919" y="488454"/>
                    <a:pt x="516274" y="484543"/>
                  </a:cubicBezTo>
                  <a:close/>
                  <a:moveTo>
                    <a:pt x="261054" y="473553"/>
                  </a:moveTo>
                  <a:cubicBezTo>
                    <a:pt x="263726" y="485855"/>
                    <a:pt x="269606" y="495627"/>
                    <a:pt x="280583" y="502257"/>
                  </a:cubicBezTo>
                  <a:lnTo>
                    <a:pt x="280584" y="502257"/>
                  </a:lnTo>
                  <a:close/>
                  <a:moveTo>
                    <a:pt x="532896" y="469682"/>
                  </a:moveTo>
                  <a:cubicBezTo>
                    <a:pt x="535924" y="480344"/>
                    <a:pt x="534698" y="494589"/>
                    <a:pt x="540498" y="503959"/>
                  </a:cubicBezTo>
                  <a:cubicBezTo>
                    <a:pt x="545179" y="511526"/>
                    <a:pt x="551146" y="516483"/>
                    <a:pt x="560127" y="518043"/>
                  </a:cubicBezTo>
                  <a:cubicBezTo>
                    <a:pt x="551146" y="516483"/>
                    <a:pt x="545179" y="511526"/>
                    <a:pt x="540498" y="503958"/>
                  </a:cubicBezTo>
                  <a:cubicBezTo>
                    <a:pt x="534698" y="494589"/>
                    <a:pt x="535924" y="480344"/>
                    <a:pt x="532896" y="469682"/>
                  </a:cubicBezTo>
                  <a:close/>
                  <a:moveTo>
                    <a:pt x="253665" y="457050"/>
                  </a:moveTo>
                  <a:lnTo>
                    <a:pt x="253665" y="457050"/>
                  </a:lnTo>
                  <a:cubicBezTo>
                    <a:pt x="253312" y="467813"/>
                    <a:pt x="254247" y="478244"/>
                    <a:pt x="256835" y="487878"/>
                  </a:cubicBezTo>
                  <a:close/>
                  <a:moveTo>
                    <a:pt x="393894" y="446676"/>
                  </a:moveTo>
                  <a:lnTo>
                    <a:pt x="392434" y="449817"/>
                  </a:lnTo>
                  <a:lnTo>
                    <a:pt x="389923" y="455008"/>
                  </a:lnTo>
                  <a:cubicBezTo>
                    <a:pt x="389280" y="456374"/>
                    <a:pt x="388684" y="457767"/>
                    <a:pt x="388041" y="459133"/>
                  </a:cubicBezTo>
                  <a:cubicBezTo>
                    <a:pt x="374057" y="489090"/>
                    <a:pt x="348132" y="510910"/>
                    <a:pt x="316769" y="521304"/>
                  </a:cubicBezTo>
                  <a:cubicBezTo>
                    <a:pt x="304312" y="525436"/>
                    <a:pt x="290837" y="526950"/>
                    <a:pt x="278895" y="520373"/>
                  </a:cubicBezTo>
                  <a:lnTo>
                    <a:pt x="264676" y="506419"/>
                  </a:lnTo>
                  <a:lnTo>
                    <a:pt x="264676" y="506419"/>
                  </a:lnTo>
                  <a:cubicBezTo>
                    <a:pt x="268276" y="512138"/>
                    <a:pt x="272939" y="517092"/>
                    <a:pt x="278896" y="520374"/>
                  </a:cubicBezTo>
                  <a:cubicBezTo>
                    <a:pt x="290837" y="526951"/>
                    <a:pt x="304312" y="525437"/>
                    <a:pt x="316769" y="521305"/>
                  </a:cubicBezTo>
                  <a:cubicBezTo>
                    <a:pt x="348132" y="510910"/>
                    <a:pt x="374057" y="489091"/>
                    <a:pt x="388041" y="459134"/>
                  </a:cubicBezTo>
                  <a:cubicBezTo>
                    <a:pt x="388684" y="457768"/>
                    <a:pt x="389280" y="456375"/>
                    <a:pt x="389923" y="455008"/>
                  </a:cubicBezTo>
                  <a:lnTo>
                    <a:pt x="392434" y="449818"/>
                  </a:lnTo>
                  <a:lnTo>
                    <a:pt x="393895" y="446678"/>
                  </a:lnTo>
                  <a:close/>
                  <a:moveTo>
                    <a:pt x="727057" y="406587"/>
                  </a:moveTo>
                  <a:cubicBezTo>
                    <a:pt x="717634" y="421917"/>
                    <a:pt x="706690" y="437173"/>
                    <a:pt x="701279" y="454425"/>
                  </a:cubicBezTo>
                  <a:lnTo>
                    <a:pt x="701279" y="454426"/>
                  </a:lnTo>
                  <a:lnTo>
                    <a:pt x="712664" y="429786"/>
                  </a:lnTo>
                  <a:cubicBezTo>
                    <a:pt x="717254" y="421899"/>
                    <a:pt x="722346" y="414252"/>
                    <a:pt x="727057" y="406587"/>
                  </a:cubicBezTo>
                  <a:close/>
                  <a:moveTo>
                    <a:pt x="785346" y="399217"/>
                  </a:moveTo>
                  <a:lnTo>
                    <a:pt x="783649" y="404705"/>
                  </a:lnTo>
                  <a:cubicBezTo>
                    <a:pt x="784871" y="401163"/>
                    <a:pt x="785476" y="400180"/>
                    <a:pt x="785347" y="399217"/>
                  </a:cubicBezTo>
                  <a:close/>
                  <a:moveTo>
                    <a:pt x="418728" y="383970"/>
                  </a:moveTo>
                  <a:cubicBezTo>
                    <a:pt x="417054" y="417852"/>
                    <a:pt x="390485" y="463969"/>
                    <a:pt x="418279" y="493705"/>
                  </a:cubicBezTo>
                  <a:cubicBezTo>
                    <a:pt x="390486" y="463969"/>
                    <a:pt x="417054" y="417852"/>
                    <a:pt x="418728" y="383970"/>
                  </a:cubicBezTo>
                  <a:close/>
                  <a:moveTo>
                    <a:pt x="349920" y="374380"/>
                  </a:moveTo>
                  <a:cubicBezTo>
                    <a:pt x="340196" y="392282"/>
                    <a:pt x="325422" y="423223"/>
                    <a:pt x="331094" y="444072"/>
                  </a:cubicBezTo>
                  <a:cubicBezTo>
                    <a:pt x="332775" y="450267"/>
                    <a:pt x="334356" y="450066"/>
                    <a:pt x="339218" y="453662"/>
                  </a:cubicBezTo>
                  <a:cubicBezTo>
                    <a:pt x="349766" y="453796"/>
                    <a:pt x="354568" y="450869"/>
                    <a:pt x="363094" y="445465"/>
                  </a:cubicBezTo>
                  <a:cubicBezTo>
                    <a:pt x="374687" y="432037"/>
                    <a:pt x="383581" y="418856"/>
                    <a:pt x="392482" y="403607"/>
                  </a:cubicBezTo>
                  <a:cubicBezTo>
                    <a:pt x="378986" y="391927"/>
                    <a:pt x="367086" y="380307"/>
                    <a:pt x="349920" y="374380"/>
                  </a:cubicBezTo>
                  <a:close/>
                  <a:moveTo>
                    <a:pt x="595482" y="335375"/>
                  </a:moveTo>
                  <a:cubicBezTo>
                    <a:pt x="588176" y="344229"/>
                    <a:pt x="582885" y="351375"/>
                    <a:pt x="572323" y="356163"/>
                  </a:cubicBezTo>
                  <a:cubicBezTo>
                    <a:pt x="563998" y="356371"/>
                    <a:pt x="561239" y="358353"/>
                    <a:pt x="554589" y="352882"/>
                  </a:cubicBezTo>
                  <a:cubicBezTo>
                    <a:pt x="561239" y="358354"/>
                    <a:pt x="563998" y="356371"/>
                    <a:pt x="572323" y="356164"/>
                  </a:cubicBezTo>
                  <a:cubicBezTo>
                    <a:pt x="582885" y="351375"/>
                    <a:pt x="588176" y="344229"/>
                    <a:pt x="595482" y="335375"/>
                  </a:cubicBezTo>
                  <a:close/>
                  <a:moveTo>
                    <a:pt x="707039" y="312591"/>
                  </a:moveTo>
                  <a:cubicBezTo>
                    <a:pt x="677919" y="335542"/>
                    <a:pt x="618554" y="411161"/>
                    <a:pt x="613022" y="447668"/>
                  </a:cubicBezTo>
                  <a:cubicBezTo>
                    <a:pt x="611944" y="454761"/>
                    <a:pt x="612868" y="456214"/>
                    <a:pt x="616492" y="461926"/>
                  </a:cubicBezTo>
                  <a:cubicBezTo>
                    <a:pt x="647875" y="439491"/>
                    <a:pt x="700723" y="361889"/>
                    <a:pt x="709209" y="323943"/>
                  </a:cubicBezTo>
                  <a:cubicBezTo>
                    <a:pt x="709758" y="321485"/>
                    <a:pt x="709825" y="318980"/>
                    <a:pt x="710005" y="316482"/>
                  </a:cubicBezTo>
                  <a:close/>
                  <a:moveTo>
                    <a:pt x="394866" y="309008"/>
                  </a:moveTo>
                  <a:cubicBezTo>
                    <a:pt x="387338" y="315779"/>
                    <a:pt x="378899" y="322208"/>
                    <a:pt x="378143" y="333138"/>
                  </a:cubicBezTo>
                  <a:cubicBezTo>
                    <a:pt x="377459" y="342889"/>
                    <a:pt x="381585" y="351060"/>
                    <a:pt x="388390" y="357724"/>
                  </a:cubicBezTo>
                  <a:cubicBezTo>
                    <a:pt x="393707" y="362934"/>
                    <a:pt x="399962" y="368024"/>
                    <a:pt x="406412" y="371748"/>
                  </a:cubicBezTo>
                  <a:cubicBezTo>
                    <a:pt x="413826" y="355011"/>
                    <a:pt x="426370" y="334786"/>
                    <a:pt x="419518" y="316361"/>
                  </a:cubicBezTo>
                  <a:cubicBezTo>
                    <a:pt x="410490" y="308995"/>
                    <a:pt x="406713" y="308439"/>
                    <a:pt x="394866" y="309008"/>
                  </a:cubicBezTo>
                  <a:close/>
                  <a:moveTo>
                    <a:pt x="571814" y="306771"/>
                  </a:moveTo>
                  <a:cubicBezTo>
                    <a:pt x="565492" y="305787"/>
                    <a:pt x="562411" y="304849"/>
                    <a:pt x="556645" y="308820"/>
                  </a:cubicBezTo>
                  <a:cubicBezTo>
                    <a:pt x="522395" y="332415"/>
                    <a:pt x="482118" y="398175"/>
                    <a:pt x="479539" y="439390"/>
                  </a:cubicBezTo>
                  <a:cubicBezTo>
                    <a:pt x="482118" y="398175"/>
                    <a:pt x="522395" y="332415"/>
                    <a:pt x="556645" y="308821"/>
                  </a:cubicBezTo>
                  <a:cubicBezTo>
                    <a:pt x="562411" y="304849"/>
                    <a:pt x="565492" y="305787"/>
                    <a:pt x="571814" y="306771"/>
                  </a:cubicBezTo>
                  <a:close/>
                  <a:moveTo>
                    <a:pt x="678672" y="284774"/>
                  </a:moveTo>
                  <a:lnTo>
                    <a:pt x="677922" y="284994"/>
                  </a:lnTo>
                  <a:cubicBezTo>
                    <a:pt x="670851" y="288819"/>
                    <a:pt x="663964" y="294082"/>
                    <a:pt x="657380" y="299943"/>
                  </a:cubicBezTo>
                  <a:cubicBezTo>
                    <a:pt x="663965" y="294082"/>
                    <a:pt x="670851" y="288819"/>
                    <a:pt x="677923" y="284994"/>
                  </a:cubicBezTo>
                  <a:close/>
                  <a:moveTo>
                    <a:pt x="774492" y="280786"/>
                  </a:moveTo>
                  <a:lnTo>
                    <a:pt x="789254" y="284784"/>
                  </a:lnTo>
                  <a:cubicBezTo>
                    <a:pt x="784536" y="281886"/>
                    <a:pt x="779572" y="280824"/>
                    <a:pt x="774493" y="280786"/>
                  </a:cubicBezTo>
                  <a:close/>
                  <a:moveTo>
                    <a:pt x="405367" y="198992"/>
                  </a:moveTo>
                  <a:cubicBezTo>
                    <a:pt x="412332" y="202622"/>
                    <a:pt x="413363" y="203191"/>
                    <a:pt x="417369" y="209868"/>
                  </a:cubicBezTo>
                  <a:cubicBezTo>
                    <a:pt x="409700" y="222613"/>
                    <a:pt x="392368" y="222861"/>
                    <a:pt x="382014" y="233791"/>
                  </a:cubicBezTo>
                  <a:cubicBezTo>
                    <a:pt x="378236" y="237782"/>
                    <a:pt x="379408" y="240656"/>
                    <a:pt x="379274" y="245752"/>
                  </a:cubicBezTo>
                  <a:cubicBezTo>
                    <a:pt x="384518" y="254305"/>
                    <a:pt x="387813" y="258745"/>
                    <a:pt x="396306" y="264585"/>
                  </a:cubicBezTo>
                  <a:cubicBezTo>
                    <a:pt x="387814" y="258745"/>
                    <a:pt x="384519" y="254305"/>
                    <a:pt x="379275" y="245752"/>
                  </a:cubicBezTo>
                  <a:cubicBezTo>
                    <a:pt x="379409" y="240656"/>
                    <a:pt x="378237" y="237782"/>
                    <a:pt x="382014" y="233791"/>
                  </a:cubicBezTo>
                  <a:cubicBezTo>
                    <a:pt x="392368" y="222861"/>
                    <a:pt x="409701" y="222613"/>
                    <a:pt x="417369" y="209868"/>
                  </a:cubicBezTo>
                  <a:cubicBezTo>
                    <a:pt x="413364" y="203191"/>
                    <a:pt x="412333" y="202622"/>
                    <a:pt x="405367" y="198992"/>
                  </a:cubicBezTo>
                  <a:close/>
                  <a:moveTo>
                    <a:pt x="347550" y="178753"/>
                  </a:moveTo>
                  <a:lnTo>
                    <a:pt x="340843" y="180428"/>
                  </a:lnTo>
                  <a:cubicBezTo>
                    <a:pt x="327215" y="185905"/>
                    <a:pt x="314180" y="192820"/>
                    <a:pt x="302343" y="199548"/>
                  </a:cubicBezTo>
                  <a:lnTo>
                    <a:pt x="302338" y="199551"/>
                  </a:lnTo>
                  <a:lnTo>
                    <a:pt x="237321" y="255228"/>
                  </a:lnTo>
                  <a:cubicBezTo>
                    <a:pt x="221822" y="270815"/>
                    <a:pt x="207072" y="287547"/>
                    <a:pt x="193479" y="305194"/>
                  </a:cubicBezTo>
                  <a:lnTo>
                    <a:pt x="186311" y="315964"/>
                  </a:lnTo>
                  <a:lnTo>
                    <a:pt x="180288" y="323137"/>
                  </a:lnTo>
                  <a:lnTo>
                    <a:pt x="173432" y="335319"/>
                  </a:lnTo>
                  <a:lnTo>
                    <a:pt x="156581" y="360643"/>
                  </a:lnTo>
                  <a:lnTo>
                    <a:pt x="144669" y="386433"/>
                  </a:lnTo>
                  <a:lnTo>
                    <a:pt x="137054" y="399966"/>
                  </a:lnTo>
                  <a:lnTo>
                    <a:pt x="134825" y="407747"/>
                  </a:lnTo>
                  <a:lnTo>
                    <a:pt x="129082" y="420180"/>
                  </a:lnTo>
                  <a:cubicBezTo>
                    <a:pt x="121754" y="440553"/>
                    <a:pt x="116402" y="461375"/>
                    <a:pt x="113433" y="482413"/>
                  </a:cubicBezTo>
                  <a:cubicBezTo>
                    <a:pt x="108885" y="514633"/>
                    <a:pt x="116768" y="547430"/>
                    <a:pt x="136773" y="573362"/>
                  </a:cubicBezTo>
                  <a:cubicBezTo>
                    <a:pt x="146129" y="585491"/>
                    <a:pt x="157655" y="594091"/>
                    <a:pt x="170547" y="600058"/>
                  </a:cubicBezTo>
                  <a:lnTo>
                    <a:pt x="136774" y="573362"/>
                  </a:lnTo>
                  <a:cubicBezTo>
                    <a:pt x="116769" y="547431"/>
                    <a:pt x="108886" y="514634"/>
                    <a:pt x="113434" y="482413"/>
                  </a:cubicBezTo>
                  <a:lnTo>
                    <a:pt x="134825" y="407747"/>
                  </a:lnTo>
                  <a:lnTo>
                    <a:pt x="144669" y="386433"/>
                  </a:lnTo>
                  <a:lnTo>
                    <a:pt x="173432" y="335319"/>
                  </a:lnTo>
                  <a:lnTo>
                    <a:pt x="186311" y="315964"/>
                  </a:lnTo>
                  <a:lnTo>
                    <a:pt x="237322" y="255229"/>
                  </a:lnTo>
                  <a:cubicBezTo>
                    <a:pt x="257988" y="234448"/>
                    <a:pt x="279985" y="215704"/>
                    <a:pt x="302343" y="199548"/>
                  </a:cubicBezTo>
                  <a:close/>
                  <a:moveTo>
                    <a:pt x="382898" y="169929"/>
                  </a:moveTo>
                  <a:lnTo>
                    <a:pt x="382893" y="169930"/>
                  </a:lnTo>
                  <a:lnTo>
                    <a:pt x="382899" y="169929"/>
                  </a:lnTo>
                  <a:close/>
                  <a:moveTo>
                    <a:pt x="78929" y="59"/>
                  </a:moveTo>
                  <a:cubicBezTo>
                    <a:pt x="105253" y="-229"/>
                    <a:pt x="131516" y="445"/>
                    <a:pt x="156302" y="4081"/>
                  </a:cubicBezTo>
                  <a:cubicBezTo>
                    <a:pt x="155639" y="48417"/>
                    <a:pt x="145747" y="220035"/>
                    <a:pt x="169643" y="249576"/>
                  </a:cubicBezTo>
                  <a:cubicBezTo>
                    <a:pt x="178611" y="253173"/>
                    <a:pt x="180480" y="254050"/>
                    <a:pt x="190083" y="250407"/>
                  </a:cubicBezTo>
                  <a:cubicBezTo>
                    <a:pt x="204998" y="244748"/>
                    <a:pt x="220784" y="219124"/>
                    <a:pt x="228961" y="206078"/>
                  </a:cubicBezTo>
                  <a:cubicBezTo>
                    <a:pt x="230595" y="175093"/>
                    <a:pt x="232953" y="139877"/>
                    <a:pt x="233915" y="104814"/>
                  </a:cubicBezTo>
                  <a:lnTo>
                    <a:pt x="233915" y="104813"/>
                  </a:lnTo>
                  <a:lnTo>
                    <a:pt x="228961" y="206077"/>
                  </a:lnTo>
                  <a:cubicBezTo>
                    <a:pt x="220784" y="219124"/>
                    <a:pt x="204998" y="244747"/>
                    <a:pt x="190084" y="250406"/>
                  </a:cubicBezTo>
                  <a:cubicBezTo>
                    <a:pt x="180480" y="254050"/>
                    <a:pt x="178611" y="253172"/>
                    <a:pt x="169644" y="249576"/>
                  </a:cubicBezTo>
                  <a:cubicBezTo>
                    <a:pt x="145748" y="220034"/>
                    <a:pt x="155640" y="48417"/>
                    <a:pt x="156303" y="4081"/>
                  </a:cubicBezTo>
                  <a:cubicBezTo>
                    <a:pt x="180955" y="4650"/>
                    <a:pt x="205876" y="5943"/>
                    <a:pt x="230495" y="4463"/>
                  </a:cubicBezTo>
                  <a:cubicBezTo>
                    <a:pt x="268495" y="324"/>
                    <a:pt x="307440" y="1925"/>
                    <a:pt x="345634" y="1938"/>
                  </a:cubicBezTo>
                  <a:cubicBezTo>
                    <a:pt x="410403" y="6030"/>
                    <a:pt x="475916" y="5341"/>
                    <a:pt x="540812" y="6553"/>
                  </a:cubicBezTo>
                  <a:cubicBezTo>
                    <a:pt x="570783" y="7115"/>
                    <a:pt x="606821" y="11991"/>
                    <a:pt x="636054" y="7450"/>
                  </a:cubicBezTo>
                  <a:cubicBezTo>
                    <a:pt x="678113" y="13384"/>
                    <a:pt x="728517" y="16284"/>
                    <a:pt x="770790" y="13772"/>
                  </a:cubicBezTo>
                  <a:lnTo>
                    <a:pt x="833476" y="15387"/>
                  </a:lnTo>
                  <a:cubicBezTo>
                    <a:pt x="867786" y="22472"/>
                    <a:pt x="906872" y="18976"/>
                    <a:pt x="941878" y="18668"/>
                  </a:cubicBezTo>
                  <a:cubicBezTo>
                    <a:pt x="942441" y="96537"/>
                    <a:pt x="939601" y="175284"/>
                    <a:pt x="943097" y="253032"/>
                  </a:cubicBezTo>
                  <a:cubicBezTo>
                    <a:pt x="931611" y="263205"/>
                    <a:pt x="870941" y="330801"/>
                    <a:pt x="864551" y="331672"/>
                  </a:cubicBezTo>
                  <a:lnTo>
                    <a:pt x="863601" y="315973"/>
                  </a:lnTo>
                  <a:lnTo>
                    <a:pt x="880873" y="280953"/>
                  </a:lnTo>
                  <a:cubicBezTo>
                    <a:pt x="870590" y="281295"/>
                    <a:pt x="860299" y="281877"/>
                    <a:pt x="850035" y="281923"/>
                  </a:cubicBezTo>
                  <a:lnTo>
                    <a:pt x="819359" y="279667"/>
                  </a:lnTo>
                  <a:lnTo>
                    <a:pt x="792456" y="339373"/>
                  </a:lnTo>
                  <a:lnTo>
                    <a:pt x="792087" y="346801"/>
                  </a:lnTo>
                  <a:lnTo>
                    <a:pt x="782042" y="339099"/>
                  </a:lnTo>
                  <a:lnTo>
                    <a:pt x="782042" y="339100"/>
                  </a:lnTo>
                  <a:lnTo>
                    <a:pt x="792087" y="346801"/>
                  </a:lnTo>
                  <a:cubicBezTo>
                    <a:pt x="814537" y="350551"/>
                    <a:pt x="836423" y="348221"/>
                    <a:pt x="858852" y="345388"/>
                  </a:cubicBezTo>
                  <a:cubicBezTo>
                    <a:pt x="805428" y="420256"/>
                    <a:pt x="766443" y="488374"/>
                    <a:pt x="782035" y="584467"/>
                  </a:cubicBezTo>
                  <a:cubicBezTo>
                    <a:pt x="783749" y="595055"/>
                    <a:pt x="786046" y="605329"/>
                    <a:pt x="789227" y="615569"/>
                  </a:cubicBezTo>
                  <a:cubicBezTo>
                    <a:pt x="811040" y="640255"/>
                    <a:pt x="835780" y="657601"/>
                    <a:pt x="869769" y="659637"/>
                  </a:cubicBezTo>
                  <a:cubicBezTo>
                    <a:pt x="891381" y="660929"/>
                    <a:pt x="913140" y="654580"/>
                    <a:pt x="932221" y="644762"/>
                  </a:cubicBezTo>
                  <a:cubicBezTo>
                    <a:pt x="939240" y="660742"/>
                    <a:pt x="939956" y="874344"/>
                    <a:pt x="933413" y="889199"/>
                  </a:cubicBezTo>
                  <a:cubicBezTo>
                    <a:pt x="931792" y="892882"/>
                    <a:pt x="927412" y="893880"/>
                    <a:pt x="924003" y="895628"/>
                  </a:cubicBezTo>
                  <a:cubicBezTo>
                    <a:pt x="798831" y="896318"/>
                    <a:pt x="672909" y="897343"/>
                    <a:pt x="547791" y="893974"/>
                  </a:cubicBezTo>
                  <a:cubicBezTo>
                    <a:pt x="459809" y="891610"/>
                    <a:pt x="371834" y="885134"/>
                    <a:pt x="283812" y="885007"/>
                  </a:cubicBezTo>
                  <a:cubicBezTo>
                    <a:pt x="258791" y="880653"/>
                    <a:pt x="231164" y="881450"/>
                    <a:pt x="205655" y="879421"/>
                  </a:cubicBezTo>
                  <a:cubicBezTo>
                    <a:pt x="205655" y="842043"/>
                    <a:pt x="201301" y="797259"/>
                    <a:pt x="208769" y="760772"/>
                  </a:cubicBezTo>
                  <a:cubicBezTo>
                    <a:pt x="209579" y="760297"/>
                    <a:pt x="210363" y="759781"/>
                    <a:pt x="211126" y="759238"/>
                  </a:cubicBezTo>
                  <a:cubicBezTo>
                    <a:pt x="210363" y="759780"/>
                    <a:pt x="209579" y="760296"/>
                    <a:pt x="208769" y="760771"/>
                  </a:cubicBezTo>
                  <a:lnTo>
                    <a:pt x="208768" y="760772"/>
                  </a:lnTo>
                  <a:lnTo>
                    <a:pt x="204411" y="819762"/>
                  </a:lnTo>
                  <a:cubicBezTo>
                    <a:pt x="204566" y="840191"/>
                    <a:pt x="205654" y="860732"/>
                    <a:pt x="205654" y="879420"/>
                  </a:cubicBezTo>
                  <a:lnTo>
                    <a:pt x="162115" y="876547"/>
                  </a:lnTo>
                  <a:lnTo>
                    <a:pt x="150020" y="874243"/>
                  </a:lnTo>
                  <a:lnTo>
                    <a:pt x="150020" y="874244"/>
                  </a:lnTo>
                  <a:cubicBezTo>
                    <a:pt x="120479" y="869964"/>
                    <a:pt x="88653" y="870621"/>
                    <a:pt x="58817" y="871686"/>
                  </a:cubicBezTo>
                  <a:cubicBezTo>
                    <a:pt x="41411" y="868511"/>
                    <a:pt x="22578" y="868913"/>
                    <a:pt x="4884" y="868056"/>
                  </a:cubicBezTo>
                  <a:cubicBezTo>
                    <a:pt x="6585" y="860227"/>
                    <a:pt x="6089" y="858646"/>
                    <a:pt x="11608" y="852397"/>
                  </a:cubicBezTo>
                  <a:cubicBezTo>
                    <a:pt x="10838" y="851667"/>
                    <a:pt x="10008" y="850998"/>
                    <a:pt x="9304" y="850207"/>
                  </a:cubicBezTo>
                  <a:cubicBezTo>
                    <a:pt x="4506" y="844823"/>
                    <a:pt x="2559" y="838875"/>
                    <a:pt x="1846" y="832593"/>
                  </a:cubicBezTo>
                  <a:lnTo>
                    <a:pt x="1797" y="812970"/>
                  </a:lnTo>
                  <a:lnTo>
                    <a:pt x="1796" y="812970"/>
                  </a:lnTo>
                  <a:lnTo>
                    <a:pt x="1837" y="804780"/>
                  </a:lnTo>
                  <a:cubicBezTo>
                    <a:pt x="-2309" y="739348"/>
                    <a:pt x="1817" y="670875"/>
                    <a:pt x="2118" y="605155"/>
                  </a:cubicBezTo>
                  <a:cubicBezTo>
                    <a:pt x="3732" y="466896"/>
                    <a:pt x="4288" y="328631"/>
                    <a:pt x="3779" y="190366"/>
                  </a:cubicBezTo>
                  <a:cubicBezTo>
                    <a:pt x="3692" y="128195"/>
                    <a:pt x="7389" y="63553"/>
                    <a:pt x="1194" y="1798"/>
                  </a:cubicBezTo>
                  <a:cubicBezTo>
                    <a:pt x="26222" y="1594"/>
                    <a:pt x="52606" y="346"/>
                    <a:pt x="78929" y="59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97961EFD-0987-5B29-E929-032E99B25A7F}"/>
                </a:ext>
              </a:extLst>
            </p:cNvPr>
            <p:cNvSpPr/>
            <p:nvPr/>
          </p:nvSpPr>
          <p:spPr>
            <a:xfrm>
              <a:off x="1066756" y="2417918"/>
              <a:ext cx="648951" cy="893226"/>
            </a:xfrm>
            <a:custGeom>
              <a:avLst/>
              <a:gdLst>
                <a:gd name="connsiteX0" fmla="*/ 368531 w 648951"/>
                <a:gd name="connsiteY0" fmla="*/ 8598 h 893226"/>
                <a:gd name="connsiteX1" fmla="*/ 465413 w 648951"/>
                <a:gd name="connsiteY1" fmla="*/ 3990 h 893226"/>
                <a:gd name="connsiteX2" fmla="*/ 638136 w 648951"/>
                <a:gd name="connsiteY2" fmla="*/ 39 h 893226"/>
                <a:gd name="connsiteX3" fmla="*/ 644304 w 648951"/>
                <a:gd name="connsiteY3" fmla="*/ 410447 h 893226"/>
                <a:gd name="connsiteX4" fmla="*/ 645134 w 648951"/>
                <a:gd name="connsiteY4" fmla="*/ 816208 h 893226"/>
                <a:gd name="connsiteX5" fmla="*/ 648952 w 648951"/>
                <a:gd name="connsiteY5" fmla="*/ 838798 h 893226"/>
                <a:gd name="connsiteX6" fmla="*/ 633501 w 648951"/>
                <a:gd name="connsiteY6" fmla="*/ 841094 h 893226"/>
                <a:gd name="connsiteX7" fmla="*/ 636528 w 648951"/>
                <a:gd name="connsiteY7" fmla="*/ 849493 h 893226"/>
                <a:gd name="connsiteX8" fmla="*/ 633749 w 648951"/>
                <a:gd name="connsiteY8" fmla="*/ 851850 h 893226"/>
                <a:gd name="connsiteX9" fmla="*/ 625773 w 648951"/>
                <a:gd name="connsiteY9" fmla="*/ 866665 h 893226"/>
                <a:gd name="connsiteX10" fmla="*/ 0 w 648951"/>
                <a:gd name="connsiteY10" fmla="*/ 893226 h 893226"/>
                <a:gd name="connsiteX11" fmla="*/ 9410 w 648951"/>
                <a:gd name="connsiteY11" fmla="*/ 886797 h 893226"/>
                <a:gd name="connsiteX12" fmla="*/ 8217 w 648951"/>
                <a:gd name="connsiteY12" fmla="*/ 642360 h 893226"/>
                <a:gd name="connsiteX13" fmla="*/ 70690 w 648951"/>
                <a:gd name="connsiteY13" fmla="*/ 565844 h 893226"/>
                <a:gd name="connsiteX14" fmla="*/ 80515 w 648951"/>
                <a:gd name="connsiteY14" fmla="*/ 622523 h 893226"/>
                <a:gd name="connsiteX15" fmla="*/ 112789 w 648951"/>
                <a:gd name="connsiteY15" fmla="*/ 654013 h 893226"/>
                <a:gd name="connsiteX16" fmla="*/ 150541 w 648951"/>
                <a:gd name="connsiteY16" fmla="*/ 649573 h 893226"/>
                <a:gd name="connsiteX17" fmla="*/ 207354 w 648951"/>
                <a:gd name="connsiteY17" fmla="*/ 569393 h 893226"/>
                <a:gd name="connsiteX18" fmla="*/ 237492 w 648951"/>
                <a:gd name="connsiteY18" fmla="*/ 644423 h 893226"/>
                <a:gd name="connsiteX19" fmla="*/ 316768 w 648951"/>
                <a:gd name="connsiteY19" fmla="*/ 654623 h 893226"/>
                <a:gd name="connsiteX20" fmla="*/ 339478 w 648951"/>
                <a:gd name="connsiteY20" fmla="*/ 640793 h 893226"/>
                <a:gd name="connsiteX21" fmla="*/ 387678 w 648951"/>
                <a:gd name="connsiteY21" fmla="*/ 654328 h 893226"/>
                <a:gd name="connsiteX22" fmla="*/ 463893 w 648951"/>
                <a:gd name="connsiteY22" fmla="*/ 606737 h 893226"/>
                <a:gd name="connsiteX23" fmla="*/ 496160 w 648951"/>
                <a:gd name="connsiteY23" fmla="*/ 526732 h 893226"/>
                <a:gd name="connsiteX24" fmla="*/ 490019 w 648951"/>
                <a:gd name="connsiteY24" fmla="*/ 525037 h 893226"/>
                <a:gd name="connsiteX25" fmla="*/ 471454 w 648951"/>
                <a:gd name="connsiteY25" fmla="*/ 518166 h 893226"/>
                <a:gd name="connsiteX26" fmla="*/ 518436 w 648951"/>
                <a:gd name="connsiteY26" fmla="*/ 397153 h 893226"/>
                <a:gd name="connsiteX27" fmla="*/ 499696 w 648951"/>
                <a:gd name="connsiteY27" fmla="*/ 385674 h 893226"/>
                <a:gd name="connsiteX28" fmla="*/ 456325 w 648951"/>
                <a:gd name="connsiteY28" fmla="*/ 390188 h 893226"/>
                <a:gd name="connsiteX29" fmla="*/ 452307 w 648951"/>
                <a:gd name="connsiteY29" fmla="*/ 393108 h 893226"/>
                <a:gd name="connsiteX30" fmla="*/ 414474 w 648951"/>
                <a:gd name="connsiteY30" fmla="*/ 398224 h 893226"/>
                <a:gd name="connsiteX31" fmla="*/ 408627 w 648951"/>
                <a:gd name="connsiteY31" fmla="*/ 391072 h 893226"/>
                <a:gd name="connsiteX32" fmla="*/ 447518 w 648951"/>
                <a:gd name="connsiteY32" fmla="*/ 321527 h 893226"/>
                <a:gd name="connsiteX33" fmla="*/ 488117 w 648951"/>
                <a:gd name="connsiteY33" fmla="*/ 310966 h 893226"/>
                <a:gd name="connsiteX34" fmla="*/ 570373 w 648951"/>
                <a:gd name="connsiteY34" fmla="*/ 242386 h 893226"/>
                <a:gd name="connsiteX35" fmla="*/ 573520 w 648951"/>
                <a:gd name="connsiteY35" fmla="*/ 211324 h 893226"/>
                <a:gd name="connsiteX36" fmla="*/ 554882 w 648951"/>
                <a:gd name="connsiteY36" fmla="*/ 217077 h 893226"/>
                <a:gd name="connsiteX37" fmla="*/ 509849 w 648951"/>
                <a:gd name="connsiteY37" fmla="*/ 241308 h 893226"/>
                <a:gd name="connsiteX38" fmla="*/ 510171 w 648951"/>
                <a:gd name="connsiteY38" fmla="*/ 201606 h 893226"/>
                <a:gd name="connsiteX39" fmla="*/ 495336 w 648951"/>
                <a:gd name="connsiteY39" fmla="*/ 173123 h 893226"/>
                <a:gd name="connsiteX40" fmla="*/ 400530 w 648951"/>
                <a:gd name="connsiteY40" fmla="*/ 200139 h 893226"/>
                <a:gd name="connsiteX41" fmla="*/ 396458 w 648951"/>
                <a:gd name="connsiteY41" fmla="*/ 13648 h 893226"/>
                <a:gd name="connsiteX42" fmla="*/ 368531 w 648951"/>
                <a:gd name="connsiteY42" fmla="*/ 8598 h 893226"/>
                <a:gd name="connsiteX43" fmla="*/ 522293 w 648951"/>
                <a:gd name="connsiteY43" fmla="*/ 785440 h 893226"/>
                <a:gd name="connsiteX44" fmla="*/ 499864 w 648951"/>
                <a:gd name="connsiteY44" fmla="*/ 806296 h 893226"/>
                <a:gd name="connsiteX45" fmla="*/ 407361 w 648951"/>
                <a:gd name="connsiteY45" fmla="*/ 796504 h 893226"/>
                <a:gd name="connsiteX46" fmla="*/ 405245 w 648951"/>
                <a:gd name="connsiteY46" fmla="*/ 798366 h 893226"/>
                <a:gd name="connsiteX47" fmla="*/ 420314 w 648951"/>
                <a:gd name="connsiteY47" fmla="*/ 823675 h 893226"/>
                <a:gd name="connsiteX48" fmla="*/ 392245 w 648951"/>
                <a:gd name="connsiteY48" fmla="*/ 837840 h 893226"/>
                <a:gd name="connsiteX49" fmla="*/ 406531 w 648951"/>
                <a:gd name="connsiteY49" fmla="*/ 846332 h 893226"/>
                <a:gd name="connsiteX50" fmla="*/ 559831 w 648951"/>
                <a:gd name="connsiteY50" fmla="*/ 827352 h 893226"/>
                <a:gd name="connsiteX51" fmla="*/ 559999 w 648951"/>
                <a:gd name="connsiteY51" fmla="*/ 810743 h 893226"/>
                <a:gd name="connsiteX52" fmla="*/ 522293 w 648951"/>
                <a:gd name="connsiteY52" fmla="*/ 785440 h 893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48951" h="893226">
                  <a:moveTo>
                    <a:pt x="368531" y="8598"/>
                  </a:moveTo>
                  <a:cubicBezTo>
                    <a:pt x="399190" y="3140"/>
                    <a:pt x="434164" y="4921"/>
                    <a:pt x="465413" y="3990"/>
                  </a:cubicBezTo>
                  <a:cubicBezTo>
                    <a:pt x="522923" y="2282"/>
                    <a:pt x="580599" y="-350"/>
                    <a:pt x="638136" y="39"/>
                  </a:cubicBezTo>
                  <a:cubicBezTo>
                    <a:pt x="632256" y="137098"/>
                    <a:pt x="641658" y="273441"/>
                    <a:pt x="644304" y="410447"/>
                  </a:cubicBezTo>
                  <a:cubicBezTo>
                    <a:pt x="646916" y="545719"/>
                    <a:pt x="642985" y="681077"/>
                    <a:pt x="645134" y="816208"/>
                  </a:cubicBezTo>
                  <a:cubicBezTo>
                    <a:pt x="645268" y="824505"/>
                    <a:pt x="645456" y="831109"/>
                    <a:pt x="648952" y="838798"/>
                  </a:cubicBezTo>
                  <a:cubicBezTo>
                    <a:pt x="641719" y="838422"/>
                    <a:pt x="639756" y="837009"/>
                    <a:pt x="633501" y="841094"/>
                  </a:cubicBezTo>
                  <a:cubicBezTo>
                    <a:pt x="635189" y="848234"/>
                    <a:pt x="633715" y="845642"/>
                    <a:pt x="636528" y="849493"/>
                  </a:cubicBezTo>
                  <a:cubicBezTo>
                    <a:pt x="635597" y="850277"/>
                    <a:pt x="634613" y="850993"/>
                    <a:pt x="633749" y="851850"/>
                  </a:cubicBezTo>
                  <a:cubicBezTo>
                    <a:pt x="629262" y="856297"/>
                    <a:pt x="627922" y="860898"/>
                    <a:pt x="625773" y="866665"/>
                  </a:cubicBezTo>
                  <a:cubicBezTo>
                    <a:pt x="607676" y="874742"/>
                    <a:pt x="63503" y="892235"/>
                    <a:pt x="0" y="893226"/>
                  </a:cubicBezTo>
                  <a:cubicBezTo>
                    <a:pt x="3409" y="891478"/>
                    <a:pt x="7789" y="890480"/>
                    <a:pt x="9410" y="886797"/>
                  </a:cubicBezTo>
                  <a:cubicBezTo>
                    <a:pt x="15953" y="871942"/>
                    <a:pt x="15236" y="658340"/>
                    <a:pt x="8217" y="642360"/>
                  </a:cubicBezTo>
                  <a:cubicBezTo>
                    <a:pt x="16475" y="622516"/>
                    <a:pt x="54985" y="584717"/>
                    <a:pt x="70690" y="565844"/>
                  </a:cubicBezTo>
                  <a:cubicBezTo>
                    <a:pt x="71420" y="585560"/>
                    <a:pt x="72029" y="604233"/>
                    <a:pt x="80515" y="622523"/>
                  </a:cubicBezTo>
                  <a:cubicBezTo>
                    <a:pt x="87071" y="636654"/>
                    <a:pt x="97419" y="649312"/>
                    <a:pt x="112789" y="654013"/>
                  </a:cubicBezTo>
                  <a:cubicBezTo>
                    <a:pt x="125199" y="657804"/>
                    <a:pt x="139203" y="655607"/>
                    <a:pt x="150541" y="649573"/>
                  </a:cubicBezTo>
                  <a:cubicBezTo>
                    <a:pt x="180505" y="633633"/>
                    <a:pt x="197723" y="600529"/>
                    <a:pt x="207354" y="569393"/>
                  </a:cubicBezTo>
                  <a:cubicBezTo>
                    <a:pt x="214748" y="592479"/>
                    <a:pt x="218894" y="627613"/>
                    <a:pt x="237492" y="644423"/>
                  </a:cubicBezTo>
                  <a:cubicBezTo>
                    <a:pt x="257611" y="662606"/>
                    <a:pt x="292188" y="655955"/>
                    <a:pt x="316768" y="654623"/>
                  </a:cubicBezTo>
                  <a:cubicBezTo>
                    <a:pt x="324201" y="649365"/>
                    <a:pt x="331173" y="644644"/>
                    <a:pt x="339478" y="640793"/>
                  </a:cubicBezTo>
                  <a:cubicBezTo>
                    <a:pt x="356944" y="654382"/>
                    <a:pt x="365256" y="657181"/>
                    <a:pt x="387678" y="654328"/>
                  </a:cubicBezTo>
                  <a:cubicBezTo>
                    <a:pt x="419644" y="650256"/>
                    <a:pt x="445549" y="632810"/>
                    <a:pt x="463893" y="606737"/>
                  </a:cubicBezTo>
                  <a:cubicBezTo>
                    <a:pt x="475566" y="590155"/>
                    <a:pt x="499810" y="546723"/>
                    <a:pt x="496160" y="526732"/>
                  </a:cubicBezTo>
                  <a:lnTo>
                    <a:pt x="490019" y="525037"/>
                  </a:lnTo>
                  <a:cubicBezTo>
                    <a:pt x="484072" y="519666"/>
                    <a:pt x="479189" y="519371"/>
                    <a:pt x="471454" y="518166"/>
                  </a:cubicBezTo>
                  <a:cubicBezTo>
                    <a:pt x="477174" y="490265"/>
                    <a:pt x="521342" y="413682"/>
                    <a:pt x="518436" y="397153"/>
                  </a:cubicBezTo>
                  <a:cubicBezTo>
                    <a:pt x="512642" y="390389"/>
                    <a:pt x="508644" y="387496"/>
                    <a:pt x="499696" y="385674"/>
                  </a:cubicBezTo>
                  <a:cubicBezTo>
                    <a:pt x="487554" y="383196"/>
                    <a:pt x="466940" y="383296"/>
                    <a:pt x="456325" y="390188"/>
                  </a:cubicBezTo>
                  <a:cubicBezTo>
                    <a:pt x="454932" y="391085"/>
                    <a:pt x="453713" y="392244"/>
                    <a:pt x="452307" y="393108"/>
                  </a:cubicBezTo>
                  <a:cubicBezTo>
                    <a:pt x="442756" y="398968"/>
                    <a:pt x="425049" y="401781"/>
                    <a:pt x="414474" y="398224"/>
                  </a:cubicBezTo>
                  <a:cubicBezTo>
                    <a:pt x="409578" y="396577"/>
                    <a:pt x="410985" y="396477"/>
                    <a:pt x="408627" y="391072"/>
                  </a:cubicBezTo>
                  <a:cubicBezTo>
                    <a:pt x="417461" y="366841"/>
                    <a:pt x="434217" y="343662"/>
                    <a:pt x="447518" y="321527"/>
                  </a:cubicBezTo>
                  <a:cubicBezTo>
                    <a:pt x="461040" y="318346"/>
                    <a:pt x="474957" y="315413"/>
                    <a:pt x="488117" y="310966"/>
                  </a:cubicBezTo>
                  <a:cubicBezTo>
                    <a:pt x="519092" y="300518"/>
                    <a:pt x="556858" y="272477"/>
                    <a:pt x="570373" y="242386"/>
                  </a:cubicBezTo>
                  <a:cubicBezTo>
                    <a:pt x="575094" y="231871"/>
                    <a:pt x="577981" y="221886"/>
                    <a:pt x="573520" y="211324"/>
                  </a:cubicBezTo>
                  <a:lnTo>
                    <a:pt x="554882" y="217077"/>
                  </a:lnTo>
                  <a:cubicBezTo>
                    <a:pt x="542124" y="219896"/>
                    <a:pt x="522079" y="234724"/>
                    <a:pt x="509849" y="241308"/>
                  </a:cubicBezTo>
                  <a:cubicBezTo>
                    <a:pt x="510218" y="228389"/>
                    <a:pt x="511316" y="214498"/>
                    <a:pt x="510171" y="201606"/>
                  </a:cubicBezTo>
                  <a:cubicBezTo>
                    <a:pt x="509233" y="191092"/>
                    <a:pt x="504773" y="178882"/>
                    <a:pt x="495336" y="173123"/>
                  </a:cubicBezTo>
                  <a:cubicBezTo>
                    <a:pt x="474676" y="160498"/>
                    <a:pt x="422718" y="192511"/>
                    <a:pt x="400530" y="200139"/>
                  </a:cubicBezTo>
                  <a:cubicBezTo>
                    <a:pt x="396585" y="141056"/>
                    <a:pt x="408071" y="70346"/>
                    <a:pt x="396458" y="13648"/>
                  </a:cubicBezTo>
                  <a:cubicBezTo>
                    <a:pt x="388857" y="7948"/>
                    <a:pt x="377699" y="9060"/>
                    <a:pt x="368531" y="8598"/>
                  </a:cubicBezTo>
                  <a:close/>
                  <a:moveTo>
                    <a:pt x="522293" y="785440"/>
                  </a:moveTo>
                  <a:cubicBezTo>
                    <a:pt x="515991" y="793497"/>
                    <a:pt x="510312" y="803791"/>
                    <a:pt x="499864" y="806296"/>
                  </a:cubicBezTo>
                  <a:cubicBezTo>
                    <a:pt x="479310" y="800174"/>
                    <a:pt x="426134" y="784389"/>
                    <a:pt x="407361" y="796504"/>
                  </a:cubicBezTo>
                  <a:cubicBezTo>
                    <a:pt x="406578" y="797013"/>
                    <a:pt x="405955" y="797743"/>
                    <a:pt x="405245" y="798366"/>
                  </a:cubicBezTo>
                  <a:cubicBezTo>
                    <a:pt x="406665" y="809812"/>
                    <a:pt x="414126" y="814205"/>
                    <a:pt x="420314" y="823675"/>
                  </a:cubicBezTo>
                  <a:cubicBezTo>
                    <a:pt x="412391" y="832020"/>
                    <a:pt x="398012" y="829689"/>
                    <a:pt x="392245" y="837840"/>
                  </a:cubicBezTo>
                  <a:cubicBezTo>
                    <a:pt x="397275" y="843211"/>
                    <a:pt x="399793" y="843867"/>
                    <a:pt x="406531" y="846332"/>
                  </a:cubicBezTo>
                  <a:cubicBezTo>
                    <a:pt x="447391" y="845153"/>
                    <a:pt x="526044" y="852306"/>
                    <a:pt x="559831" y="827352"/>
                  </a:cubicBezTo>
                  <a:cubicBezTo>
                    <a:pt x="563609" y="819007"/>
                    <a:pt x="563073" y="819469"/>
                    <a:pt x="559999" y="810743"/>
                  </a:cubicBezTo>
                  <a:cubicBezTo>
                    <a:pt x="543671" y="801166"/>
                    <a:pt x="534181" y="800998"/>
                    <a:pt x="522293" y="785440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BD29FD8D-3545-23FB-9C22-E3755E8B3D61}"/>
                </a:ext>
              </a:extLst>
            </p:cNvPr>
            <p:cNvSpPr/>
            <p:nvPr/>
          </p:nvSpPr>
          <p:spPr>
            <a:xfrm>
              <a:off x="1702992" y="2417956"/>
              <a:ext cx="17770" cy="838758"/>
            </a:xfrm>
            <a:custGeom>
              <a:avLst/>
              <a:gdLst>
                <a:gd name="connsiteX0" fmla="*/ 1900 w 17770"/>
                <a:gd name="connsiteY0" fmla="*/ 0 h 838758"/>
                <a:gd name="connsiteX1" fmla="*/ 12354 w 17770"/>
                <a:gd name="connsiteY1" fmla="*/ 248 h 838758"/>
                <a:gd name="connsiteX2" fmla="*/ 14578 w 17770"/>
                <a:gd name="connsiteY2" fmla="*/ 258280 h 838758"/>
                <a:gd name="connsiteX3" fmla="*/ 15295 w 17770"/>
                <a:gd name="connsiteY3" fmla="*/ 637513 h 838758"/>
                <a:gd name="connsiteX4" fmla="*/ 12716 w 17770"/>
                <a:gd name="connsiteY4" fmla="*/ 838759 h 838758"/>
                <a:gd name="connsiteX5" fmla="*/ 8899 w 17770"/>
                <a:gd name="connsiteY5" fmla="*/ 816169 h 838758"/>
                <a:gd name="connsiteX6" fmla="*/ 8068 w 17770"/>
                <a:gd name="connsiteY6" fmla="*/ 410408 h 838758"/>
                <a:gd name="connsiteX7" fmla="*/ 1900 w 17770"/>
                <a:gd name="connsiteY7" fmla="*/ 0 h 838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70" h="838758">
                  <a:moveTo>
                    <a:pt x="1900" y="0"/>
                  </a:moveTo>
                  <a:lnTo>
                    <a:pt x="12354" y="248"/>
                  </a:lnTo>
                  <a:cubicBezTo>
                    <a:pt x="10673" y="86247"/>
                    <a:pt x="13721" y="172287"/>
                    <a:pt x="14578" y="258280"/>
                  </a:cubicBezTo>
                  <a:lnTo>
                    <a:pt x="15295" y="637513"/>
                  </a:lnTo>
                  <a:cubicBezTo>
                    <a:pt x="15295" y="686101"/>
                    <a:pt x="22313" y="797905"/>
                    <a:pt x="12716" y="838759"/>
                  </a:cubicBezTo>
                  <a:cubicBezTo>
                    <a:pt x="9220" y="831070"/>
                    <a:pt x="9033" y="824467"/>
                    <a:pt x="8899" y="816169"/>
                  </a:cubicBezTo>
                  <a:cubicBezTo>
                    <a:pt x="6749" y="681038"/>
                    <a:pt x="10680" y="545680"/>
                    <a:pt x="8068" y="410408"/>
                  </a:cubicBezTo>
                  <a:cubicBezTo>
                    <a:pt x="5423" y="273402"/>
                    <a:pt x="-3980" y="137060"/>
                    <a:pt x="1900" y="0"/>
                  </a:cubicBez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0982EDF-0943-03BC-066C-C2CFD7468D7F}"/>
                </a:ext>
              </a:extLst>
            </p:cNvPr>
            <p:cNvSpPr/>
            <p:nvPr/>
          </p:nvSpPr>
          <p:spPr>
            <a:xfrm>
              <a:off x="1714849" y="2417300"/>
              <a:ext cx="81481" cy="840118"/>
            </a:xfrm>
            <a:custGeom>
              <a:avLst/>
              <a:gdLst>
                <a:gd name="connsiteX0" fmla="*/ 497 w 81481"/>
                <a:gd name="connsiteY0" fmla="*/ 904 h 840118"/>
                <a:gd name="connsiteX1" fmla="*/ 78775 w 81481"/>
                <a:gd name="connsiteY1" fmla="*/ 0 h 840118"/>
                <a:gd name="connsiteX2" fmla="*/ 80657 w 81481"/>
                <a:gd name="connsiteY2" fmla="*/ 582649 h 840118"/>
                <a:gd name="connsiteX3" fmla="*/ 80362 w 81481"/>
                <a:gd name="connsiteY3" fmla="*/ 813972 h 840118"/>
                <a:gd name="connsiteX4" fmla="*/ 75406 w 81481"/>
                <a:gd name="connsiteY4" fmla="*/ 840118 h 840118"/>
                <a:gd name="connsiteX5" fmla="*/ 859 w 81481"/>
                <a:gd name="connsiteY5" fmla="*/ 839415 h 840118"/>
                <a:gd name="connsiteX6" fmla="*/ 3438 w 81481"/>
                <a:gd name="connsiteY6" fmla="*/ 638169 h 840118"/>
                <a:gd name="connsiteX7" fmla="*/ 2721 w 81481"/>
                <a:gd name="connsiteY7" fmla="*/ 258936 h 840118"/>
                <a:gd name="connsiteX8" fmla="*/ 497 w 81481"/>
                <a:gd name="connsiteY8" fmla="*/ 904 h 84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81" h="840118">
                  <a:moveTo>
                    <a:pt x="497" y="904"/>
                  </a:moveTo>
                  <a:lnTo>
                    <a:pt x="78775" y="0"/>
                  </a:lnTo>
                  <a:cubicBezTo>
                    <a:pt x="77329" y="194180"/>
                    <a:pt x="80309" y="388448"/>
                    <a:pt x="80657" y="582649"/>
                  </a:cubicBezTo>
                  <a:cubicBezTo>
                    <a:pt x="80798" y="659607"/>
                    <a:pt x="82613" y="737054"/>
                    <a:pt x="80362" y="813972"/>
                  </a:cubicBezTo>
                  <a:cubicBezTo>
                    <a:pt x="76746" y="823349"/>
                    <a:pt x="75969" y="830247"/>
                    <a:pt x="75406" y="840118"/>
                  </a:cubicBezTo>
                  <a:cubicBezTo>
                    <a:pt x="50553" y="840105"/>
                    <a:pt x="25706" y="839871"/>
                    <a:pt x="859" y="839415"/>
                  </a:cubicBezTo>
                  <a:cubicBezTo>
                    <a:pt x="10456" y="798562"/>
                    <a:pt x="3438" y="686758"/>
                    <a:pt x="3438" y="638169"/>
                  </a:cubicBezTo>
                  <a:lnTo>
                    <a:pt x="2721" y="258936"/>
                  </a:lnTo>
                  <a:cubicBezTo>
                    <a:pt x="1864" y="172943"/>
                    <a:pt x="-1183" y="86904"/>
                    <a:pt x="497" y="90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D85703AD-3980-689E-CEA3-F3E94D26AF57}"/>
                </a:ext>
              </a:extLst>
            </p:cNvPr>
            <p:cNvSpPr/>
            <p:nvPr/>
          </p:nvSpPr>
          <p:spPr>
            <a:xfrm>
              <a:off x="976229" y="2426515"/>
              <a:ext cx="492343" cy="242032"/>
            </a:xfrm>
            <a:custGeom>
              <a:avLst/>
              <a:gdLst>
                <a:gd name="connsiteX0" fmla="*/ 0 w 492343"/>
                <a:gd name="connsiteY0" fmla="*/ 4387 h 242032"/>
                <a:gd name="connsiteX1" fmla="*/ 222985 w 492343"/>
                <a:gd name="connsiteY1" fmla="*/ 4373 h 242032"/>
                <a:gd name="connsiteX2" fmla="*/ 459057 w 492343"/>
                <a:gd name="connsiteY2" fmla="*/ 0 h 242032"/>
                <a:gd name="connsiteX3" fmla="*/ 486985 w 492343"/>
                <a:gd name="connsiteY3" fmla="*/ 5050 h 242032"/>
                <a:gd name="connsiteX4" fmla="*/ 491057 w 492343"/>
                <a:gd name="connsiteY4" fmla="*/ 191542 h 242032"/>
                <a:gd name="connsiteX5" fmla="*/ 474246 w 492343"/>
                <a:gd name="connsiteY5" fmla="*/ 201219 h 242032"/>
                <a:gd name="connsiteX6" fmla="*/ 316814 w 492343"/>
                <a:gd name="connsiteY6" fmla="*/ 169153 h 242032"/>
                <a:gd name="connsiteX7" fmla="*/ 260704 w 492343"/>
                <a:gd name="connsiteY7" fmla="*/ 161679 h 242032"/>
                <a:gd name="connsiteX8" fmla="*/ 109621 w 492343"/>
                <a:gd name="connsiteY8" fmla="*/ 242033 h 242032"/>
                <a:gd name="connsiteX9" fmla="*/ 108402 w 492343"/>
                <a:gd name="connsiteY9" fmla="*/ 7669 h 242032"/>
                <a:gd name="connsiteX10" fmla="*/ 0 w 492343"/>
                <a:gd name="connsiteY10" fmla="*/ 4387 h 242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2343" h="242032">
                  <a:moveTo>
                    <a:pt x="0" y="4387"/>
                  </a:moveTo>
                  <a:cubicBezTo>
                    <a:pt x="74031" y="2096"/>
                    <a:pt x="148880" y="4481"/>
                    <a:pt x="222985" y="4373"/>
                  </a:cubicBezTo>
                  <a:cubicBezTo>
                    <a:pt x="301759" y="4260"/>
                    <a:pt x="380318" y="1728"/>
                    <a:pt x="459057" y="0"/>
                  </a:cubicBezTo>
                  <a:cubicBezTo>
                    <a:pt x="468226" y="462"/>
                    <a:pt x="479383" y="-650"/>
                    <a:pt x="486985" y="5050"/>
                  </a:cubicBezTo>
                  <a:cubicBezTo>
                    <a:pt x="498598" y="61749"/>
                    <a:pt x="487112" y="132459"/>
                    <a:pt x="491057" y="191542"/>
                  </a:cubicBezTo>
                  <a:cubicBezTo>
                    <a:pt x="483991" y="199518"/>
                    <a:pt x="484694" y="200396"/>
                    <a:pt x="474246" y="201219"/>
                  </a:cubicBezTo>
                  <a:cubicBezTo>
                    <a:pt x="422075" y="171370"/>
                    <a:pt x="376741" y="162134"/>
                    <a:pt x="316814" y="169153"/>
                  </a:cubicBezTo>
                  <a:cubicBezTo>
                    <a:pt x="297151" y="171450"/>
                    <a:pt x="280066" y="160741"/>
                    <a:pt x="260704" y="161679"/>
                  </a:cubicBezTo>
                  <a:cubicBezTo>
                    <a:pt x="202365" y="164498"/>
                    <a:pt x="153367" y="207984"/>
                    <a:pt x="109621" y="242033"/>
                  </a:cubicBezTo>
                  <a:cubicBezTo>
                    <a:pt x="106125" y="164284"/>
                    <a:pt x="108964" y="85538"/>
                    <a:pt x="108402" y="7669"/>
                  </a:cubicBezTo>
                  <a:cubicBezTo>
                    <a:pt x="73395" y="7977"/>
                    <a:pt x="34310" y="11473"/>
                    <a:pt x="0" y="4387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097C8855-B4F6-E05A-D5C4-0AD3FFCB7340}"/>
                </a:ext>
              </a:extLst>
            </p:cNvPr>
            <p:cNvSpPr/>
            <p:nvPr/>
          </p:nvSpPr>
          <p:spPr>
            <a:xfrm>
              <a:off x="921320" y="2588126"/>
              <a:ext cx="721176" cy="487193"/>
            </a:xfrm>
            <a:custGeom>
              <a:avLst/>
              <a:gdLst>
                <a:gd name="connsiteX0" fmla="*/ 362776 w 721176"/>
                <a:gd name="connsiteY0" fmla="*/ 22866 h 487193"/>
                <a:gd name="connsiteX1" fmla="*/ 281357 w 721176"/>
                <a:gd name="connsiteY1" fmla="*/ 17622 h 487193"/>
                <a:gd name="connsiteX2" fmla="*/ 35468 w 721176"/>
                <a:gd name="connsiteY2" fmla="*/ 261791 h 487193"/>
                <a:gd name="connsiteX3" fmla="*/ 11893 w 721176"/>
                <a:gd name="connsiteY3" fmla="*/ 418889 h 487193"/>
                <a:gd name="connsiteX4" fmla="*/ 56229 w 721176"/>
                <a:gd name="connsiteY4" fmla="*/ 464959 h 487193"/>
                <a:gd name="connsiteX5" fmla="*/ 120168 w 721176"/>
                <a:gd name="connsiteY5" fmla="*/ 461818 h 487193"/>
                <a:gd name="connsiteX6" fmla="*/ 231296 w 721176"/>
                <a:gd name="connsiteY6" fmla="*/ 357361 h 487193"/>
                <a:gd name="connsiteX7" fmla="*/ 232849 w 721176"/>
                <a:gd name="connsiteY7" fmla="*/ 447231 h 487193"/>
                <a:gd name="connsiteX8" fmla="*/ 258580 w 721176"/>
                <a:gd name="connsiteY8" fmla="*/ 463626 h 487193"/>
                <a:gd name="connsiteX9" fmla="*/ 308301 w 721176"/>
                <a:gd name="connsiteY9" fmla="*/ 445175 h 487193"/>
                <a:gd name="connsiteX10" fmla="*/ 357559 w 721176"/>
                <a:gd name="connsiteY10" fmla="*/ 368009 h 487193"/>
                <a:gd name="connsiteX11" fmla="*/ 382319 w 721176"/>
                <a:gd name="connsiteY11" fmla="*/ 350636 h 487193"/>
                <a:gd name="connsiteX12" fmla="*/ 381267 w 721176"/>
                <a:gd name="connsiteY12" fmla="*/ 372965 h 487193"/>
                <a:gd name="connsiteX13" fmla="*/ 377149 w 721176"/>
                <a:gd name="connsiteY13" fmla="*/ 393091 h 487193"/>
                <a:gd name="connsiteX14" fmla="*/ 388701 w 721176"/>
                <a:gd name="connsiteY14" fmla="*/ 457090 h 487193"/>
                <a:gd name="connsiteX15" fmla="*/ 409336 w 721176"/>
                <a:gd name="connsiteY15" fmla="*/ 465267 h 487193"/>
                <a:gd name="connsiteX16" fmla="*/ 426775 w 721176"/>
                <a:gd name="connsiteY16" fmla="*/ 458269 h 487193"/>
                <a:gd name="connsiteX17" fmla="*/ 450162 w 721176"/>
                <a:gd name="connsiteY17" fmla="*/ 463753 h 487193"/>
                <a:gd name="connsiteX18" fmla="*/ 474614 w 721176"/>
                <a:gd name="connsiteY18" fmla="*/ 450279 h 487193"/>
                <a:gd name="connsiteX19" fmla="*/ 493353 w 721176"/>
                <a:gd name="connsiteY19" fmla="*/ 442577 h 487193"/>
                <a:gd name="connsiteX20" fmla="*/ 498242 w 721176"/>
                <a:gd name="connsiteY20" fmla="*/ 460485 h 487193"/>
                <a:gd name="connsiteX21" fmla="*/ 539417 w 721176"/>
                <a:gd name="connsiteY21" fmla="*/ 464450 h 487193"/>
                <a:gd name="connsiteX22" fmla="*/ 635455 w 721176"/>
                <a:gd name="connsiteY22" fmla="*/ 354829 h 487193"/>
                <a:gd name="connsiteX23" fmla="*/ 641597 w 721176"/>
                <a:gd name="connsiteY23" fmla="*/ 356524 h 487193"/>
                <a:gd name="connsiteX24" fmla="*/ 609329 w 721176"/>
                <a:gd name="connsiteY24" fmla="*/ 436529 h 487193"/>
                <a:gd name="connsiteX25" fmla="*/ 533114 w 721176"/>
                <a:gd name="connsiteY25" fmla="*/ 484120 h 487193"/>
                <a:gd name="connsiteX26" fmla="*/ 484914 w 721176"/>
                <a:gd name="connsiteY26" fmla="*/ 470585 h 487193"/>
                <a:gd name="connsiteX27" fmla="*/ 462204 w 721176"/>
                <a:gd name="connsiteY27" fmla="*/ 484415 h 487193"/>
                <a:gd name="connsiteX28" fmla="*/ 382928 w 721176"/>
                <a:gd name="connsiteY28" fmla="*/ 474215 h 487193"/>
                <a:gd name="connsiteX29" fmla="*/ 352791 w 721176"/>
                <a:gd name="connsiteY29" fmla="*/ 399185 h 487193"/>
                <a:gd name="connsiteX30" fmla="*/ 295978 w 721176"/>
                <a:gd name="connsiteY30" fmla="*/ 479365 h 487193"/>
                <a:gd name="connsiteX31" fmla="*/ 258225 w 721176"/>
                <a:gd name="connsiteY31" fmla="*/ 483805 h 487193"/>
                <a:gd name="connsiteX32" fmla="*/ 225951 w 721176"/>
                <a:gd name="connsiteY32" fmla="*/ 452314 h 487193"/>
                <a:gd name="connsiteX33" fmla="*/ 216126 w 721176"/>
                <a:gd name="connsiteY33" fmla="*/ 395635 h 487193"/>
                <a:gd name="connsiteX34" fmla="*/ 153654 w 721176"/>
                <a:gd name="connsiteY34" fmla="*/ 472152 h 487193"/>
                <a:gd name="connsiteX35" fmla="*/ 91202 w 721176"/>
                <a:gd name="connsiteY35" fmla="*/ 487027 h 487193"/>
                <a:gd name="connsiteX36" fmla="*/ 10661 w 721176"/>
                <a:gd name="connsiteY36" fmla="*/ 442958 h 487193"/>
                <a:gd name="connsiteX37" fmla="*/ 3468 w 721176"/>
                <a:gd name="connsiteY37" fmla="*/ 411857 h 487193"/>
                <a:gd name="connsiteX38" fmla="*/ 80286 w 721176"/>
                <a:gd name="connsiteY38" fmla="*/ 172777 h 487193"/>
                <a:gd name="connsiteX39" fmla="*/ 13521 w 721176"/>
                <a:gd name="connsiteY39" fmla="*/ 174190 h 487193"/>
                <a:gd name="connsiteX40" fmla="*/ 13889 w 721176"/>
                <a:gd name="connsiteY40" fmla="*/ 166763 h 487193"/>
                <a:gd name="connsiteX41" fmla="*/ 66650 w 721176"/>
                <a:gd name="connsiteY41" fmla="*/ 165116 h 487193"/>
                <a:gd name="connsiteX42" fmla="*/ 85034 w 721176"/>
                <a:gd name="connsiteY42" fmla="*/ 143363 h 487193"/>
                <a:gd name="connsiteX43" fmla="*/ 85985 w 721176"/>
                <a:gd name="connsiteY43" fmla="*/ 159061 h 487193"/>
                <a:gd name="connsiteX44" fmla="*/ 164531 w 721176"/>
                <a:gd name="connsiteY44" fmla="*/ 80422 h 487193"/>
                <a:gd name="connsiteX45" fmla="*/ 315614 w 721176"/>
                <a:gd name="connsiteY45" fmla="*/ 68 h 487193"/>
                <a:gd name="connsiteX46" fmla="*/ 371724 w 721176"/>
                <a:gd name="connsiteY46" fmla="*/ 7542 h 487193"/>
                <a:gd name="connsiteX47" fmla="*/ 529156 w 721176"/>
                <a:gd name="connsiteY47" fmla="*/ 39609 h 487193"/>
                <a:gd name="connsiteX48" fmla="*/ 545966 w 721176"/>
                <a:gd name="connsiteY48" fmla="*/ 29931 h 487193"/>
                <a:gd name="connsiteX49" fmla="*/ 640773 w 721176"/>
                <a:gd name="connsiteY49" fmla="*/ 2915 h 487193"/>
                <a:gd name="connsiteX50" fmla="*/ 655608 w 721176"/>
                <a:gd name="connsiteY50" fmla="*/ 31398 h 487193"/>
                <a:gd name="connsiteX51" fmla="*/ 655286 w 721176"/>
                <a:gd name="connsiteY51" fmla="*/ 71099 h 487193"/>
                <a:gd name="connsiteX52" fmla="*/ 700318 w 721176"/>
                <a:gd name="connsiteY52" fmla="*/ 46869 h 487193"/>
                <a:gd name="connsiteX53" fmla="*/ 587530 w 721176"/>
                <a:gd name="connsiteY53" fmla="*/ 103534 h 487193"/>
                <a:gd name="connsiteX54" fmla="*/ 565415 w 721176"/>
                <a:gd name="connsiteY54" fmla="*/ 127350 h 487193"/>
                <a:gd name="connsiteX55" fmla="*/ 600998 w 721176"/>
                <a:gd name="connsiteY55" fmla="*/ 131850 h 487193"/>
                <a:gd name="connsiteX56" fmla="*/ 718957 w 721176"/>
                <a:gd name="connsiteY56" fmla="*/ 41116 h 487193"/>
                <a:gd name="connsiteX57" fmla="*/ 715809 w 721176"/>
                <a:gd name="connsiteY57" fmla="*/ 72178 h 487193"/>
                <a:gd name="connsiteX58" fmla="*/ 633553 w 721176"/>
                <a:gd name="connsiteY58" fmla="*/ 140758 h 487193"/>
                <a:gd name="connsiteX59" fmla="*/ 592954 w 721176"/>
                <a:gd name="connsiteY59" fmla="*/ 151319 h 487193"/>
                <a:gd name="connsiteX60" fmla="*/ 554064 w 721176"/>
                <a:gd name="connsiteY60" fmla="*/ 220864 h 487193"/>
                <a:gd name="connsiteX61" fmla="*/ 559910 w 721176"/>
                <a:gd name="connsiteY61" fmla="*/ 228016 h 487193"/>
                <a:gd name="connsiteX62" fmla="*/ 597743 w 721176"/>
                <a:gd name="connsiteY62" fmla="*/ 222900 h 487193"/>
                <a:gd name="connsiteX63" fmla="*/ 601761 w 721176"/>
                <a:gd name="connsiteY63" fmla="*/ 219980 h 487193"/>
                <a:gd name="connsiteX64" fmla="*/ 645133 w 721176"/>
                <a:gd name="connsiteY64" fmla="*/ 215466 h 487193"/>
                <a:gd name="connsiteX65" fmla="*/ 663872 w 721176"/>
                <a:gd name="connsiteY65" fmla="*/ 226945 h 487193"/>
                <a:gd name="connsiteX66" fmla="*/ 616891 w 721176"/>
                <a:gd name="connsiteY66" fmla="*/ 347958 h 487193"/>
                <a:gd name="connsiteX67" fmla="*/ 562670 w 721176"/>
                <a:gd name="connsiteY67" fmla="*/ 424300 h 487193"/>
                <a:gd name="connsiteX68" fmla="*/ 657282 w 721176"/>
                <a:gd name="connsiteY68" fmla="*/ 225820 h 487193"/>
                <a:gd name="connsiteX69" fmla="*/ 551258 w 721176"/>
                <a:gd name="connsiteY69" fmla="*/ 233213 h 487193"/>
                <a:gd name="connsiteX70" fmla="*/ 449204 w 721176"/>
                <a:gd name="connsiteY70" fmla="*/ 348681 h 487193"/>
                <a:gd name="connsiteX71" fmla="*/ 422522 w 721176"/>
                <a:gd name="connsiteY71" fmla="*/ 403264 h 487193"/>
                <a:gd name="connsiteX72" fmla="*/ 418364 w 721176"/>
                <a:gd name="connsiteY72" fmla="*/ 402226 h 487193"/>
                <a:gd name="connsiteX73" fmla="*/ 415116 w 721176"/>
                <a:gd name="connsiteY73" fmla="*/ 394758 h 487193"/>
                <a:gd name="connsiteX74" fmla="*/ 546583 w 721176"/>
                <a:gd name="connsiteY74" fmla="*/ 128803 h 487193"/>
                <a:gd name="connsiteX75" fmla="*/ 633567 w 721176"/>
                <a:gd name="connsiteY75" fmla="*/ 26777 h 487193"/>
                <a:gd name="connsiteX76" fmla="*/ 630064 w 721176"/>
                <a:gd name="connsiteY76" fmla="*/ 57136 h 487193"/>
                <a:gd name="connsiteX77" fmla="*/ 627660 w 721176"/>
                <a:gd name="connsiteY77" fmla="*/ 72961 h 487193"/>
                <a:gd name="connsiteX78" fmla="*/ 634042 w 721176"/>
                <a:gd name="connsiteY78" fmla="*/ 71059 h 487193"/>
                <a:gd name="connsiteX79" fmla="*/ 641637 w 721176"/>
                <a:gd name="connsiteY79" fmla="*/ 59995 h 487193"/>
                <a:gd name="connsiteX80" fmla="*/ 639019 w 721176"/>
                <a:gd name="connsiteY80" fmla="*/ 12739 h 487193"/>
                <a:gd name="connsiteX81" fmla="*/ 620112 w 721176"/>
                <a:gd name="connsiteY81" fmla="*/ 7877 h 487193"/>
                <a:gd name="connsiteX82" fmla="*/ 576131 w 721176"/>
                <a:gd name="connsiteY82" fmla="*/ 32791 h 487193"/>
                <a:gd name="connsiteX83" fmla="*/ 385594 w 721176"/>
                <a:gd name="connsiteY83" fmla="*/ 323834 h 487193"/>
                <a:gd name="connsiteX84" fmla="*/ 394153 w 721176"/>
                <a:gd name="connsiteY84" fmla="*/ 302195 h 487193"/>
                <a:gd name="connsiteX85" fmla="*/ 395914 w 721176"/>
                <a:gd name="connsiteY85" fmla="*/ 250385 h 487193"/>
                <a:gd name="connsiteX86" fmla="*/ 371576 w 721176"/>
                <a:gd name="connsiteY86" fmla="*/ 229228 h 487193"/>
                <a:gd name="connsiteX87" fmla="*/ 318427 w 721176"/>
                <a:gd name="connsiteY87" fmla="*/ 240018 h 487193"/>
                <a:gd name="connsiteX88" fmla="*/ 231296 w 721176"/>
                <a:gd name="connsiteY88" fmla="*/ 357361 h 487193"/>
                <a:gd name="connsiteX89" fmla="*/ 253624 w 721176"/>
                <a:gd name="connsiteY89" fmla="*/ 264376 h 487193"/>
                <a:gd name="connsiteX90" fmla="*/ 268995 w 721176"/>
                <a:gd name="connsiteY90" fmla="*/ 270711 h 487193"/>
                <a:gd name="connsiteX91" fmla="*/ 286749 w 721176"/>
                <a:gd name="connsiteY91" fmla="*/ 249494 h 487193"/>
                <a:gd name="connsiteX92" fmla="*/ 289722 w 721176"/>
                <a:gd name="connsiteY92" fmla="*/ 246755 h 487193"/>
                <a:gd name="connsiteX93" fmla="*/ 367009 w 721176"/>
                <a:gd name="connsiteY93" fmla="*/ 217984 h 487193"/>
                <a:gd name="connsiteX94" fmla="*/ 414627 w 721176"/>
                <a:gd name="connsiteY94" fmla="*/ 251591 h 487193"/>
                <a:gd name="connsiteX95" fmla="*/ 478391 w 721176"/>
                <a:gd name="connsiteY95" fmla="*/ 125548 h 487193"/>
                <a:gd name="connsiteX96" fmla="*/ 384509 w 721176"/>
                <a:gd name="connsiteY96" fmla="*/ 67945 h 487193"/>
                <a:gd name="connsiteX97" fmla="*/ 383310 w 721176"/>
                <a:gd name="connsiteY97" fmla="*/ 77127 h 487193"/>
                <a:gd name="connsiteX98" fmla="*/ 358845 w 721176"/>
                <a:gd name="connsiteY98" fmla="*/ 154655 h 487193"/>
                <a:gd name="connsiteX99" fmla="*/ 277620 w 721176"/>
                <a:gd name="connsiteY99" fmla="*/ 206150 h 487193"/>
                <a:gd name="connsiteX100" fmla="*/ 241141 w 721176"/>
                <a:gd name="connsiteY100" fmla="*/ 178088 h 487193"/>
                <a:gd name="connsiteX101" fmla="*/ 241904 w 721176"/>
                <a:gd name="connsiteY101" fmla="*/ 117257 h 487193"/>
                <a:gd name="connsiteX102" fmla="*/ 129598 w 721176"/>
                <a:gd name="connsiteY102" fmla="*/ 257538 h 487193"/>
                <a:gd name="connsiteX103" fmla="*/ 94986 w 721176"/>
                <a:gd name="connsiteY103" fmla="*/ 325435 h 487193"/>
                <a:gd name="connsiteX104" fmla="*/ 92334 w 721176"/>
                <a:gd name="connsiteY104" fmla="*/ 324096 h 487193"/>
                <a:gd name="connsiteX105" fmla="*/ 144465 w 721176"/>
                <a:gd name="connsiteY105" fmla="*/ 215613 h 487193"/>
                <a:gd name="connsiteX106" fmla="*/ 342517 w 721176"/>
                <a:gd name="connsiteY106" fmla="*/ 41779 h 487193"/>
                <a:gd name="connsiteX107" fmla="*/ 306894 w 721176"/>
                <a:gd name="connsiteY107" fmla="*/ 69398 h 487193"/>
                <a:gd name="connsiteX108" fmla="*/ 248816 w 721176"/>
                <a:gd name="connsiteY108" fmla="*/ 160528 h 487193"/>
                <a:gd name="connsiteX109" fmla="*/ 255379 w 721176"/>
                <a:gd name="connsiteY109" fmla="*/ 183767 h 487193"/>
                <a:gd name="connsiteX110" fmla="*/ 275551 w 721176"/>
                <a:gd name="connsiteY110" fmla="*/ 190023 h 487193"/>
                <a:gd name="connsiteX111" fmla="*/ 308883 w 721176"/>
                <a:gd name="connsiteY111" fmla="*/ 182696 h 487193"/>
                <a:gd name="connsiteX112" fmla="*/ 328192 w 721176"/>
                <a:gd name="connsiteY112" fmla="*/ 166569 h 487193"/>
                <a:gd name="connsiteX113" fmla="*/ 370646 w 721176"/>
                <a:gd name="connsiteY113" fmla="*/ 59372 h 487193"/>
                <a:gd name="connsiteX114" fmla="*/ 376064 w 721176"/>
                <a:gd name="connsiteY114" fmla="*/ 55776 h 487193"/>
                <a:gd name="connsiteX115" fmla="*/ 490433 w 721176"/>
                <a:gd name="connsiteY115" fmla="*/ 118623 h 487193"/>
                <a:gd name="connsiteX116" fmla="*/ 519573 w 721176"/>
                <a:gd name="connsiteY116" fmla="*/ 64864 h 487193"/>
                <a:gd name="connsiteX117" fmla="*/ 500043 w 721176"/>
                <a:gd name="connsiteY117" fmla="*/ 40480 h 487193"/>
                <a:gd name="connsiteX118" fmla="*/ 362776 w 721176"/>
                <a:gd name="connsiteY118" fmla="*/ 22866 h 487193"/>
                <a:gd name="connsiteX119" fmla="*/ 519305 w 721176"/>
                <a:gd name="connsiteY119" fmla="*/ 209405 h 487193"/>
                <a:gd name="connsiteX120" fmla="*/ 462733 w 721176"/>
                <a:gd name="connsiteY120" fmla="*/ 307580 h 487193"/>
                <a:gd name="connsiteX121" fmla="*/ 533784 w 721176"/>
                <a:gd name="connsiteY121" fmla="*/ 220757 h 487193"/>
                <a:gd name="connsiteX122" fmla="*/ 578930 w 721176"/>
                <a:gd name="connsiteY122" fmla="*/ 127176 h 487193"/>
                <a:gd name="connsiteX123" fmla="*/ 519305 w 721176"/>
                <a:gd name="connsiteY123" fmla="*/ 209405 h 48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721176" h="487193">
                  <a:moveTo>
                    <a:pt x="362776" y="22866"/>
                  </a:moveTo>
                  <a:cubicBezTo>
                    <a:pt x="335271" y="8480"/>
                    <a:pt x="310866" y="7790"/>
                    <a:pt x="281357" y="17622"/>
                  </a:cubicBezTo>
                  <a:cubicBezTo>
                    <a:pt x="189351" y="48295"/>
                    <a:pt x="75932" y="176796"/>
                    <a:pt x="35468" y="261791"/>
                  </a:cubicBezTo>
                  <a:cubicBezTo>
                    <a:pt x="14391" y="306053"/>
                    <a:pt x="-5245" y="370822"/>
                    <a:pt x="11893" y="418889"/>
                  </a:cubicBezTo>
                  <a:cubicBezTo>
                    <a:pt x="19488" y="440186"/>
                    <a:pt x="35454" y="456293"/>
                    <a:pt x="56229" y="464959"/>
                  </a:cubicBezTo>
                  <a:cubicBezTo>
                    <a:pt x="77272" y="473739"/>
                    <a:pt x="99835" y="471308"/>
                    <a:pt x="120168" y="461818"/>
                  </a:cubicBezTo>
                  <a:cubicBezTo>
                    <a:pt x="164048" y="441331"/>
                    <a:pt x="200254" y="393452"/>
                    <a:pt x="231296" y="357361"/>
                  </a:cubicBezTo>
                  <a:cubicBezTo>
                    <a:pt x="225067" y="384773"/>
                    <a:pt x="215852" y="421922"/>
                    <a:pt x="232849" y="447231"/>
                  </a:cubicBezTo>
                  <a:cubicBezTo>
                    <a:pt x="238897" y="456239"/>
                    <a:pt x="247650" y="462193"/>
                    <a:pt x="258580" y="463626"/>
                  </a:cubicBezTo>
                  <a:cubicBezTo>
                    <a:pt x="276770" y="466004"/>
                    <a:pt x="294625" y="456219"/>
                    <a:pt x="308301" y="445175"/>
                  </a:cubicBezTo>
                  <a:cubicBezTo>
                    <a:pt x="334574" y="423958"/>
                    <a:pt x="348391" y="399962"/>
                    <a:pt x="357559" y="368009"/>
                  </a:cubicBezTo>
                  <a:cubicBezTo>
                    <a:pt x="364718" y="361901"/>
                    <a:pt x="373184" y="352190"/>
                    <a:pt x="382319" y="350636"/>
                  </a:cubicBezTo>
                  <a:cubicBezTo>
                    <a:pt x="385728" y="358318"/>
                    <a:pt x="383082" y="365183"/>
                    <a:pt x="381267" y="372965"/>
                  </a:cubicBezTo>
                  <a:cubicBezTo>
                    <a:pt x="379660" y="379616"/>
                    <a:pt x="378126" y="386313"/>
                    <a:pt x="377149" y="393091"/>
                  </a:cubicBezTo>
                  <a:cubicBezTo>
                    <a:pt x="374517" y="411267"/>
                    <a:pt x="375615" y="442376"/>
                    <a:pt x="388701" y="457090"/>
                  </a:cubicBezTo>
                  <a:cubicBezTo>
                    <a:pt x="394682" y="463814"/>
                    <a:pt x="400870" y="464450"/>
                    <a:pt x="409336" y="465267"/>
                  </a:cubicBezTo>
                  <a:cubicBezTo>
                    <a:pt x="415162" y="462380"/>
                    <a:pt x="420527" y="460070"/>
                    <a:pt x="426775" y="458269"/>
                  </a:cubicBezTo>
                  <a:cubicBezTo>
                    <a:pt x="434156" y="460258"/>
                    <a:pt x="442561" y="463151"/>
                    <a:pt x="450162" y="463753"/>
                  </a:cubicBezTo>
                  <a:cubicBezTo>
                    <a:pt x="459672" y="464503"/>
                    <a:pt x="467495" y="455496"/>
                    <a:pt x="474614" y="450279"/>
                  </a:cubicBezTo>
                  <a:cubicBezTo>
                    <a:pt x="481177" y="445477"/>
                    <a:pt x="484914" y="441371"/>
                    <a:pt x="493353" y="442577"/>
                  </a:cubicBezTo>
                  <a:cubicBezTo>
                    <a:pt x="494793" y="448617"/>
                    <a:pt x="496467" y="454531"/>
                    <a:pt x="498242" y="460485"/>
                  </a:cubicBezTo>
                  <a:cubicBezTo>
                    <a:pt x="511931" y="466928"/>
                    <a:pt x="524636" y="468950"/>
                    <a:pt x="539417" y="464450"/>
                  </a:cubicBezTo>
                  <a:cubicBezTo>
                    <a:pt x="589459" y="449213"/>
                    <a:pt x="613964" y="397913"/>
                    <a:pt x="635455" y="354829"/>
                  </a:cubicBezTo>
                  <a:lnTo>
                    <a:pt x="641597" y="356524"/>
                  </a:lnTo>
                  <a:cubicBezTo>
                    <a:pt x="645247" y="376515"/>
                    <a:pt x="621003" y="419946"/>
                    <a:pt x="609329" y="436529"/>
                  </a:cubicBezTo>
                  <a:cubicBezTo>
                    <a:pt x="590986" y="462601"/>
                    <a:pt x="565080" y="480048"/>
                    <a:pt x="533114" y="484120"/>
                  </a:cubicBezTo>
                  <a:cubicBezTo>
                    <a:pt x="510692" y="486973"/>
                    <a:pt x="502381" y="484173"/>
                    <a:pt x="484914" y="470585"/>
                  </a:cubicBezTo>
                  <a:cubicBezTo>
                    <a:pt x="476610" y="474436"/>
                    <a:pt x="469638" y="479157"/>
                    <a:pt x="462204" y="484415"/>
                  </a:cubicBezTo>
                  <a:cubicBezTo>
                    <a:pt x="437625" y="485747"/>
                    <a:pt x="403047" y="492397"/>
                    <a:pt x="382928" y="474215"/>
                  </a:cubicBezTo>
                  <a:cubicBezTo>
                    <a:pt x="364330" y="457404"/>
                    <a:pt x="360184" y="422271"/>
                    <a:pt x="352791" y="399185"/>
                  </a:cubicBezTo>
                  <a:cubicBezTo>
                    <a:pt x="343160" y="430321"/>
                    <a:pt x="325941" y="463425"/>
                    <a:pt x="295978" y="479365"/>
                  </a:cubicBezTo>
                  <a:cubicBezTo>
                    <a:pt x="284639" y="485399"/>
                    <a:pt x="270635" y="487596"/>
                    <a:pt x="258225" y="483805"/>
                  </a:cubicBezTo>
                  <a:cubicBezTo>
                    <a:pt x="242855" y="479103"/>
                    <a:pt x="232508" y="466446"/>
                    <a:pt x="225951" y="452314"/>
                  </a:cubicBezTo>
                  <a:cubicBezTo>
                    <a:pt x="217466" y="434024"/>
                    <a:pt x="216856" y="415352"/>
                    <a:pt x="216126" y="395635"/>
                  </a:cubicBezTo>
                  <a:cubicBezTo>
                    <a:pt x="200421" y="414509"/>
                    <a:pt x="161912" y="452308"/>
                    <a:pt x="153654" y="472152"/>
                  </a:cubicBezTo>
                  <a:cubicBezTo>
                    <a:pt x="134573" y="481970"/>
                    <a:pt x="112814" y="488319"/>
                    <a:pt x="91202" y="487027"/>
                  </a:cubicBezTo>
                  <a:cubicBezTo>
                    <a:pt x="57214" y="484991"/>
                    <a:pt x="32474" y="467644"/>
                    <a:pt x="10661" y="442958"/>
                  </a:cubicBezTo>
                  <a:cubicBezTo>
                    <a:pt x="7480" y="432718"/>
                    <a:pt x="5182" y="422445"/>
                    <a:pt x="3468" y="411857"/>
                  </a:cubicBezTo>
                  <a:cubicBezTo>
                    <a:pt x="-12123" y="315764"/>
                    <a:pt x="26861" y="247646"/>
                    <a:pt x="80286" y="172777"/>
                  </a:cubicBezTo>
                  <a:cubicBezTo>
                    <a:pt x="57857" y="175610"/>
                    <a:pt x="35970" y="177941"/>
                    <a:pt x="13521" y="174190"/>
                  </a:cubicBezTo>
                  <a:lnTo>
                    <a:pt x="13889" y="166763"/>
                  </a:lnTo>
                  <a:cubicBezTo>
                    <a:pt x="29929" y="167460"/>
                    <a:pt x="51501" y="170869"/>
                    <a:pt x="66650" y="165116"/>
                  </a:cubicBezTo>
                  <a:cubicBezTo>
                    <a:pt x="77258" y="161084"/>
                    <a:pt x="80466" y="152866"/>
                    <a:pt x="85034" y="143363"/>
                  </a:cubicBezTo>
                  <a:lnTo>
                    <a:pt x="85985" y="159061"/>
                  </a:lnTo>
                  <a:cubicBezTo>
                    <a:pt x="92374" y="158191"/>
                    <a:pt x="153045" y="90595"/>
                    <a:pt x="164531" y="80422"/>
                  </a:cubicBezTo>
                  <a:cubicBezTo>
                    <a:pt x="208277" y="46373"/>
                    <a:pt x="257274" y="2888"/>
                    <a:pt x="315614" y="68"/>
                  </a:cubicBezTo>
                  <a:cubicBezTo>
                    <a:pt x="334976" y="-869"/>
                    <a:pt x="352060" y="9839"/>
                    <a:pt x="371724" y="7542"/>
                  </a:cubicBezTo>
                  <a:cubicBezTo>
                    <a:pt x="431651" y="524"/>
                    <a:pt x="476985" y="9759"/>
                    <a:pt x="529156" y="39609"/>
                  </a:cubicBezTo>
                  <a:cubicBezTo>
                    <a:pt x="539604" y="38785"/>
                    <a:pt x="538901" y="37908"/>
                    <a:pt x="545966" y="29931"/>
                  </a:cubicBezTo>
                  <a:cubicBezTo>
                    <a:pt x="568154" y="22303"/>
                    <a:pt x="620112" y="-9710"/>
                    <a:pt x="640773" y="2915"/>
                  </a:cubicBezTo>
                  <a:cubicBezTo>
                    <a:pt x="650209" y="8674"/>
                    <a:pt x="654670" y="20883"/>
                    <a:pt x="655608" y="31398"/>
                  </a:cubicBezTo>
                  <a:cubicBezTo>
                    <a:pt x="656753" y="44290"/>
                    <a:pt x="655654" y="58180"/>
                    <a:pt x="655286" y="71099"/>
                  </a:cubicBezTo>
                  <a:cubicBezTo>
                    <a:pt x="667515" y="64516"/>
                    <a:pt x="687560" y="49688"/>
                    <a:pt x="700318" y="46869"/>
                  </a:cubicBezTo>
                  <a:cubicBezTo>
                    <a:pt x="663336" y="88894"/>
                    <a:pt x="620433" y="78205"/>
                    <a:pt x="587530" y="103534"/>
                  </a:cubicBezTo>
                  <a:cubicBezTo>
                    <a:pt x="579279" y="109883"/>
                    <a:pt x="572119" y="119414"/>
                    <a:pt x="565415" y="127350"/>
                  </a:cubicBezTo>
                  <a:cubicBezTo>
                    <a:pt x="576961" y="129888"/>
                    <a:pt x="589097" y="132835"/>
                    <a:pt x="600998" y="131850"/>
                  </a:cubicBezTo>
                  <a:cubicBezTo>
                    <a:pt x="656686" y="127223"/>
                    <a:pt x="687259" y="80964"/>
                    <a:pt x="718957" y="41116"/>
                  </a:cubicBezTo>
                  <a:cubicBezTo>
                    <a:pt x="723417" y="51677"/>
                    <a:pt x="720531" y="61663"/>
                    <a:pt x="715809" y="72178"/>
                  </a:cubicBezTo>
                  <a:cubicBezTo>
                    <a:pt x="702294" y="102268"/>
                    <a:pt x="664528" y="130310"/>
                    <a:pt x="633553" y="140758"/>
                  </a:cubicBezTo>
                  <a:cubicBezTo>
                    <a:pt x="620393" y="145205"/>
                    <a:pt x="606476" y="148138"/>
                    <a:pt x="592954" y="151319"/>
                  </a:cubicBezTo>
                  <a:cubicBezTo>
                    <a:pt x="579654" y="173454"/>
                    <a:pt x="562897" y="196633"/>
                    <a:pt x="554064" y="220864"/>
                  </a:cubicBezTo>
                  <a:cubicBezTo>
                    <a:pt x="556421" y="226268"/>
                    <a:pt x="555015" y="226369"/>
                    <a:pt x="559910" y="228016"/>
                  </a:cubicBezTo>
                  <a:cubicBezTo>
                    <a:pt x="570485" y="231573"/>
                    <a:pt x="588193" y="228760"/>
                    <a:pt x="597743" y="222900"/>
                  </a:cubicBezTo>
                  <a:cubicBezTo>
                    <a:pt x="599150" y="222036"/>
                    <a:pt x="600369" y="220877"/>
                    <a:pt x="601761" y="219980"/>
                  </a:cubicBezTo>
                  <a:cubicBezTo>
                    <a:pt x="612377" y="213088"/>
                    <a:pt x="632991" y="212988"/>
                    <a:pt x="645133" y="215466"/>
                  </a:cubicBezTo>
                  <a:cubicBezTo>
                    <a:pt x="654080" y="217287"/>
                    <a:pt x="658079" y="220181"/>
                    <a:pt x="663872" y="226945"/>
                  </a:cubicBezTo>
                  <a:cubicBezTo>
                    <a:pt x="666778" y="243474"/>
                    <a:pt x="622610" y="320057"/>
                    <a:pt x="616891" y="347958"/>
                  </a:cubicBezTo>
                  <a:cubicBezTo>
                    <a:pt x="607608" y="377432"/>
                    <a:pt x="586217" y="404771"/>
                    <a:pt x="562670" y="424300"/>
                  </a:cubicBezTo>
                  <a:cubicBezTo>
                    <a:pt x="586827" y="358191"/>
                    <a:pt x="621786" y="286751"/>
                    <a:pt x="657282" y="225820"/>
                  </a:cubicBezTo>
                  <a:cubicBezTo>
                    <a:pt x="621719" y="229162"/>
                    <a:pt x="587068" y="235404"/>
                    <a:pt x="551258" y="233213"/>
                  </a:cubicBezTo>
                  <a:cubicBezTo>
                    <a:pt x="516244" y="265628"/>
                    <a:pt x="474560" y="307600"/>
                    <a:pt x="449204" y="348681"/>
                  </a:cubicBezTo>
                  <a:cubicBezTo>
                    <a:pt x="438770" y="365585"/>
                    <a:pt x="436620" y="388992"/>
                    <a:pt x="422522" y="403264"/>
                  </a:cubicBezTo>
                  <a:lnTo>
                    <a:pt x="418364" y="402226"/>
                  </a:lnTo>
                  <a:lnTo>
                    <a:pt x="415116" y="394758"/>
                  </a:lnTo>
                  <a:cubicBezTo>
                    <a:pt x="440793" y="299985"/>
                    <a:pt x="494840" y="211595"/>
                    <a:pt x="546583" y="128803"/>
                  </a:cubicBezTo>
                  <a:cubicBezTo>
                    <a:pt x="560540" y="106468"/>
                    <a:pt x="608345" y="32537"/>
                    <a:pt x="633567" y="26777"/>
                  </a:cubicBezTo>
                  <a:cubicBezTo>
                    <a:pt x="637531" y="37506"/>
                    <a:pt x="633614" y="46875"/>
                    <a:pt x="630064" y="57136"/>
                  </a:cubicBezTo>
                  <a:cubicBezTo>
                    <a:pt x="627673" y="64034"/>
                    <a:pt x="626722" y="65534"/>
                    <a:pt x="627660" y="72961"/>
                  </a:cubicBezTo>
                  <a:lnTo>
                    <a:pt x="634042" y="71059"/>
                  </a:lnTo>
                  <a:cubicBezTo>
                    <a:pt x="637444" y="67690"/>
                    <a:pt x="640291" y="64750"/>
                    <a:pt x="641637" y="59995"/>
                  </a:cubicBezTo>
                  <a:cubicBezTo>
                    <a:pt x="645695" y="45690"/>
                    <a:pt x="645622" y="26094"/>
                    <a:pt x="639019" y="12739"/>
                  </a:cubicBezTo>
                  <a:cubicBezTo>
                    <a:pt x="631330" y="7743"/>
                    <a:pt x="629729" y="6277"/>
                    <a:pt x="620112" y="7877"/>
                  </a:cubicBezTo>
                  <a:cubicBezTo>
                    <a:pt x="605070" y="10375"/>
                    <a:pt x="588159" y="23556"/>
                    <a:pt x="576131" y="32791"/>
                  </a:cubicBezTo>
                  <a:cubicBezTo>
                    <a:pt x="478505" y="107747"/>
                    <a:pt x="451381" y="226101"/>
                    <a:pt x="385594" y="323834"/>
                  </a:cubicBezTo>
                  <a:lnTo>
                    <a:pt x="394153" y="302195"/>
                  </a:lnTo>
                  <a:cubicBezTo>
                    <a:pt x="400997" y="284434"/>
                    <a:pt x="404734" y="268441"/>
                    <a:pt x="395914" y="250385"/>
                  </a:cubicBezTo>
                  <a:cubicBezTo>
                    <a:pt x="390911" y="240138"/>
                    <a:pt x="382419" y="232771"/>
                    <a:pt x="371576" y="229228"/>
                  </a:cubicBezTo>
                  <a:cubicBezTo>
                    <a:pt x="352141" y="222886"/>
                    <a:pt x="335291" y="230749"/>
                    <a:pt x="318427" y="240018"/>
                  </a:cubicBezTo>
                  <a:cubicBezTo>
                    <a:pt x="255098" y="279458"/>
                    <a:pt x="266135" y="325020"/>
                    <a:pt x="231296" y="357361"/>
                  </a:cubicBezTo>
                  <a:cubicBezTo>
                    <a:pt x="240705" y="321068"/>
                    <a:pt x="257730" y="304767"/>
                    <a:pt x="253624" y="264376"/>
                  </a:cubicBezTo>
                  <a:cubicBezTo>
                    <a:pt x="260234" y="269339"/>
                    <a:pt x="260871" y="270591"/>
                    <a:pt x="268995" y="270711"/>
                  </a:cubicBezTo>
                  <a:cubicBezTo>
                    <a:pt x="275598" y="264115"/>
                    <a:pt x="281083" y="256888"/>
                    <a:pt x="286749" y="249494"/>
                  </a:cubicBezTo>
                  <a:cubicBezTo>
                    <a:pt x="287740" y="248577"/>
                    <a:pt x="288691" y="247619"/>
                    <a:pt x="289722" y="246755"/>
                  </a:cubicBezTo>
                  <a:cubicBezTo>
                    <a:pt x="310163" y="229523"/>
                    <a:pt x="339564" y="214086"/>
                    <a:pt x="367009" y="217984"/>
                  </a:cubicBezTo>
                  <a:cubicBezTo>
                    <a:pt x="389177" y="221125"/>
                    <a:pt x="401808" y="234379"/>
                    <a:pt x="414627" y="251591"/>
                  </a:cubicBezTo>
                  <a:cubicBezTo>
                    <a:pt x="430606" y="206866"/>
                    <a:pt x="455694" y="167011"/>
                    <a:pt x="478391" y="125548"/>
                  </a:cubicBezTo>
                  <a:cubicBezTo>
                    <a:pt x="454381" y="104311"/>
                    <a:pt x="414948" y="77495"/>
                    <a:pt x="384509" y="67945"/>
                  </a:cubicBezTo>
                  <a:cubicBezTo>
                    <a:pt x="383002" y="73604"/>
                    <a:pt x="383330" y="70972"/>
                    <a:pt x="383310" y="77127"/>
                  </a:cubicBezTo>
                  <a:cubicBezTo>
                    <a:pt x="383230" y="107298"/>
                    <a:pt x="376780" y="129968"/>
                    <a:pt x="358845" y="154655"/>
                  </a:cubicBezTo>
                  <a:cubicBezTo>
                    <a:pt x="338305" y="182930"/>
                    <a:pt x="311984" y="200343"/>
                    <a:pt x="277620" y="206150"/>
                  </a:cubicBezTo>
                  <a:cubicBezTo>
                    <a:pt x="263222" y="199895"/>
                    <a:pt x="247958" y="193345"/>
                    <a:pt x="241141" y="178088"/>
                  </a:cubicBezTo>
                  <a:cubicBezTo>
                    <a:pt x="232976" y="159845"/>
                    <a:pt x="238616" y="136177"/>
                    <a:pt x="241904" y="117257"/>
                  </a:cubicBezTo>
                  <a:cubicBezTo>
                    <a:pt x="200428" y="161084"/>
                    <a:pt x="162026" y="206525"/>
                    <a:pt x="129598" y="257538"/>
                  </a:cubicBezTo>
                  <a:cubicBezTo>
                    <a:pt x="120971" y="271113"/>
                    <a:pt x="102741" y="320372"/>
                    <a:pt x="94986" y="325435"/>
                  </a:cubicBezTo>
                  <a:lnTo>
                    <a:pt x="92334" y="324096"/>
                  </a:lnTo>
                  <a:cubicBezTo>
                    <a:pt x="102098" y="285532"/>
                    <a:pt x="122445" y="248456"/>
                    <a:pt x="144465" y="215613"/>
                  </a:cubicBezTo>
                  <a:cubicBezTo>
                    <a:pt x="186678" y="152659"/>
                    <a:pt x="266275" y="56526"/>
                    <a:pt x="342517" y="41779"/>
                  </a:cubicBezTo>
                  <a:cubicBezTo>
                    <a:pt x="331138" y="51985"/>
                    <a:pt x="319411" y="60672"/>
                    <a:pt x="306894" y="69398"/>
                  </a:cubicBezTo>
                  <a:cubicBezTo>
                    <a:pt x="278786" y="93629"/>
                    <a:pt x="251347" y="120967"/>
                    <a:pt x="248816" y="160528"/>
                  </a:cubicBezTo>
                  <a:cubicBezTo>
                    <a:pt x="248240" y="169476"/>
                    <a:pt x="249063" y="176903"/>
                    <a:pt x="255379" y="183767"/>
                  </a:cubicBezTo>
                  <a:cubicBezTo>
                    <a:pt x="260382" y="189206"/>
                    <a:pt x="268506" y="190076"/>
                    <a:pt x="275551" y="190023"/>
                  </a:cubicBezTo>
                  <a:cubicBezTo>
                    <a:pt x="287955" y="189929"/>
                    <a:pt x="297639" y="187726"/>
                    <a:pt x="308883" y="182696"/>
                  </a:cubicBezTo>
                  <a:cubicBezTo>
                    <a:pt x="315688" y="177673"/>
                    <a:pt x="322063" y="172416"/>
                    <a:pt x="328192" y="166569"/>
                  </a:cubicBezTo>
                  <a:cubicBezTo>
                    <a:pt x="361611" y="134650"/>
                    <a:pt x="369795" y="104291"/>
                    <a:pt x="370646" y="59372"/>
                  </a:cubicBezTo>
                  <a:lnTo>
                    <a:pt x="376064" y="55776"/>
                  </a:lnTo>
                  <a:cubicBezTo>
                    <a:pt x="411251" y="53606"/>
                    <a:pt x="463758" y="97701"/>
                    <a:pt x="490433" y="118623"/>
                  </a:cubicBezTo>
                  <a:cubicBezTo>
                    <a:pt x="499340" y="106206"/>
                    <a:pt x="522459" y="80576"/>
                    <a:pt x="519573" y="64864"/>
                  </a:cubicBezTo>
                  <a:cubicBezTo>
                    <a:pt x="517396" y="53030"/>
                    <a:pt x="510009" y="46293"/>
                    <a:pt x="500043" y="40480"/>
                  </a:cubicBezTo>
                  <a:cubicBezTo>
                    <a:pt x="459947" y="17093"/>
                    <a:pt x="407005" y="12036"/>
                    <a:pt x="362776" y="22866"/>
                  </a:cubicBezTo>
                  <a:close/>
                  <a:moveTo>
                    <a:pt x="519305" y="209405"/>
                  </a:moveTo>
                  <a:cubicBezTo>
                    <a:pt x="497184" y="241210"/>
                    <a:pt x="477119" y="271361"/>
                    <a:pt x="462733" y="307580"/>
                  </a:cubicBezTo>
                  <a:cubicBezTo>
                    <a:pt x="485169" y="281655"/>
                    <a:pt x="519218" y="251859"/>
                    <a:pt x="533784" y="220757"/>
                  </a:cubicBezTo>
                  <a:cubicBezTo>
                    <a:pt x="552784" y="190230"/>
                    <a:pt x="568898" y="161867"/>
                    <a:pt x="578930" y="127176"/>
                  </a:cubicBezTo>
                  <a:cubicBezTo>
                    <a:pt x="554379" y="150516"/>
                    <a:pt x="537361" y="181002"/>
                    <a:pt x="519305" y="209405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D0AAD7F-86AD-D5B7-9857-D652C223B9C2}"/>
                </a:ext>
              </a:extLst>
            </p:cNvPr>
            <p:cNvSpPr/>
            <p:nvPr/>
          </p:nvSpPr>
          <p:spPr>
            <a:xfrm>
              <a:off x="1144460" y="2595385"/>
              <a:ext cx="421250" cy="456726"/>
            </a:xfrm>
            <a:custGeom>
              <a:avLst/>
              <a:gdLst>
                <a:gd name="connsiteX0" fmla="*/ 8156 w 421250"/>
                <a:gd name="connsiteY0" fmla="*/ 350102 h 456726"/>
                <a:gd name="connsiteX1" fmla="*/ 95287 w 421250"/>
                <a:gd name="connsiteY1" fmla="*/ 232759 h 456726"/>
                <a:gd name="connsiteX2" fmla="*/ 148436 w 421250"/>
                <a:gd name="connsiteY2" fmla="*/ 221970 h 456726"/>
                <a:gd name="connsiteX3" fmla="*/ 172774 w 421250"/>
                <a:gd name="connsiteY3" fmla="*/ 243127 h 456726"/>
                <a:gd name="connsiteX4" fmla="*/ 171013 w 421250"/>
                <a:gd name="connsiteY4" fmla="*/ 294937 h 456726"/>
                <a:gd name="connsiteX5" fmla="*/ 162454 w 421250"/>
                <a:gd name="connsiteY5" fmla="*/ 316576 h 456726"/>
                <a:gd name="connsiteX6" fmla="*/ 352991 w 421250"/>
                <a:gd name="connsiteY6" fmla="*/ 25532 h 456726"/>
                <a:gd name="connsiteX7" fmla="*/ 396972 w 421250"/>
                <a:gd name="connsiteY7" fmla="*/ 618 h 456726"/>
                <a:gd name="connsiteX8" fmla="*/ 415879 w 421250"/>
                <a:gd name="connsiteY8" fmla="*/ 5481 h 456726"/>
                <a:gd name="connsiteX9" fmla="*/ 418497 w 421250"/>
                <a:gd name="connsiteY9" fmla="*/ 52737 h 456726"/>
                <a:gd name="connsiteX10" fmla="*/ 410902 w 421250"/>
                <a:gd name="connsiteY10" fmla="*/ 63801 h 456726"/>
                <a:gd name="connsiteX11" fmla="*/ 404520 w 421250"/>
                <a:gd name="connsiteY11" fmla="*/ 65703 h 456726"/>
                <a:gd name="connsiteX12" fmla="*/ 406924 w 421250"/>
                <a:gd name="connsiteY12" fmla="*/ 49877 h 456726"/>
                <a:gd name="connsiteX13" fmla="*/ 410427 w 421250"/>
                <a:gd name="connsiteY13" fmla="*/ 19518 h 456726"/>
                <a:gd name="connsiteX14" fmla="*/ 323443 w 421250"/>
                <a:gd name="connsiteY14" fmla="*/ 121544 h 456726"/>
                <a:gd name="connsiteX15" fmla="*/ 191976 w 421250"/>
                <a:gd name="connsiteY15" fmla="*/ 387499 h 456726"/>
                <a:gd name="connsiteX16" fmla="*/ 189109 w 421250"/>
                <a:gd name="connsiteY16" fmla="*/ 388457 h 456726"/>
                <a:gd name="connsiteX17" fmla="*/ 167577 w 421250"/>
                <a:gd name="connsiteY17" fmla="*/ 403031 h 456726"/>
                <a:gd name="connsiteX18" fmla="*/ 163378 w 421250"/>
                <a:gd name="connsiteY18" fmla="*/ 400867 h 456726"/>
                <a:gd name="connsiteX19" fmla="*/ 158127 w 421250"/>
                <a:gd name="connsiteY19" fmla="*/ 365707 h 456726"/>
                <a:gd name="connsiteX20" fmla="*/ 159179 w 421250"/>
                <a:gd name="connsiteY20" fmla="*/ 343378 h 456726"/>
                <a:gd name="connsiteX21" fmla="*/ 134419 w 421250"/>
                <a:gd name="connsiteY21" fmla="*/ 360750 h 456726"/>
                <a:gd name="connsiteX22" fmla="*/ 85161 w 421250"/>
                <a:gd name="connsiteY22" fmla="*/ 437916 h 456726"/>
                <a:gd name="connsiteX23" fmla="*/ 35440 w 421250"/>
                <a:gd name="connsiteY23" fmla="*/ 456367 h 456726"/>
                <a:gd name="connsiteX24" fmla="*/ 9709 w 421250"/>
                <a:gd name="connsiteY24" fmla="*/ 439973 h 456726"/>
                <a:gd name="connsiteX25" fmla="*/ 8156 w 421250"/>
                <a:gd name="connsiteY25" fmla="*/ 350102 h 456726"/>
                <a:gd name="connsiteX26" fmla="*/ 99935 w 421250"/>
                <a:gd name="connsiteY26" fmla="*/ 278140 h 456726"/>
                <a:gd name="connsiteX27" fmla="*/ 89755 w 421250"/>
                <a:gd name="connsiteY27" fmla="*/ 290054 h 456726"/>
                <a:gd name="connsiteX28" fmla="*/ 66295 w 421250"/>
                <a:gd name="connsiteY28" fmla="*/ 399354 h 456726"/>
                <a:gd name="connsiteX29" fmla="*/ 73829 w 421250"/>
                <a:gd name="connsiteY29" fmla="*/ 405903 h 456726"/>
                <a:gd name="connsiteX30" fmla="*/ 129905 w 421250"/>
                <a:gd name="connsiteY30" fmla="*/ 354515 h 456726"/>
                <a:gd name="connsiteX31" fmla="*/ 99935 w 421250"/>
                <a:gd name="connsiteY31" fmla="*/ 278140 h 456726"/>
                <a:gd name="connsiteX32" fmla="*/ 135772 w 421250"/>
                <a:gd name="connsiteY32" fmla="*/ 241519 h 456726"/>
                <a:gd name="connsiteX33" fmla="*/ 122391 w 421250"/>
                <a:gd name="connsiteY33" fmla="*/ 282199 h 456726"/>
                <a:gd name="connsiteX34" fmla="*/ 140085 w 421250"/>
                <a:gd name="connsiteY34" fmla="*/ 311613 h 456726"/>
                <a:gd name="connsiteX35" fmla="*/ 153720 w 421250"/>
                <a:gd name="connsiteY35" fmla="*/ 257934 h 456726"/>
                <a:gd name="connsiteX36" fmla="*/ 139757 w 421250"/>
                <a:gd name="connsiteY36" fmla="*/ 242658 h 456726"/>
                <a:gd name="connsiteX37" fmla="*/ 135772 w 421250"/>
                <a:gd name="connsiteY37" fmla="*/ 241519 h 456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21250" h="456726">
                  <a:moveTo>
                    <a:pt x="8156" y="350102"/>
                  </a:moveTo>
                  <a:cubicBezTo>
                    <a:pt x="42995" y="317761"/>
                    <a:pt x="31958" y="272199"/>
                    <a:pt x="95287" y="232759"/>
                  </a:cubicBezTo>
                  <a:cubicBezTo>
                    <a:pt x="112151" y="223490"/>
                    <a:pt x="129001" y="215627"/>
                    <a:pt x="148436" y="221970"/>
                  </a:cubicBezTo>
                  <a:cubicBezTo>
                    <a:pt x="159279" y="225513"/>
                    <a:pt x="167771" y="232880"/>
                    <a:pt x="172774" y="243127"/>
                  </a:cubicBezTo>
                  <a:cubicBezTo>
                    <a:pt x="181594" y="261182"/>
                    <a:pt x="177857" y="277176"/>
                    <a:pt x="171013" y="294937"/>
                  </a:cubicBezTo>
                  <a:lnTo>
                    <a:pt x="162454" y="316576"/>
                  </a:lnTo>
                  <a:cubicBezTo>
                    <a:pt x="228241" y="218842"/>
                    <a:pt x="255365" y="100488"/>
                    <a:pt x="352991" y="25532"/>
                  </a:cubicBezTo>
                  <a:cubicBezTo>
                    <a:pt x="365019" y="16297"/>
                    <a:pt x="381930" y="3117"/>
                    <a:pt x="396972" y="618"/>
                  </a:cubicBezTo>
                  <a:cubicBezTo>
                    <a:pt x="406589" y="-982"/>
                    <a:pt x="408190" y="485"/>
                    <a:pt x="415879" y="5481"/>
                  </a:cubicBezTo>
                  <a:cubicBezTo>
                    <a:pt x="422482" y="18835"/>
                    <a:pt x="422555" y="38431"/>
                    <a:pt x="418497" y="52737"/>
                  </a:cubicBezTo>
                  <a:cubicBezTo>
                    <a:pt x="417151" y="57492"/>
                    <a:pt x="414304" y="60432"/>
                    <a:pt x="410902" y="63801"/>
                  </a:cubicBezTo>
                  <a:lnTo>
                    <a:pt x="404520" y="65703"/>
                  </a:lnTo>
                  <a:cubicBezTo>
                    <a:pt x="403582" y="58275"/>
                    <a:pt x="404533" y="56775"/>
                    <a:pt x="406924" y="49877"/>
                  </a:cubicBezTo>
                  <a:cubicBezTo>
                    <a:pt x="410474" y="39617"/>
                    <a:pt x="414391" y="30247"/>
                    <a:pt x="410427" y="19518"/>
                  </a:cubicBezTo>
                  <a:cubicBezTo>
                    <a:pt x="385205" y="25278"/>
                    <a:pt x="337400" y="99209"/>
                    <a:pt x="323443" y="121544"/>
                  </a:cubicBezTo>
                  <a:cubicBezTo>
                    <a:pt x="271700" y="204336"/>
                    <a:pt x="217653" y="292726"/>
                    <a:pt x="191976" y="387499"/>
                  </a:cubicBezTo>
                  <a:lnTo>
                    <a:pt x="189109" y="388457"/>
                  </a:lnTo>
                  <a:cubicBezTo>
                    <a:pt x="185071" y="398322"/>
                    <a:pt x="177027" y="398911"/>
                    <a:pt x="167577" y="403031"/>
                  </a:cubicBezTo>
                  <a:lnTo>
                    <a:pt x="163378" y="400867"/>
                  </a:lnTo>
                  <a:cubicBezTo>
                    <a:pt x="158355" y="390660"/>
                    <a:pt x="158891" y="377018"/>
                    <a:pt x="158127" y="365707"/>
                  </a:cubicBezTo>
                  <a:cubicBezTo>
                    <a:pt x="159942" y="357924"/>
                    <a:pt x="162588" y="351060"/>
                    <a:pt x="159179" y="343378"/>
                  </a:cubicBezTo>
                  <a:cubicBezTo>
                    <a:pt x="150044" y="344931"/>
                    <a:pt x="141578" y="354643"/>
                    <a:pt x="134419" y="360750"/>
                  </a:cubicBezTo>
                  <a:cubicBezTo>
                    <a:pt x="125251" y="392703"/>
                    <a:pt x="111434" y="416699"/>
                    <a:pt x="85161" y="437916"/>
                  </a:cubicBezTo>
                  <a:cubicBezTo>
                    <a:pt x="71485" y="448960"/>
                    <a:pt x="53630" y="458745"/>
                    <a:pt x="35440" y="456367"/>
                  </a:cubicBezTo>
                  <a:cubicBezTo>
                    <a:pt x="24510" y="454934"/>
                    <a:pt x="15757" y="448980"/>
                    <a:pt x="9709" y="439973"/>
                  </a:cubicBezTo>
                  <a:cubicBezTo>
                    <a:pt x="-7288" y="414664"/>
                    <a:pt x="1927" y="377514"/>
                    <a:pt x="8156" y="350102"/>
                  </a:cubicBezTo>
                  <a:close/>
                  <a:moveTo>
                    <a:pt x="99935" y="278140"/>
                  </a:moveTo>
                  <a:cubicBezTo>
                    <a:pt x="92615" y="281113"/>
                    <a:pt x="92789" y="283076"/>
                    <a:pt x="89755" y="290054"/>
                  </a:cubicBezTo>
                  <a:cubicBezTo>
                    <a:pt x="78825" y="315216"/>
                    <a:pt x="56804" y="373924"/>
                    <a:pt x="66295" y="399354"/>
                  </a:cubicBezTo>
                  <a:cubicBezTo>
                    <a:pt x="68290" y="404698"/>
                    <a:pt x="68009" y="403118"/>
                    <a:pt x="73829" y="405903"/>
                  </a:cubicBezTo>
                  <a:cubicBezTo>
                    <a:pt x="97490" y="399682"/>
                    <a:pt x="112452" y="370374"/>
                    <a:pt x="129905" y="354515"/>
                  </a:cubicBezTo>
                  <a:cubicBezTo>
                    <a:pt x="129745" y="329715"/>
                    <a:pt x="105139" y="304775"/>
                    <a:pt x="99935" y="278140"/>
                  </a:cubicBezTo>
                  <a:close/>
                  <a:moveTo>
                    <a:pt x="135772" y="241519"/>
                  </a:moveTo>
                  <a:cubicBezTo>
                    <a:pt x="126664" y="254030"/>
                    <a:pt x="119290" y="265984"/>
                    <a:pt x="122391" y="282199"/>
                  </a:cubicBezTo>
                  <a:cubicBezTo>
                    <a:pt x="124722" y="294408"/>
                    <a:pt x="131747" y="302913"/>
                    <a:pt x="140085" y="311613"/>
                  </a:cubicBezTo>
                  <a:cubicBezTo>
                    <a:pt x="148630" y="295734"/>
                    <a:pt x="158556" y="276546"/>
                    <a:pt x="153720" y="257934"/>
                  </a:cubicBezTo>
                  <a:cubicBezTo>
                    <a:pt x="151705" y="250179"/>
                    <a:pt x="146997" y="245618"/>
                    <a:pt x="139757" y="242658"/>
                  </a:cubicBezTo>
                  <a:cubicBezTo>
                    <a:pt x="138477" y="242135"/>
                    <a:pt x="137098" y="241901"/>
                    <a:pt x="135772" y="241519"/>
                  </a:cubicBezTo>
                  <a:close/>
                </a:path>
              </a:pathLst>
            </a:custGeom>
            <a:solidFill>
              <a:srgbClr val="EFC2B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5DB0DEB5-CB31-9F4E-7BDB-A15BAE11249F}"/>
                </a:ext>
              </a:extLst>
            </p:cNvPr>
            <p:cNvSpPr/>
            <p:nvPr/>
          </p:nvSpPr>
          <p:spPr>
            <a:xfrm>
              <a:off x="926677" y="2599151"/>
              <a:ext cx="357418" cy="459372"/>
            </a:xfrm>
            <a:custGeom>
              <a:avLst/>
              <a:gdLst>
                <a:gd name="connsiteX0" fmla="*/ 225938 w 357418"/>
                <a:gd name="connsiteY0" fmla="*/ 346336 h 459372"/>
                <a:gd name="connsiteX1" fmla="*/ 114810 w 357418"/>
                <a:gd name="connsiteY1" fmla="*/ 450793 h 459372"/>
                <a:gd name="connsiteX2" fmla="*/ 50871 w 357418"/>
                <a:gd name="connsiteY2" fmla="*/ 453934 h 459372"/>
                <a:gd name="connsiteX3" fmla="*/ 6535 w 357418"/>
                <a:gd name="connsiteY3" fmla="*/ 407863 h 459372"/>
                <a:gd name="connsiteX4" fmla="*/ 30110 w 357418"/>
                <a:gd name="connsiteY4" fmla="*/ 250765 h 459372"/>
                <a:gd name="connsiteX5" fmla="*/ 276000 w 357418"/>
                <a:gd name="connsiteY5" fmla="*/ 6597 h 459372"/>
                <a:gd name="connsiteX6" fmla="*/ 357419 w 357418"/>
                <a:gd name="connsiteY6" fmla="*/ 11841 h 459372"/>
                <a:gd name="connsiteX7" fmla="*/ 340910 w 357418"/>
                <a:gd name="connsiteY7" fmla="*/ 30827 h 459372"/>
                <a:gd name="connsiteX8" fmla="*/ 337159 w 357418"/>
                <a:gd name="connsiteY8" fmla="*/ 30754 h 459372"/>
                <a:gd name="connsiteX9" fmla="*/ 139108 w 357418"/>
                <a:gd name="connsiteY9" fmla="*/ 204588 h 459372"/>
                <a:gd name="connsiteX10" fmla="*/ 86976 w 357418"/>
                <a:gd name="connsiteY10" fmla="*/ 313070 h 459372"/>
                <a:gd name="connsiteX11" fmla="*/ 80092 w 357418"/>
                <a:gd name="connsiteY11" fmla="*/ 381463 h 459372"/>
                <a:gd name="connsiteX12" fmla="*/ 95167 w 357418"/>
                <a:gd name="connsiteY12" fmla="*/ 406310 h 459372"/>
                <a:gd name="connsiteX13" fmla="*/ 126953 w 357418"/>
                <a:gd name="connsiteY13" fmla="*/ 405787 h 459372"/>
                <a:gd name="connsiteX14" fmla="*/ 207427 w 357418"/>
                <a:gd name="connsiteY14" fmla="*/ 322105 h 459372"/>
                <a:gd name="connsiteX15" fmla="*/ 212751 w 357418"/>
                <a:gd name="connsiteY15" fmla="*/ 254114 h 459372"/>
                <a:gd name="connsiteX16" fmla="*/ 203783 w 357418"/>
                <a:gd name="connsiteY16" fmla="*/ 248569 h 459372"/>
                <a:gd name="connsiteX17" fmla="*/ 152308 w 357418"/>
                <a:gd name="connsiteY17" fmla="*/ 342665 h 459372"/>
                <a:gd name="connsiteX18" fmla="*/ 128660 w 357418"/>
                <a:gd name="connsiteY18" fmla="*/ 359978 h 459372"/>
                <a:gd name="connsiteX19" fmla="*/ 113645 w 357418"/>
                <a:gd name="connsiteY19" fmla="*/ 347394 h 459372"/>
                <a:gd name="connsiteX20" fmla="*/ 113216 w 357418"/>
                <a:gd name="connsiteY20" fmla="*/ 319044 h 459372"/>
                <a:gd name="connsiteX21" fmla="*/ 176706 w 357418"/>
                <a:gd name="connsiteY21" fmla="*/ 223112 h 459372"/>
                <a:gd name="connsiteX22" fmla="*/ 214405 w 357418"/>
                <a:gd name="connsiteY22" fmla="*/ 219027 h 459372"/>
                <a:gd name="connsiteX23" fmla="*/ 248266 w 357418"/>
                <a:gd name="connsiteY23" fmla="*/ 253351 h 459372"/>
                <a:gd name="connsiteX24" fmla="*/ 225938 w 357418"/>
                <a:gd name="connsiteY24" fmla="*/ 346336 h 45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18" h="459372">
                  <a:moveTo>
                    <a:pt x="225938" y="346336"/>
                  </a:moveTo>
                  <a:cubicBezTo>
                    <a:pt x="194896" y="382427"/>
                    <a:pt x="158691" y="430306"/>
                    <a:pt x="114810" y="450793"/>
                  </a:cubicBezTo>
                  <a:cubicBezTo>
                    <a:pt x="94478" y="460283"/>
                    <a:pt x="71914" y="462714"/>
                    <a:pt x="50871" y="453934"/>
                  </a:cubicBezTo>
                  <a:cubicBezTo>
                    <a:pt x="30096" y="445267"/>
                    <a:pt x="14130" y="429161"/>
                    <a:pt x="6535" y="407863"/>
                  </a:cubicBezTo>
                  <a:cubicBezTo>
                    <a:pt x="-10603" y="359797"/>
                    <a:pt x="9034" y="295028"/>
                    <a:pt x="30110" y="250765"/>
                  </a:cubicBezTo>
                  <a:cubicBezTo>
                    <a:pt x="70575" y="165771"/>
                    <a:pt x="183993" y="37270"/>
                    <a:pt x="276000" y="6597"/>
                  </a:cubicBezTo>
                  <a:cubicBezTo>
                    <a:pt x="305508" y="-3235"/>
                    <a:pt x="329913" y="-2545"/>
                    <a:pt x="357419" y="11841"/>
                  </a:cubicBezTo>
                  <a:cubicBezTo>
                    <a:pt x="351934" y="21043"/>
                    <a:pt x="350447" y="25577"/>
                    <a:pt x="340910" y="30827"/>
                  </a:cubicBezTo>
                  <a:lnTo>
                    <a:pt x="337159" y="30754"/>
                  </a:lnTo>
                  <a:cubicBezTo>
                    <a:pt x="260918" y="45501"/>
                    <a:pt x="181321" y="141634"/>
                    <a:pt x="139108" y="204588"/>
                  </a:cubicBezTo>
                  <a:cubicBezTo>
                    <a:pt x="117087" y="237431"/>
                    <a:pt x="96741" y="274507"/>
                    <a:pt x="86976" y="313070"/>
                  </a:cubicBezTo>
                  <a:cubicBezTo>
                    <a:pt x="81846" y="332023"/>
                    <a:pt x="76823" y="362074"/>
                    <a:pt x="80092" y="381463"/>
                  </a:cubicBezTo>
                  <a:cubicBezTo>
                    <a:pt x="81679" y="390886"/>
                    <a:pt x="86487" y="401527"/>
                    <a:pt x="95167" y="406310"/>
                  </a:cubicBezTo>
                  <a:cubicBezTo>
                    <a:pt x="105032" y="411748"/>
                    <a:pt x="116967" y="409605"/>
                    <a:pt x="126953" y="405787"/>
                  </a:cubicBezTo>
                  <a:cubicBezTo>
                    <a:pt x="160372" y="393015"/>
                    <a:pt x="194179" y="354961"/>
                    <a:pt x="207427" y="322105"/>
                  </a:cubicBezTo>
                  <a:cubicBezTo>
                    <a:pt x="215162" y="302917"/>
                    <a:pt x="222670" y="273804"/>
                    <a:pt x="212751" y="254114"/>
                  </a:cubicBezTo>
                  <a:cubicBezTo>
                    <a:pt x="210253" y="249145"/>
                    <a:pt x="208619" y="249975"/>
                    <a:pt x="203783" y="248569"/>
                  </a:cubicBezTo>
                  <a:cubicBezTo>
                    <a:pt x="177557" y="264863"/>
                    <a:pt x="170632" y="316794"/>
                    <a:pt x="152308" y="342665"/>
                  </a:cubicBezTo>
                  <a:cubicBezTo>
                    <a:pt x="145818" y="351814"/>
                    <a:pt x="140099" y="358062"/>
                    <a:pt x="128660" y="359978"/>
                  </a:cubicBezTo>
                  <a:cubicBezTo>
                    <a:pt x="121353" y="356743"/>
                    <a:pt x="117436" y="355149"/>
                    <a:pt x="113645" y="347394"/>
                  </a:cubicBezTo>
                  <a:cubicBezTo>
                    <a:pt x="109613" y="339136"/>
                    <a:pt x="111113" y="327677"/>
                    <a:pt x="113216" y="319044"/>
                  </a:cubicBezTo>
                  <a:cubicBezTo>
                    <a:pt x="121119" y="286589"/>
                    <a:pt x="146990" y="239260"/>
                    <a:pt x="176706" y="223112"/>
                  </a:cubicBezTo>
                  <a:cubicBezTo>
                    <a:pt x="188406" y="216750"/>
                    <a:pt x="201627" y="214754"/>
                    <a:pt x="214405" y="219027"/>
                  </a:cubicBezTo>
                  <a:cubicBezTo>
                    <a:pt x="232475" y="225075"/>
                    <a:pt x="239480" y="237364"/>
                    <a:pt x="248266" y="253351"/>
                  </a:cubicBezTo>
                  <a:cubicBezTo>
                    <a:pt x="252372" y="293742"/>
                    <a:pt x="235348" y="310043"/>
                    <a:pt x="225938" y="346336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F32B655-F934-F9BA-F40D-36D76C08560D}"/>
                </a:ext>
              </a:extLst>
            </p:cNvPr>
            <p:cNvSpPr/>
            <p:nvPr/>
          </p:nvSpPr>
          <p:spPr>
            <a:xfrm>
              <a:off x="1169983" y="2605548"/>
              <a:ext cx="271156" cy="172603"/>
            </a:xfrm>
            <a:custGeom>
              <a:avLst/>
              <a:gdLst>
                <a:gd name="connsiteX0" fmla="*/ 114113 w 271156"/>
                <a:gd name="connsiteY0" fmla="*/ 5444 h 172603"/>
                <a:gd name="connsiteX1" fmla="*/ 251380 w 271156"/>
                <a:gd name="connsiteY1" fmla="*/ 23058 h 172603"/>
                <a:gd name="connsiteX2" fmla="*/ 270909 w 271156"/>
                <a:gd name="connsiteY2" fmla="*/ 47442 h 172603"/>
                <a:gd name="connsiteX3" fmla="*/ 241769 w 271156"/>
                <a:gd name="connsiteY3" fmla="*/ 101201 h 172603"/>
                <a:gd name="connsiteX4" fmla="*/ 127400 w 271156"/>
                <a:gd name="connsiteY4" fmla="*/ 38354 h 172603"/>
                <a:gd name="connsiteX5" fmla="*/ 121982 w 271156"/>
                <a:gd name="connsiteY5" fmla="*/ 41950 h 172603"/>
                <a:gd name="connsiteX6" fmla="*/ 79528 w 271156"/>
                <a:gd name="connsiteY6" fmla="*/ 149147 h 172603"/>
                <a:gd name="connsiteX7" fmla="*/ 60220 w 271156"/>
                <a:gd name="connsiteY7" fmla="*/ 165274 h 172603"/>
                <a:gd name="connsiteX8" fmla="*/ 26888 w 271156"/>
                <a:gd name="connsiteY8" fmla="*/ 172601 h 172603"/>
                <a:gd name="connsiteX9" fmla="*/ 6716 w 271156"/>
                <a:gd name="connsiteY9" fmla="*/ 166345 h 172603"/>
                <a:gd name="connsiteX10" fmla="*/ 152 w 271156"/>
                <a:gd name="connsiteY10" fmla="*/ 143106 h 172603"/>
                <a:gd name="connsiteX11" fmla="*/ 58231 w 271156"/>
                <a:gd name="connsiteY11" fmla="*/ 51976 h 172603"/>
                <a:gd name="connsiteX12" fmla="*/ 93854 w 271156"/>
                <a:gd name="connsiteY12" fmla="*/ 24357 h 172603"/>
                <a:gd name="connsiteX13" fmla="*/ 97604 w 271156"/>
                <a:gd name="connsiteY13" fmla="*/ 24430 h 172603"/>
                <a:gd name="connsiteX14" fmla="*/ 114113 w 271156"/>
                <a:gd name="connsiteY14" fmla="*/ 5444 h 172603"/>
                <a:gd name="connsiteX15" fmla="*/ 42827 w 271156"/>
                <a:gd name="connsiteY15" fmla="*/ 149281 h 172603"/>
                <a:gd name="connsiteX16" fmla="*/ 90445 w 271156"/>
                <a:gd name="connsiteY16" fmla="*/ 90285 h 172603"/>
                <a:gd name="connsiteX17" fmla="*/ 96861 w 271156"/>
                <a:gd name="connsiteY17" fmla="*/ 55720 h 172603"/>
                <a:gd name="connsiteX18" fmla="*/ 90806 w 271156"/>
                <a:gd name="connsiteY18" fmla="*/ 53195 h 172603"/>
                <a:gd name="connsiteX19" fmla="*/ 59918 w 271156"/>
                <a:gd name="connsiteY19" fmla="*/ 75651 h 172603"/>
                <a:gd name="connsiteX20" fmla="*/ 24885 w 271156"/>
                <a:gd name="connsiteY20" fmla="*/ 138914 h 172603"/>
                <a:gd name="connsiteX21" fmla="*/ 26995 w 271156"/>
                <a:gd name="connsiteY21" fmla="*/ 146796 h 172603"/>
                <a:gd name="connsiteX22" fmla="*/ 42827 w 271156"/>
                <a:gd name="connsiteY22" fmla="*/ 149281 h 172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1156" h="172603">
                  <a:moveTo>
                    <a:pt x="114113" y="5444"/>
                  </a:moveTo>
                  <a:cubicBezTo>
                    <a:pt x="158342" y="-5386"/>
                    <a:pt x="211283" y="-329"/>
                    <a:pt x="251380" y="23058"/>
                  </a:cubicBezTo>
                  <a:cubicBezTo>
                    <a:pt x="261346" y="28871"/>
                    <a:pt x="268733" y="35608"/>
                    <a:pt x="270909" y="47442"/>
                  </a:cubicBezTo>
                  <a:cubicBezTo>
                    <a:pt x="273796" y="63154"/>
                    <a:pt x="250677" y="88784"/>
                    <a:pt x="241769" y="101201"/>
                  </a:cubicBezTo>
                  <a:cubicBezTo>
                    <a:pt x="215094" y="80279"/>
                    <a:pt x="162588" y="36184"/>
                    <a:pt x="127400" y="38354"/>
                  </a:cubicBezTo>
                  <a:lnTo>
                    <a:pt x="121982" y="41950"/>
                  </a:lnTo>
                  <a:cubicBezTo>
                    <a:pt x="121132" y="86869"/>
                    <a:pt x="112948" y="117228"/>
                    <a:pt x="79528" y="149147"/>
                  </a:cubicBezTo>
                  <a:cubicBezTo>
                    <a:pt x="73400" y="154994"/>
                    <a:pt x="67025" y="160251"/>
                    <a:pt x="60220" y="165274"/>
                  </a:cubicBezTo>
                  <a:cubicBezTo>
                    <a:pt x="48975" y="170304"/>
                    <a:pt x="39291" y="172507"/>
                    <a:pt x="26888" y="172601"/>
                  </a:cubicBezTo>
                  <a:cubicBezTo>
                    <a:pt x="19842" y="172654"/>
                    <a:pt x="11719" y="171784"/>
                    <a:pt x="6716" y="166345"/>
                  </a:cubicBezTo>
                  <a:cubicBezTo>
                    <a:pt x="400" y="159481"/>
                    <a:pt x="-424" y="152053"/>
                    <a:pt x="152" y="143106"/>
                  </a:cubicBezTo>
                  <a:cubicBezTo>
                    <a:pt x="2684" y="103545"/>
                    <a:pt x="30123" y="76207"/>
                    <a:pt x="58231" y="51976"/>
                  </a:cubicBezTo>
                  <a:cubicBezTo>
                    <a:pt x="70748" y="43250"/>
                    <a:pt x="82475" y="34563"/>
                    <a:pt x="93854" y="24357"/>
                  </a:cubicBezTo>
                  <a:lnTo>
                    <a:pt x="97604" y="24430"/>
                  </a:lnTo>
                  <a:cubicBezTo>
                    <a:pt x="107141" y="19180"/>
                    <a:pt x="108628" y="14646"/>
                    <a:pt x="114113" y="5444"/>
                  </a:cubicBezTo>
                  <a:close/>
                  <a:moveTo>
                    <a:pt x="42827" y="149281"/>
                  </a:moveTo>
                  <a:cubicBezTo>
                    <a:pt x="63716" y="133328"/>
                    <a:pt x="79555" y="114247"/>
                    <a:pt x="90445" y="90285"/>
                  </a:cubicBezTo>
                  <a:cubicBezTo>
                    <a:pt x="95207" y="79803"/>
                    <a:pt x="101147" y="67172"/>
                    <a:pt x="96861" y="55720"/>
                  </a:cubicBezTo>
                  <a:lnTo>
                    <a:pt x="90806" y="53195"/>
                  </a:lnTo>
                  <a:cubicBezTo>
                    <a:pt x="78363" y="56892"/>
                    <a:pt x="69315" y="67099"/>
                    <a:pt x="59918" y="75651"/>
                  </a:cubicBezTo>
                  <a:cubicBezTo>
                    <a:pt x="44006" y="95381"/>
                    <a:pt x="30082" y="113397"/>
                    <a:pt x="24885" y="138914"/>
                  </a:cubicBezTo>
                  <a:lnTo>
                    <a:pt x="26995" y="146796"/>
                  </a:lnTo>
                  <a:cubicBezTo>
                    <a:pt x="33237" y="149522"/>
                    <a:pt x="36070" y="150741"/>
                    <a:pt x="42827" y="149281"/>
                  </a:cubicBezTo>
                  <a:close/>
                </a:path>
              </a:pathLst>
            </a:custGeom>
            <a:solidFill>
              <a:srgbClr val="EFC2B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F2C4A53-1252-E98B-F2CD-A6948A53146D}"/>
                </a:ext>
              </a:extLst>
            </p:cNvPr>
            <p:cNvSpPr/>
            <p:nvPr/>
          </p:nvSpPr>
          <p:spPr>
            <a:xfrm>
              <a:off x="1486735" y="2629242"/>
              <a:ext cx="153541" cy="90929"/>
            </a:xfrm>
            <a:custGeom>
              <a:avLst/>
              <a:gdLst>
                <a:gd name="connsiteX0" fmla="*/ 134903 w 153541"/>
                <a:gd name="connsiteY0" fmla="*/ 5753 h 90929"/>
                <a:gd name="connsiteX1" fmla="*/ 153542 w 153541"/>
                <a:gd name="connsiteY1" fmla="*/ 0 h 90929"/>
                <a:gd name="connsiteX2" fmla="*/ 35583 w 153541"/>
                <a:gd name="connsiteY2" fmla="*/ 90735 h 90929"/>
                <a:gd name="connsiteX3" fmla="*/ 0 w 153541"/>
                <a:gd name="connsiteY3" fmla="*/ 86234 h 90929"/>
                <a:gd name="connsiteX4" fmla="*/ 22114 w 153541"/>
                <a:gd name="connsiteY4" fmla="*/ 62419 h 90929"/>
                <a:gd name="connsiteX5" fmla="*/ 134903 w 153541"/>
                <a:gd name="connsiteY5" fmla="*/ 5753 h 9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41" h="90929">
                  <a:moveTo>
                    <a:pt x="134903" y="5753"/>
                  </a:moveTo>
                  <a:lnTo>
                    <a:pt x="153542" y="0"/>
                  </a:lnTo>
                  <a:cubicBezTo>
                    <a:pt x="121844" y="39849"/>
                    <a:pt x="91271" y="86107"/>
                    <a:pt x="35583" y="90735"/>
                  </a:cubicBezTo>
                  <a:cubicBezTo>
                    <a:pt x="23682" y="91719"/>
                    <a:pt x="11546" y="88772"/>
                    <a:pt x="0" y="86234"/>
                  </a:cubicBezTo>
                  <a:cubicBezTo>
                    <a:pt x="6704" y="78298"/>
                    <a:pt x="13863" y="68768"/>
                    <a:pt x="22114" y="62419"/>
                  </a:cubicBezTo>
                  <a:cubicBezTo>
                    <a:pt x="55018" y="37089"/>
                    <a:pt x="97921" y="47778"/>
                    <a:pt x="134903" y="5753"/>
                  </a:cubicBezTo>
                  <a:close/>
                </a:path>
              </a:pathLst>
            </a:custGeom>
            <a:solidFill>
              <a:srgbClr val="EFC2B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A1484F38-6177-E54D-FF4F-A666FF15CC1A}"/>
                </a:ext>
              </a:extLst>
            </p:cNvPr>
            <p:cNvSpPr/>
            <p:nvPr/>
          </p:nvSpPr>
          <p:spPr>
            <a:xfrm>
              <a:off x="1194868" y="2658743"/>
              <a:ext cx="73452" cy="96708"/>
            </a:xfrm>
            <a:custGeom>
              <a:avLst/>
              <a:gdLst>
                <a:gd name="connsiteX0" fmla="*/ 35033 w 73452"/>
                <a:gd name="connsiteY0" fmla="*/ 22456 h 96708"/>
                <a:gd name="connsiteX1" fmla="*/ 65921 w 73452"/>
                <a:gd name="connsiteY1" fmla="*/ 0 h 96708"/>
                <a:gd name="connsiteX2" fmla="*/ 71976 w 73452"/>
                <a:gd name="connsiteY2" fmla="*/ 2525 h 96708"/>
                <a:gd name="connsiteX3" fmla="*/ 65560 w 73452"/>
                <a:gd name="connsiteY3" fmla="*/ 37089 h 96708"/>
                <a:gd name="connsiteX4" fmla="*/ 17942 w 73452"/>
                <a:gd name="connsiteY4" fmla="*/ 96086 h 96708"/>
                <a:gd name="connsiteX5" fmla="*/ 2110 w 73452"/>
                <a:gd name="connsiteY5" fmla="*/ 93601 h 96708"/>
                <a:gd name="connsiteX6" fmla="*/ 0 w 73452"/>
                <a:gd name="connsiteY6" fmla="*/ 85718 h 96708"/>
                <a:gd name="connsiteX7" fmla="*/ 35033 w 73452"/>
                <a:gd name="connsiteY7" fmla="*/ 22456 h 9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452" h="96708">
                  <a:moveTo>
                    <a:pt x="35033" y="22456"/>
                  </a:moveTo>
                  <a:cubicBezTo>
                    <a:pt x="44429" y="13903"/>
                    <a:pt x="53478" y="3697"/>
                    <a:pt x="65921" y="0"/>
                  </a:cubicBezTo>
                  <a:lnTo>
                    <a:pt x="71976" y="2525"/>
                  </a:lnTo>
                  <a:cubicBezTo>
                    <a:pt x="76262" y="13977"/>
                    <a:pt x="70321" y="26608"/>
                    <a:pt x="65560" y="37089"/>
                  </a:cubicBezTo>
                  <a:cubicBezTo>
                    <a:pt x="54670" y="61052"/>
                    <a:pt x="38831" y="80133"/>
                    <a:pt x="17942" y="96086"/>
                  </a:cubicBezTo>
                  <a:cubicBezTo>
                    <a:pt x="11184" y="97546"/>
                    <a:pt x="8352" y="96327"/>
                    <a:pt x="2110" y="93601"/>
                  </a:cubicBezTo>
                  <a:lnTo>
                    <a:pt x="0" y="85718"/>
                  </a:lnTo>
                  <a:cubicBezTo>
                    <a:pt x="5197" y="60202"/>
                    <a:pt x="19121" y="42186"/>
                    <a:pt x="35033" y="22456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6841557-1E40-C4B3-F21F-2ED06E759C1B}"/>
                </a:ext>
              </a:extLst>
            </p:cNvPr>
            <p:cNvSpPr/>
            <p:nvPr/>
          </p:nvSpPr>
          <p:spPr>
            <a:xfrm>
              <a:off x="1198940" y="2656071"/>
              <a:ext cx="200770" cy="183645"/>
            </a:xfrm>
            <a:custGeom>
              <a:avLst/>
              <a:gdLst>
                <a:gd name="connsiteX0" fmla="*/ 0 w 200770"/>
                <a:gd name="connsiteY0" fmla="*/ 138205 h 183645"/>
                <a:gd name="connsiteX1" fmla="*/ 81224 w 200770"/>
                <a:gd name="connsiteY1" fmla="*/ 86710 h 183645"/>
                <a:gd name="connsiteX2" fmla="*/ 105690 w 200770"/>
                <a:gd name="connsiteY2" fmla="*/ 9182 h 183645"/>
                <a:gd name="connsiteX3" fmla="*/ 106889 w 200770"/>
                <a:gd name="connsiteY3" fmla="*/ 0 h 183645"/>
                <a:gd name="connsiteX4" fmla="*/ 200771 w 200770"/>
                <a:gd name="connsiteY4" fmla="*/ 57603 h 183645"/>
                <a:gd name="connsiteX5" fmla="*/ 137006 w 200770"/>
                <a:gd name="connsiteY5" fmla="*/ 183646 h 183645"/>
                <a:gd name="connsiteX6" fmla="*/ 89388 w 200770"/>
                <a:gd name="connsiteY6" fmla="*/ 150039 h 183645"/>
                <a:gd name="connsiteX7" fmla="*/ 12102 w 200770"/>
                <a:gd name="connsiteY7" fmla="*/ 178810 h 183645"/>
                <a:gd name="connsiteX8" fmla="*/ 9129 w 200770"/>
                <a:gd name="connsiteY8" fmla="*/ 181549 h 183645"/>
                <a:gd name="connsiteX9" fmla="*/ 0 w 200770"/>
                <a:gd name="connsiteY9" fmla="*/ 138205 h 18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770" h="183645">
                  <a:moveTo>
                    <a:pt x="0" y="138205"/>
                  </a:moveTo>
                  <a:cubicBezTo>
                    <a:pt x="34364" y="132398"/>
                    <a:pt x="60684" y="114985"/>
                    <a:pt x="81224" y="86710"/>
                  </a:cubicBezTo>
                  <a:cubicBezTo>
                    <a:pt x="99160" y="62023"/>
                    <a:pt x="105609" y="39353"/>
                    <a:pt x="105690" y="9182"/>
                  </a:cubicBezTo>
                  <a:cubicBezTo>
                    <a:pt x="105710" y="3027"/>
                    <a:pt x="105381" y="5659"/>
                    <a:pt x="106889" y="0"/>
                  </a:cubicBezTo>
                  <a:cubicBezTo>
                    <a:pt x="137327" y="9550"/>
                    <a:pt x="176761" y="36366"/>
                    <a:pt x="200771" y="57603"/>
                  </a:cubicBezTo>
                  <a:cubicBezTo>
                    <a:pt x="178074" y="99066"/>
                    <a:pt x="152986" y="138921"/>
                    <a:pt x="137006" y="183646"/>
                  </a:cubicBezTo>
                  <a:cubicBezTo>
                    <a:pt x="124188" y="166434"/>
                    <a:pt x="111556" y="153180"/>
                    <a:pt x="89388" y="150039"/>
                  </a:cubicBezTo>
                  <a:cubicBezTo>
                    <a:pt x="61943" y="146141"/>
                    <a:pt x="32542" y="161578"/>
                    <a:pt x="12102" y="178810"/>
                  </a:cubicBezTo>
                  <a:cubicBezTo>
                    <a:pt x="11071" y="179674"/>
                    <a:pt x="10119" y="180632"/>
                    <a:pt x="9129" y="181549"/>
                  </a:cubicBezTo>
                  <a:cubicBezTo>
                    <a:pt x="6329" y="168885"/>
                    <a:pt x="8110" y="148197"/>
                    <a:pt x="0" y="138205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C7EA4B9-E215-BCC0-8E5E-5FF359EDC376}"/>
                </a:ext>
              </a:extLst>
            </p:cNvPr>
            <p:cNvSpPr/>
            <p:nvPr/>
          </p:nvSpPr>
          <p:spPr>
            <a:xfrm>
              <a:off x="935209" y="2695183"/>
              <a:ext cx="88417" cy="61342"/>
            </a:xfrm>
            <a:custGeom>
              <a:avLst/>
              <a:gdLst>
                <a:gd name="connsiteX0" fmla="*/ 0 w 88417"/>
                <a:gd name="connsiteY0" fmla="*/ 59706 h 61342"/>
                <a:gd name="connsiteX1" fmla="*/ 26903 w 88417"/>
                <a:gd name="connsiteY1" fmla="*/ 0 h 61342"/>
                <a:gd name="connsiteX2" fmla="*/ 88417 w 88417"/>
                <a:gd name="connsiteY2" fmla="*/ 1286 h 61342"/>
                <a:gd name="connsiteX3" fmla="*/ 71145 w 88417"/>
                <a:gd name="connsiteY3" fmla="*/ 36306 h 61342"/>
                <a:gd name="connsiteX4" fmla="*/ 52761 w 88417"/>
                <a:gd name="connsiteY4" fmla="*/ 58058 h 61342"/>
                <a:gd name="connsiteX5" fmla="*/ 0 w 88417"/>
                <a:gd name="connsiteY5" fmla="*/ 59706 h 6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417" h="61342">
                  <a:moveTo>
                    <a:pt x="0" y="59706"/>
                  </a:moveTo>
                  <a:cubicBezTo>
                    <a:pt x="8311" y="39407"/>
                    <a:pt x="16429" y="19308"/>
                    <a:pt x="26903" y="0"/>
                  </a:cubicBezTo>
                  <a:cubicBezTo>
                    <a:pt x="47256" y="3616"/>
                    <a:pt x="67850" y="1969"/>
                    <a:pt x="88417" y="1286"/>
                  </a:cubicBezTo>
                  <a:lnTo>
                    <a:pt x="71145" y="36306"/>
                  </a:lnTo>
                  <a:cubicBezTo>
                    <a:pt x="66578" y="45809"/>
                    <a:pt x="63370" y="54027"/>
                    <a:pt x="52761" y="58058"/>
                  </a:cubicBezTo>
                  <a:cubicBezTo>
                    <a:pt x="37612" y="63811"/>
                    <a:pt x="16040" y="60403"/>
                    <a:pt x="0" y="59706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A1B5A4C-2B81-AE43-C9F9-18E971C33252}"/>
                </a:ext>
              </a:extLst>
            </p:cNvPr>
            <p:cNvSpPr/>
            <p:nvPr/>
          </p:nvSpPr>
          <p:spPr>
            <a:xfrm>
              <a:off x="1005729" y="2705383"/>
              <a:ext cx="202340" cy="303357"/>
            </a:xfrm>
            <a:custGeom>
              <a:avLst/>
              <a:gdLst>
                <a:gd name="connsiteX0" fmla="*/ 157495 w 202340"/>
                <a:gd name="connsiteY0" fmla="*/ 0 h 303357"/>
                <a:gd name="connsiteX1" fmla="*/ 156732 w 202340"/>
                <a:gd name="connsiteY1" fmla="*/ 60831 h 303357"/>
                <a:gd name="connsiteX2" fmla="*/ 193212 w 202340"/>
                <a:gd name="connsiteY2" fmla="*/ 88893 h 303357"/>
                <a:gd name="connsiteX3" fmla="*/ 202340 w 202340"/>
                <a:gd name="connsiteY3" fmla="*/ 132237 h 303357"/>
                <a:gd name="connsiteX4" fmla="*/ 184586 w 202340"/>
                <a:gd name="connsiteY4" fmla="*/ 153454 h 303357"/>
                <a:gd name="connsiteX5" fmla="*/ 169215 w 202340"/>
                <a:gd name="connsiteY5" fmla="*/ 147119 h 303357"/>
                <a:gd name="connsiteX6" fmla="*/ 135354 w 202340"/>
                <a:gd name="connsiteY6" fmla="*/ 112795 h 303357"/>
                <a:gd name="connsiteX7" fmla="*/ 97655 w 202340"/>
                <a:gd name="connsiteY7" fmla="*/ 116881 h 303357"/>
                <a:gd name="connsiteX8" fmla="*/ 34165 w 202340"/>
                <a:gd name="connsiteY8" fmla="*/ 212812 h 303357"/>
                <a:gd name="connsiteX9" fmla="*/ 34594 w 202340"/>
                <a:gd name="connsiteY9" fmla="*/ 241162 h 303357"/>
                <a:gd name="connsiteX10" fmla="*/ 49609 w 202340"/>
                <a:gd name="connsiteY10" fmla="*/ 253746 h 303357"/>
                <a:gd name="connsiteX11" fmla="*/ 73257 w 202340"/>
                <a:gd name="connsiteY11" fmla="*/ 236433 h 303357"/>
                <a:gd name="connsiteX12" fmla="*/ 124732 w 202340"/>
                <a:gd name="connsiteY12" fmla="*/ 142337 h 303357"/>
                <a:gd name="connsiteX13" fmla="*/ 133700 w 202340"/>
                <a:gd name="connsiteY13" fmla="*/ 147882 h 303357"/>
                <a:gd name="connsiteX14" fmla="*/ 128376 w 202340"/>
                <a:gd name="connsiteY14" fmla="*/ 215873 h 303357"/>
                <a:gd name="connsiteX15" fmla="*/ 47901 w 202340"/>
                <a:gd name="connsiteY15" fmla="*/ 299555 h 303357"/>
                <a:gd name="connsiteX16" fmla="*/ 16116 w 202340"/>
                <a:gd name="connsiteY16" fmla="*/ 300078 h 303357"/>
                <a:gd name="connsiteX17" fmla="*/ 1040 w 202340"/>
                <a:gd name="connsiteY17" fmla="*/ 275231 h 303357"/>
                <a:gd name="connsiteX18" fmla="*/ 7925 w 202340"/>
                <a:gd name="connsiteY18" fmla="*/ 206839 h 303357"/>
                <a:gd name="connsiteX19" fmla="*/ 10577 w 202340"/>
                <a:gd name="connsiteY19" fmla="*/ 208178 h 303357"/>
                <a:gd name="connsiteX20" fmla="*/ 45189 w 202340"/>
                <a:gd name="connsiteY20" fmla="*/ 140281 h 303357"/>
                <a:gd name="connsiteX21" fmla="*/ 157495 w 202340"/>
                <a:gd name="connsiteY21" fmla="*/ 0 h 30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2340" h="303357">
                  <a:moveTo>
                    <a:pt x="157495" y="0"/>
                  </a:moveTo>
                  <a:cubicBezTo>
                    <a:pt x="154207" y="18920"/>
                    <a:pt x="148568" y="42588"/>
                    <a:pt x="156732" y="60831"/>
                  </a:cubicBezTo>
                  <a:cubicBezTo>
                    <a:pt x="163549" y="76088"/>
                    <a:pt x="178813" y="82638"/>
                    <a:pt x="193212" y="88893"/>
                  </a:cubicBezTo>
                  <a:cubicBezTo>
                    <a:pt x="201322" y="98885"/>
                    <a:pt x="199541" y="119573"/>
                    <a:pt x="202340" y="132237"/>
                  </a:cubicBezTo>
                  <a:cubicBezTo>
                    <a:pt x="196674" y="139631"/>
                    <a:pt x="191189" y="146858"/>
                    <a:pt x="184586" y="153454"/>
                  </a:cubicBezTo>
                  <a:cubicBezTo>
                    <a:pt x="176462" y="153334"/>
                    <a:pt x="175825" y="152082"/>
                    <a:pt x="169215" y="147119"/>
                  </a:cubicBezTo>
                  <a:cubicBezTo>
                    <a:pt x="160428" y="131133"/>
                    <a:pt x="153423" y="118843"/>
                    <a:pt x="135354" y="112795"/>
                  </a:cubicBezTo>
                  <a:cubicBezTo>
                    <a:pt x="122576" y="108523"/>
                    <a:pt x="109355" y="110518"/>
                    <a:pt x="97655" y="116881"/>
                  </a:cubicBezTo>
                  <a:cubicBezTo>
                    <a:pt x="67939" y="133028"/>
                    <a:pt x="42068" y="180357"/>
                    <a:pt x="34165" y="212812"/>
                  </a:cubicBezTo>
                  <a:cubicBezTo>
                    <a:pt x="32062" y="221445"/>
                    <a:pt x="30562" y="232904"/>
                    <a:pt x="34594" y="241162"/>
                  </a:cubicBezTo>
                  <a:cubicBezTo>
                    <a:pt x="38384" y="248917"/>
                    <a:pt x="42302" y="250511"/>
                    <a:pt x="49609" y="253746"/>
                  </a:cubicBezTo>
                  <a:cubicBezTo>
                    <a:pt x="61048" y="251831"/>
                    <a:pt x="66767" y="245582"/>
                    <a:pt x="73257" y="236433"/>
                  </a:cubicBezTo>
                  <a:cubicBezTo>
                    <a:pt x="91581" y="210562"/>
                    <a:pt x="98506" y="158632"/>
                    <a:pt x="124732" y="142337"/>
                  </a:cubicBezTo>
                  <a:cubicBezTo>
                    <a:pt x="129568" y="143744"/>
                    <a:pt x="131202" y="142913"/>
                    <a:pt x="133700" y="147882"/>
                  </a:cubicBezTo>
                  <a:cubicBezTo>
                    <a:pt x="143619" y="167572"/>
                    <a:pt x="136111" y="196685"/>
                    <a:pt x="128376" y="215873"/>
                  </a:cubicBezTo>
                  <a:cubicBezTo>
                    <a:pt x="115128" y="248730"/>
                    <a:pt x="81321" y="286784"/>
                    <a:pt x="47901" y="299555"/>
                  </a:cubicBezTo>
                  <a:cubicBezTo>
                    <a:pt x="37915" y="303373"/>
                    <a:pt x="25981" y="305516"/>
                    <a:pt x="16116" y="300078"/>
                  </a:cubicBezTo>
                  <a:cubicBezTo>
                    <a:pt x="7436" y="295296"/>
                    <a:pt x="2628" y="284654"/>
                    <a:pt x="1040" y="275231"/>
                  </a:cubicBezTo>
                  <a:cubicBezTo>
                    <a:pt x="-2228" y="255842"/>
                    <a:pt x="2795" y="225792"/>
                    <a:pt x="7925" y="206839"/>
                  </a:cubicBezTo>
                  <a:lnTo>
                    <a:pt x="10577" y="208178"/>
                  </a:lnTo>
                  <a:cubicBezTo>
                    <a:pt x="18333" y="203115"/>
                    <a:pt x="36562" y="153856"/>
                    <a:pt x="45189" y="140281"/>
                  </a:cubicBezTo>
                  <a:cubicBezTo>
                    <a:pt x="77617" y="89268"/>
                    <a:pt x="116019" y="43827"/>
                    <a:pt x="157495" y="0"/>
                  </a:cubicBezTo>
                  <a:close/>
                </a:path>
              </a:pathLst>
            </a:custGeom>
            <a:solidFill>
              <a:srgbClr val="B4291B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6383BEF-5063-0E62-E17F-C57FB2281654}"/>
                </a:ext>
              </a:extLst>
            </p:cNvPr>
            <p:cNvSpPr/>
            <p:nvPr/>
          </p:nvSpPr>
          <p:spPr>
            <a:xfrm>
              <a:off x="520822" y="2724359"/>
              <a:ext cx="43429" cy="62905"/>
            </a:xfrm>
            <a:custGeom>
              <a:avLst/>
              <a:gdLst>
                <a:gd name="connsiteX0" fmla="*/ 28343 w 43429"/>
                <a:gd name="connsiteY0" fmla="*/ 62905 h 62905"/>
                <a:gd name="connsiteX1" fmla="*/ 10321 w 43429"/>
                <a:gd name="connsiteY1" fmla="*/ 48881 h 62905"/>
                <a:gd name="connsiteX2" fmla="*/ 74 w 43429"/>
                <a:gd name="connsiteY2" fmla="*/ 24295 h 62905"/>
                <a:gd name="connsiteX3" fmla="*/ 16797 w 43429"/>
                <a:gd name="connsiteY3" fmla="*/ 165 h 62905"/>
                <a:gd name="connsiteX4" fmla="*/ 41449 w 43429"/>
                <a:gd name="connsiteY4" fmla="*/ 7519 h 62905"/>
                <a:gd name="connsiteX5" fmla="*/ 28343 w 43429"/>
                <a:gd name="connsiteY5" fmla="*/ 62905 h 62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29" h="62905">
                  <a:moveTo>
                    <a:pt x="28343" y="62905"/>
                  </a:moveTo>
                  <a:cubicBezTo>
                    <a:pt x="21893" y="59181"/>
                    <a:pt x="15638" y="54091"/>
                    <a:pt x="10321" y="48881"/>
                  </a:cubicBezTo>
                  <a:cubicBezTo>
                    <a:pt x="3516" y="42217"/>
                    <a:pt x="-610" y="34046"/>
                    <a:pt x="74" y="24295"/>
                  </a:cubicBezTo>
                  <a:cubicBezTo>
                    <a:pt x="830" y="13365"/>
                    <a:pt x="9269" y="6936"/>
                    <a:pt x="16797" y="165"/>
                  </a:cubicBezTo>
                  <a:cubicBezTo>
                    <a:pt x="28644" y="-404"/>
                    <a:pt x="32421" y="152"/>
                    <a:pt x="41449" y="7519"/>
                  </a:cubicBezTo>
                  <a:cubicBezTo>
                    <a:pt x="48301" y="25943"/>
                    <a:pt x="35757" y="46169"/>
                    <a:pt x="28343" y="6290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1AB6083E-5165-059B-6F63-6E007B651DE8}"/>
                </a:ext>
              </a:extLst>
            </p:cNvPr>
            <p:cNvSpPr/>
            <p:nvPr/>
          </p:nvSpPr>
          <p:spPr>
            <a:xfrm>
              <a:off x="755353" y="2728107"/>
              <a:ext cx="97405" cy="149335"/>
            </a:xfrm>
            <a:custGeom>
              <a:avLst/>
              <a:gdLst>
                <a:gd name="connsiteX0" fmla="*/ 3892 w 97405"/>
                <a:gd name="connsiteY0" fmla="*/ 149335 h 149335"/>
                <a:gd name="connsiteX1" fmla="*/ 423 w 97405"/>
                <a:gd name="connsiteY1" fmla="*/ 135077 h 149335"/>
                <a:gd name="connsiteX2" fmla="*/ 94439 w 97405"/>
                <a:gd name="connsiteY2" fmla="*/ 0 h 149335"/>
                <a:gd name="connsiteX3" fmla="*/ 97406 w 97405"/>
                <a:gd name="connsiteY3" fmla="*/ 3891 h 149335"/>
                <a:gd name="connsiteX4" fmla="*/ 96609 w 97405"/>
                <a:gd name="connsiteY4" fmla="*/ 11352 h 149335"/>
                <a:gd name="connsiteX5" fmla="*/ 3892 w 97405"/>
                <a:gd name="connsiteY5" fmla="*/ 149335 h 149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405" h="149335">
                  <a:moveTo>
                    <a:pt x="3892" y="149335"/>
                  </a:moveTo>
                  <a:cubicBezTo>
                    <a:pt x="269" y="143623"/>
                    <a:pt x="-656" y="142170"/>
                    <a:pt x="423" y="135077"/>
                  </a:cubicBezTo>
                  <a:cubicBezTo>
                    <a:pt x="5955" y="98570"/>
                    <a:pt x="65319" y="22952"/>
                    <a:pt x="94439" y="0"/>
                  </a:cubicBezTo>
                  <a:lnTo>
                    <a:pt x="97406" y="3891"/>
                  </a:lnTo>
                  <a:cubicBezTo>
                    <a:pt x="97225" y="6389"/>
                    <a:pt x="97158" y="8894"/>
                    <a:pt x="96609" y="11352"/>
                  </a:cubicBezTo>
                  <a:cubicBezTo>
                    <a:pt x="88123" y="49299"/>
                    <a:pt x="35275" y="126900"/>
                    <a:pt x="3892" y="14933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A6C4833E-FDA2-9867-21F9-55279E9AE734}"/>
                </a:ext>
              </a:extLst>
            </p:cNvPr>
            <p:cNvSpPr/>
            <p:nvPr/>
          </p:nvSpPr>
          <p:spPr>
            <a:xfrm>
              <a:off x="1440625" y="2715302"/>
              <a:ext cx="59625" cy="93580"/>
            </a:xfrm>
            <a:custGeom>
              <a:avLst/>
              <a:gdLst>
                <a:gd name="connsiteX0" fmla="*/ 0 w 59625"/>
                <a:gd name="connsiteY0" fmla="*/ 82229 h 93580"/>
                <a:gd name="connsiteX1" fmla="*/ 59625 w 59625"/>
                <a:gd name="connsiteY1" fmla="*/ 0 h 93580"/>
                <a:gd name="connsiteX2" fmla="*/ 14479 w 59625"/>
                <a:gd name="connsiteY2" fmla="*/ 93581 h 93580"/>
                <a:gd name="connsiteX3" fmla="*/ 0 w 59625"/>
                <a:gd name="connsiteY3" fmla="*/ 82229 h 9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5" h="93580">
                  <a:moveTo>
                    <a:pt x="0" y="82229"/>
                  </a:moveTo>
                  <a:cubicBezTo>
                    <a:pt x="18056" y="53826"/>
                    <a:pt x="35074" y="23340"/>
                    <a:pt x="59625" y="0"/>
                  </a:cubicBezTo>
                  <a:cubicBezTo>
                    <a:pt x="49593" y="34692"/>
                    <a:pt x="33479" y="63055"/>
                    <a:pt x="14479" y="93581"/>
                  </a:cubicBezTo>
                  <a:lnTo>
                    <a:pt x="0" y="82229"/>
                  </a:lnTo>
                  <a:close/>
                </a:path>
              </a:pathLst>
            </a:custGeom>
            <a:solidFill>
              <a:srgbClr val="D8999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6CED317-D0A8-E7C5-CEC6-35967122B97A}"/>
                </a:ext>
              </a:extLst>
            </p:cNvPr>
            <p:cNvSpPr/>
            <p:nvPr/>
          </p:nvSpPr>
          <p:spPr>
            <a:xfrm>
              <a:off x="472588" y="2789896"/>
              <a:ext cx="62646" cy="79286"/>
            </a:xfrm>
            <a:custGeom>
              <a:avLst/>
              <a:gdLst>
                <a:gd name="connsiteX0" fmla="*/ 33259 w 62646"/>
                <a:gd name="connsiteY0" fmla="*/ 71085 h 79286"/>
                <a:gd name="connsiteX1" fmla="*/ 9383 w 62646"/>
                <a:gd name="connsiteY1" fmla="*/ 79282 h 79286"/>
                <a:gd name="connsiteX2" fmla="*/ 1259 w 62646"/>
                <a:gd name="connsiteY2" fmla="*/ 69692 h 79286"/>
                <a:gd name="connsiteX3" fmla="*/ 20085 w 62646"/>
                <a:gd name="connsiteY3" fmla="*/ 0 h 79286"/>
                <a:gd name="connsiteX4" fmla="*/ 62646 w 62646"/>
                <a:gd name="connsiteY4" fmla="*/ 29227 h 79286"/>
                <a:gd name="connsiteX5" fmla="*/ 33259 w 62646"/>
                <a:gd name="connsiteY5" fmla="*/ 71085 h 7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646" h="79286">
                  <a:moveTo>
                    <a:pt x="33259" y="71085"/>
                  </a:moveTo>
                  <a:cubicBezTo>
                    <a:pt x="24733" y="76489"/>
                    <a:pt x="19931" y="79416"/>
                    <a:pt x="9383" y="79282"/>
                  </a:cubicBezTo>
                  <a:cubicBezTo>
                    <a:pt x="4521" y="75686"/>
                    <a:pt x="2940" y="75887"/>
                    <a:pt x="1259" y="69692"/>
                  </a:cubicBezTo>
                  <a:cubicBezTo>
                    <a:pt x="-4413" y="48843"/>
                    <a:pt x="10361" y="17902"/>
                    <a:pt x="20085" y="0"/>
                  </a:cubicBezTo>
                  <a:cubicBezTo>
                    <a:pt x="37250" y="5927"/>
                    <a:pt x="49151" y="17547"/>
                    <a:pt x="62646" y="29227"/>
                  </a:cubicBezTo>
                  <a:cubicBezTo>
                    <a:pt x="53746" y="44476"/>
                    <a:pt x="44852" y="57657"/>
                    <a:pt x="33259" y="71085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BD8117B9-52C5-0E42-AD1F-4BADE78218BD}"/>
                </a:ext>
              </a:extLst>
            </p:cNvPr>
            <p:cNvSpPr/>
            <p:nvPr/>
          </p:nvSpPr>
          <p:spPr>
            <a:xfrm>
              <a:off x="1384053" y="2797530"/>
              <a:ext cx="71051" cy="98175"/>
            </a:xfrm>
            <a:custGeom>
              <a:avLst/>
              <a:gdLst>
                <a:gd name="connsiteX0" fmla="*/ 0 w 71051"/>
                <a:gd name="connsiteY0" fmla="*/ 98175 h 98175"/>
                <a:gd name="connsiteX1" fmla="*/ 56572 w 71051"/>
                <a:gd name="connsiteY1" fmla="*/ 0 h 98175"/>
                <a:gd name="connsiteX2" fmla="*/ 71051 w 71051"/>
                <a:gd name="connsiteY2" fmla="*/ 11352 h 98175"/>
                <a:gd name="connsiteX3" fmla="*/ 0 w 71051"/>
                <a:gd name="connsiteY3" fmla="*/ 98175 h 9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51" h="98175">
                  <a:moveTo>
                    <a:pt x="0" y="98175"/>
                  </a:moveTo>
                  <a:cubicBezTo>
                    <a:pt x="14386" y="61956"/>
                    <a:pt x="34451" y="31805"/>
                    <a:pt x="56572" y="0"/>
                  </a:cubicBezTo>
                  <a:lnTo>
                    <a:pt x="71051" y="11352"/>
                  </a:lnTo>
                  <a:cubicBezTo>
                    <a:pt x="56485" y="42454"/>
                    <a:pt x="22436" y="72250"/>
                    <a:pt x="0" y="98175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83FCD05-9CAB-397B-95E3-CEC2C6257445}"/>
                </a:ext>
              </a:extLst>
            </p:cNvPr>
            <p:cNvSpPr/>
            <p:nvPr/>
          </p:nvSpPr>
          <p:spPr>
            <a:xfrm>
              <a:off x="1297315" y="2813946"/>
              <a:ext cx="281286" cy="241053"/>
            </a:xfrm>
            <a:custGeom>
              <a:avLst/>
              <a:gdLst>
                <a:gd name="connsiteX0" fmla="*/ 240896 w 281286"/>
                <a:gd name="connsiteY0" fmla="*/ 122138 h 241053"/>
                <a:gd name="connsiteX1" fmla="*/ 259460 w 281286"/>
                <a:gd name="connsiteY1" fmla="*/ 129009 h 241053"/>
                <a:gd name="connsiteX2" fmla="*/ 163422 w 281286"/>
                <a:gd name="connsiteY2" fmla="*/ 238630 h 241053"/>
                <a:gd name="connsiteX3" fmla="*/ 122247 w 281286"/>
                <a:gd name="connsiteY3" fmla="*/ 234666 h 241053"/>
                <a:gd name="connsiteX4" fmla="*/ 117358 w 281286"/>
                <a:gd name="connsiteY4" fmla="*/ 216757 h 241053"/>
                <a:gd name="connsiteX5" fmla="*/ 98619 w 281286"/>
                <a:gd name="connsiteY5" fmla="*/ 224459 h 241053"/>
                <a:gd name="connsiteX6" fmla="*/ 74167 w 281286"/>
                <a:gd name="connsiteY6" fmla="*/ 237934 h 241053"/>
                <a:gd name="connsiteX7" fmla="*/ 50780 w 281286"/>
                <a:gd name="connsiteY7" fmla="*/ 232449 h 241053"/>
                <a:gd name="connsiteX8" fmla="*/ 33340 w 281286"/>
                <a:gd name="connsiteY8" fmla="*/ 239447 h 241053"/>
                <a:gd name="connsiteX9" fmla="*/ 12706 w 281286"/>
                <a:gd name="connsiteY9" fmla="*/ 231270 h 241053"/>
                <a:gd name="connsiteX10" fmla="*/ 1154 w 281286"/>
                <a:gd name="connsiteY10" fmla="*/ 167271 h 241053"/>
                <a:gd name="connsiteX11" fmla="*/ 5272 w 281286"/>
                <a:gd name="connsiteY11" fmla="*/ 147146 h 241053"/>
                <a:gd name="connsiteX12" fmla="*/ 10523 w 281286"/>
                <a:gd name="connsiteY12" fmla="*/ 182306 h 241053"/>
                <a:gd name="connsiteX13" fmla="*/ 14722 w 281286"/>
                <a:gd name="connsiteY13" fmla="*/ 184470 h 241053"/>
                <a:gd name="connsiteX14" fmla="*/ 36254 w 281286"/>
                <a:gd name="connsiteY14" fmla="*/ 169896 h 241053"/>
                <a:gd name="connsiteX15" fmla="*/ 39120 w 281286"/>
                <a:gd name="connsiteY15" fmla="*/ 168938 h 241053"/>
                <a:gd name="connsiteX16" fmla="*/ 42369 w 281286"/>
                <a:gd name="connsiteY16" fmla="*/ 176406 h 241053"/>
                <a:gd name="connsiteX17" fmla="*/ 46527 w 281286"/>
                <a:gd name="connsiteY17" fmla="*/ 177444 h 241053"/>
                <a:gd name="connsiteX18" fmla="*/ 73209 w 281286"/>
                <a:gd name="connsiteY18" fmla="*/ 122861 h 241053"/>
                <a:gd name="connsiteX19" fmla="*/ 175263 w 281286"/>
                <a:gd name="connsiteY19" fmla="*/ 7394 h 241053"/>
                <a:gd name="connsiteX20" fmla="*/ 281287 w 281286"/>
                <a:gd name="connsiteY20" fmla="*/ 0 h 241053"/>
                <a:gd name="connsiteX21" fmla="*/ 186675 w 281286"/>
                <a:gd name="connsiteY21" fmla="*/ 198480 h 241053"/>
                <a:gd name="connsiteX22" fmla="*/ 240896 w 281286"/>
                <a:gd name="connsiteY22" fmla="*/ 122138 h 241053"/>
                <a:gd name="connsiteX23" fmla="*/ 166790 w 281286"/>
                <a:gd name="connsiteY23" fmla="*/ 99943 h 241053"/>
                <a:gd name="connsiteX24" fmla="*/ 210791 w 281286"/>
                <a:gd name="connsiteY24" fmla="*/ 34276 h 241053"/>
                <a:gd name="connsiteX25" fmla="*/ 212593 w 281286"/>
                <a:gd name="connsiteY25" fmla="*/ 29521 h 241053"/>
                <a:gd name="connsiteX26" fmla="*/ 203445 w 281286"/>
                <a:gd name="connsiteY26" fmla="*/ 31189 h 241053"/>
                <a:gd name="connsiteX27" fmla="*/ 188007 w 281286"/>
                <a:gd name="connsiteY27" fmla="*/ 31089 h 241053"/>
                <a:gd name="connsiteX28" fmla="*/ 111484 w 281286"/>
                <a:gd name="connsiteY28" fmla="*/ 178683 h 241053"/>
                <a:gd name="connsiteX29" fmla="*/ 111719 w 281286"/>
                <a:gd name="connsiteY29" fmla="*/ 187316 h 241053"/>
                <a:gd name="connsiteX30" fmla="*/ 115704 w 281286"/>
                <a:gd name="connsiteY30" fmla="*/ 188254 h 241053"/>
                <a:gd name="connsiteX31" fmla="*/ 166790 w 281286"/>
                <a:gd name="connsiteY31" fmla="*/ 99943 h 241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81286" h="241053">
                  <a:moveTo>
                    <a:pt x="240896" y="122138"/>
                  </a:moveTo>
                  <a:cubicBezTo>
                    <a:pt x="248631" y="123343"/>
                    <a:pt x="253513" y="123638"/>
                    <a:pt x="259460" y="129009"/>
                  </a:cubicBezTo>
                  <a:cubicBezTo>
                    <a:pt x="237969" y="172093"/>
                    <a:pt x="213464" y="223394"/>
                    <a:pt x="163422" y="238630"/>
                  </a:cubicBezTo>
                  <a:cubicBezTo>
                    <a:pt x="148641" y="243131"/>
                    <a:pt x="135936" y="241108"/>
                    <a:pt x="122247" y="234666"/>
                  </a:cubicBezTo>
                  <a:cubicBezTo>
                    <a:pt x="120472" y="228711"/>
                    <a:pt x="118798" y="222798"/>
                    <a:pt x="117358" y="216757"/>
                  </a:cubicBezTo>
                  <a:cubicBezTo>
                    <a:pt x="108919" y="215551"/>
                    <a:pt x="105182" y="219657"/>
                    <a:pt x="98619" y="224459"/>
                  </a:cubicBezTo>
                  <a:cubicBezTo>
                    <a:pt x="91500" y="229676"/>
                    <a:pt x="83677" y="238684"/>
                    <a:pt x="74167" y="237934"/>
                  </a:cubicBezTo>
                  <a:cubicBezTo>
                    <a:pt x="66566" y="237331"/>
                    <a:pt x="58161" y="234438"/>
                    <a:pt x="50780" y="232449"/>
                  </a:cubicBezTo>
                  <a:cubicBezTo>
                    <a:pt x="44532" y="234250"/>
                    <a:pt x="39167" y="236561"/>
                    <a:pt x="33340" y="239447"/>
                  </a:cubicBezTo>
                  <a:cubicBezTo>
                    <a:pt x="24875" y="238630"/>
                    <a:pt x="18687" y="237994"/>
                    <a:pt x="12706" y="231270"/>
                  </a:cubicBezTo>
                  <a:cubicBezTo>
                    <a:pt x="-380" y="216556"/>
                    <a:pt x="-1478" y="185447"/>
                    <a:pt x="1154" y="167271"/>
                  </a:cubicBezTo>
                  <a:cubicBezTo>
                    <a:pt x="2131" y="160493"/>
                    <a:pt x="3665" y="153796"/>
                    <a:pt x="5272" y="147146"/>
                  </a:cubicBezTo>
                  <a:cubicBezTo>
                    <a:pt x="6036" y="158457"/>
                    <a:pt x="5500" y="172099"/>
                    <a:pt x="10523" y="182306"/>
                  </a:cubicBezTo>
                  <a:lnTo>
                    <a:pt x="14722" y="184470"/>
                  </a:lnTo>
                  <a:cubicBezTo>
                    <a:pt x="24172" y="180350"/>
                    <a:pt x="32216" y="179761"/>
                    <a:pt x="36254" y="169896"/>
                  </a:cubicBezTo>
                  <a:lnTo>
                    <a:pt x="39120" y="168938"/>
                  </a:lnTo>
                  <a:lnTo>
                    <a:pt x="42369" y="176406"/>
                  </a:lnTo>
                  <a:lnTo>
                    <a:pt x="46527" y="177444"/>
                  </a:lnTo>
                  <a:cubicBezTo>
                    <a:pt x="60625" y="163172"/>
                    <a:pt x="62775" y="139765"/>
                    <a:pt x="73209" y="122861"/>
                  </a:cubicBezTo>
                  <a:cubicBezTo>
                    <a:pt x="98565" y="81780"/>
                    <a:pt x="140249" y="39808"/>
                    <a:pt x="175263" y="7394"/>
                  </a:cubicBezTo>
                  <a:cubicBezTo>
                    <a:pt x="211073" y="9584"/>
                    <a:pt x="245724" y="3342"/>
                    <a:pt x="281287" y="0"/>
                  </a:cubicBezTo>
                  <a:cubicBezTo>
                    <a:pt x="245791" y="60931"/>
                    <a:pt x="210832" y="132372"/>
                    <a:pt x="186675" y="198480"/>
                  </a:cubicBezTo>
                  <a:cubicBezTo>
                    <a:pt x="210222" y="178951"/>
                    <a:pt x="231613" y="151613"/>
                    <a:pt x="240896" y="122138"/>
                  </a:cubicBezTo>
                  <a:close/>
                  <a:moveTo>
                    <a:pt x="166790" y="99943"/>
                  </a:moveTo>
                  <a:cubicBezTo>
                    <a:pt x="179107" y="76476"/>
                    <a:pt x="193774" y="54589"/>
                    <a:pt x="210791" y="34276"/>
                  </a:cubicBezTo>
                  <a:lnTo>
                    <a:pt x="212593" y="29521"/>
                  </a:lnTo>
                  <a:cubicBezTo>
                    <a:pt x="204121" y="30117"/>
                    <a:pt x="210249" y="29234"/>
                    <a:pt x="203445" y="31189"/>
                  </a:cubicBezTo>
                  <a:cubicBezTo>
                    <a:pt x="197785" y="32817"/>
                    <a:pt x="193693" y="31939"/>
                    <a:pt x="188007" y="31089"/>
                  </a:cubicBezTo>
                  <a:cubicBezTo>
                    <a:pt x="165766" y="51040"/>
                    <a:pt x="113366" y="148619"/>
                    <a:pt x="111484" y="178683"/>
                  </a:cubicBezTo>
                  <a:cubicBezTo>
                    <a:pt x="111263" y="182179"/>
                    <a:pt x="111491" y="183579"/>
                    <a:pt x="111719" y="187316"/>
                  </a:cubicBezTo>
                  <a:lnTo>
                    <a:pt x="115704" y="188254"/>
                  </a:lnTo>
                  <a:cubicBezTo>
                    <a:pt x="139171" y="164391"/>
                    <a:pt x="149351" y="128145"/>
                    <a:pt x="166790" y="99943"/>
                  </a:cubicBezTo>
                  <a:close/>
                </a:path>
              </a:pathLst>
            </a:custGeom>
            <a:solidFill>
              <a:srgbClr val="D8999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3DC366B5-BE16-9EFD-E671-54593FCAD079}"/>
                </a:ext>
              </a:extLst>
            </p:cNvPr>
            <p:cNvSpPr/>
            <p:nvPr/>
          </p:nvSpPr>
          <p:spPr>
            <a:xfrm>
              <a:off x="1266131" y="2836904"/>
              <a:ext cx="33320" cy="70093"/>
            </a:xfrm>
            <a:custGeom>
              <a:avLst/>
              <a:gdLst>
                <a:gd name="connsiteX0" fmla="*/ 18414 w 33320"/>
                <a:gd name="connsiteY0" fmla="*/ 70094 h 70093"/>
                <a:gd name="connsiteX1" fmla="*/ 720 w 33320"/>
                <a:gd name="connsiteY1" fmla="*/ 40679 h 70093"/>
                <a:gd name="connsiteX2" fmla="*/ 14101 w 33320"/>
                <a:gd name="connsiteY2" fmla="*/ 0 h 70093"/>
                <a:gd name="connsiteX3" fmla="*/ 18086 w 33320"/>
                <a:gd name="connsiteY3" fmla="*/ 1139 h 70093"/>
                <a:gd name="connsiteX4" fmla="*/ 32050 w 33320"/>
                <a:gd name="connsiteY4" fmla="*/ 16415 h 70093"/>
                <a:gd name="connsiteX5" fmla="*/ 18414 w 33320"/>
                <a:gd name="connsiteY5" fmla="*/ 70094 h 7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320" h="70093">
                  <a:moveTo>
                    <a:pt x="18414" y="70094"/>
                  </a:moveTo>
                  <a:cubicBezTo>
                    <a:pt x="10076" y="61394"/>
                    <a:pt x="3051" y="52889"/>
                    <a:pt x="720" y="40679"/>
                  </a:cubicBezTo>
                  <a:cubicBezTo>
                    <a:pt x="-2381" y="24465"/>
                    <a:pt x="4993" y="12511"/>
                    <a:pt x="14101" y="0"/>
                  </a:cubicBezTo>
                  <a:cubicBezTo>
                    <a:pt x="15427" y="382"/>
                    <a:pt x="16807" y="616"/>
                    <a:pt x="18086" y="1139"/>
                  </a:cubicBezTo>
                  <a:cubicBezTo>
                    <a:pt x="25326" y="4099"/>
                    <a:pt x="30034" y="8660"/>
                    <a:pt x="32050" y="16415"/>
                  </a:cubicBezTo>
                  <a:cubicBezTo>
                    <a:pt x="36885" y="35027"/>
                    <a:pt x="26960" y="54215"/>
                    <a:pt x="18414" y="70094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E90CA07-1703-EF8D-11E8-2EEE1258DC02}"/>
                </a:ext>
              </a:extLst>
            </p:cNvPr>
            <p:cNvSpPr/>
            <p:nvPr/>
          </p:nvSpPr>
          <p:spPr>
            <a:xfrm>
              <a:off x="1408709" y="2843467"/>
              <a:ext cx="101198" cy="158732"/>
            </a:xfrm>
            <a:custGeom>
              <a:avLst/>
              <a:gdLst>
                <a:gd name="connsiteX0" fmla="*/ 99397 w 101198"/>
                <a:gd name="connsiteY0" fmla="*/ 4755 h 158732"/>
                <a:gd name="connsiteX1" fmla="*/ 55396 w 101198"/>
                <a:gd name="connsiteY1" fmla="*/ 70422 h 158732"/>
                <a:gd name="connsiteX2" fmla="*/ 4309 w 101198"/>
                <a:gd name="connsiteY2" fmla="*/ 158732 h 158732"/>
                <a:gd name="connsiteX3" fmla="*/ 324 w 101198"/>
                <a:gd name="connsiteY3" fmla="*/ 157794 h 158732"/>
                <a:gd name="connsiteX4" fmla="*/ 90 w 101198"/>
                <a:gd name="connsiteY4" fmla="*/ 149162 h 158732"/>
                <a:gd name="connsiteX5" fmla="*/ 76613 w 101198"/>
                <a:gd name="connsiteY5" fmla="*/ 1567 h 158732"/>
                <a:gd name="connsiteX6" fmla="*/ 92050 w 101198"/>
                <a:gd name="connsiteY6" fmla="*/ 1668 h 158732"/>
                <a:gd name="connsiteX7" fmla="*/ 101199 w 101198"/>
                <a:gd name="connsiteY7" fmla="*/ 0 h 158732"/>
                <a:gd name="connsiteX8" fmla="*/ 99397 w 101198"/>
                <a:gd name="connsiteY8" fmla="*/ 4755 h 15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198" h="158732">
                  <a:moveTo>
                    <a:pt x="99397" y="4755"/>
                  </a:moveTo>
                  <a:cubicBezTo>
                    <a:pt x="82379" y="25068"/>
                    <a:pt x="67712" y="46955"/>
                    <a:pt x="55396" y="70422"/>
                  </a:cubicBezTo>
                  <a:cubicBezTo>
                    <a:pt x="37956" y="98624"/>
                    <a:pt x="27776" y="134869"/>
                    <a:pt x="4309" y="158732"/>
                  </a:cubicBezTo>
                  <a:lnTo>
                    <a:pt x="324" y="157794"/>
                  </a:lnTo>
                  <a:cubicBezTo>
                    <a:pt x="97" y="154057"/>
                    <a:pt x="-131" y="152657"/>
                    <a:pt x="90" y="149162"/>
                  </a:cubicBezTo>
                  <a:cubicBezTo>
                    <a:pt x="1972" y="119097"/>
                    <a:pt x="54371" y="21518"/>
                    <a:pt x="76613" y="1567"/>
                  </a:cubicBezTo>
                  <a:cubicBezTo>
                    <a:pt x="82299" y="2418"/>
                    <a:pt x="86391" y="3295"/>
                    <a:pt x="92050" y="1668"/>
                  </a:cubicBezTo>
                  <a:cubicBezTo>
                    <a:pt x="98855" y="-288"/>
                    <a:pt x="92726" y="596"/>
                    <a:pt x="101199" y="0"/>
                  </a:cubicBezTo>
                  <a:lnTo>
                    <a:pt x="99397" y="4755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CD2DAD4-5995-D8F0-DF9F-AA3FF9C0EFCD}"/>
                </a:ext>
              </a:extLst>
            </p:cNvPr>
            <p:cNvSpPr/>
            <p:nvPr/>
          </p:nvSpPr>
          <p:spPr>
            <a:xfrm>
              <a:off x="1208437" y="2873524"/>
              <a:ext cx="65927" cy="127763"/>
            </a:xfrm>
            <a:custGeom>
              <a:avLst/>
              <a:gdLst>
                <a:gd name="connsiteX0" fmla="*/ 65928 w 65927"/>
                <a:gd name="connsiteY0" fmla="*/ 76376 h 127763"/>
                <a:gd name="connsiteX1" fmla="*/ 9852 w 65927"/>
                <a:gd name="connsiteY1" fmla="*/ 127764 h 127763"/>
                <a:gd name="connsiteX2" fmla="*/ 2317 w 65927"/>
                <a:gd name="connsiteY2" fmla="*/ 121214 h 127763"/>
                <a:gd name="connsiteX3" fmla="*/ 25778 w 65927"/>
                <a:gd name="connsiteY3" fmla="*/ 11914 h 127763"/>
                <a:gd name="connsiteX4" fmla="*/ 35957 w 65927"/>
                <a:gd name="connsiteY4" fmla="*/ 0 h 127763"/>
                <a:gd name="connsiteX5" fmla="*/ 65928 w 65927"/>
                <a:gd name="connsiteY5" fmla="*/ 76376 h 127763"/>
                <a:gd name="connsiteX6" fmla="*/ 33205 w 65927"/>
                <a:gd name="connsiteY6" fmla="*/ 41121 h 127763"/>
                <a:gd name="connsiteX7" fmla="*/ 14727 w 65927"/>
                <a:gd name="connsiteY7" fmla="*/ 105020 h 127763"/>
                <a:gd name="connsiteX8" fmla="*/ 18297 w 65927"/>
                <a:gd name="connsiteY8" fmla="*/ 110190 h 127763"/>
                <a:gd name="connsiteX9" fmla="*/ 30138 w 65927"/>
                <a:gd name="connsiteY9" fmla="*/ 106232 h 127763"/>
                <a:gd name="connsiteX10" fmla="*/ 55366 w 65927"/>
                <a:gd name="connsiteY10" fmla="*/ 70710 h 127763"/>
                <a:gd name="connsiteX11" fmla="*/ 33205 w 65927"/>
                <a:gd name="connsiteY11" fmla="*/ 41121 h 12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927" h="127763">
                  <a:moveTo>
                    <a:pt x="65928" y="76376"/>
                  </a:moveTo>
                  <a:cubicBezTo>
                    <a:pt x="48475" y="92235"/>
                    <a:pt x="33513" y="121542"/>
                    <a:pt x="9852" y="127764"/>
                  </a:cubicBezTo>
                  <a:cubicBezTo>
                    <a:pt x="4032" y="124978"/>
                    <a:pt x="4313" y="126558"/>
                    <a:pt x="2317" y="121214"/>
                  </a:cubicBezTo>
                  <a:cubicBezTo>
                    <a:pt x="-7173" y="95784"/>
                    <a:pt x="14848" y="37076"/>
                    <a:pt x="25778" y="11914"/>
                  </a:cubicBezTo>
                  <a:cubicBezTo>
                    <a:pt x="28812" y="4936"/>
                    <a:pt x="28638" y="2973"/>
                    <a:pt x="35957" y="0"/>
                  </a:cubicBezTo>
                  <a:cubicBezTo>
                    <a:pt x="41161" y="26635"/>
                    <a:pt x="65767" y="51576"/>
                    <a:pt x="65928" y="76376"/>
                  </a:cubicBezTo>
                  <a:close/>
                  <a:moveTo>
                    <a:pt x="33205" y="41121"/>
                  </a:moveTo>
                  <a:cubicBezTo>
                    <a:pt x="27733" y="61970"/>
                    <a:pt x="15913" y="83729"/>
                    <a:pt x="14727" y="105020"/>
                  </a:cubicBezTo>
                  <a:lnTo>
                    <a:pt x="18297" y="110190"/>
                  </a:lnTo>
                  <a:cubicBezTo>
                    <a:pt x="22677" y="109125"/>
                    <a:pt x="26012" y="108148"/>
                    <a:pt x="30138" y="106232"/>
                  </a:cubicBezTo>
                  <a:cubicBezTo>
                    <a:pt x="39909" y="95450"/>
                    <a:pt x="51797" y="85189"/>
                    <a:pt x="55366" y="70710"/>
                  </a:cubicBezTo>
                  <a:cubicBezTo>
                    <a:pt x="52172" y="55286"/>
                    <a:pt x="45253" y="50363"/>
                    <a:pt x="33205" y="41121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72D9975-CE34-D4C3-67BD-D1CFFA0DECDC}"/>
                </a:ext>
              </a:extLst>
            </p:cNvPr>
            <p:cNvSpPr/>
            <p:nvPr/>
          </p:nvSpPr>
          <p:spPr>
            <a:xfrm>
              <a:off x="1223164" y="2914646"/>
              <a:ext cx="40638" cy="69068"/>
            </a:xfrm>
            <a:custGeom>
              <a:avLst/>
              <a:gdLst>
                <a:gd name="connsiteX0" fmla="*/ 15411 w 40638"/>
                <a:gd name="connsiteY0" fmla="*/ 65111 h 69068"/>
                <a:gd name="connsiteX1" fmla="*/ 3570 w 40638"/>
                <a:gd name="connsiteY1" fmla="*/ 69069 h 69068"/>
                <a:gd name="connsiteX2" fmla="*/ 0 w 40638"/>
                <a:gd name="connsiteY2" fmla="*/ 63898 h 69068"/>
                <a:gd name="connsiteX3" fmla="*/ 18478 w 40638"/>
                <a:gd name="connsiteY3" fmla="*/ 0 h 69068"/>
                <a:gd name="connsiteX4" fmla="*/ 40639 w 40638"/>
                <a:gd name="connsiteY4" fmla="*/ 29588 h 69068"/>
                <a:gd name="connsiteX5" fmla="*/ 15411 w 40638"/>
                <a:gd name="connsiteY5" fmla="*/ 65111 h 69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38" h="69068">
                  <a:moveTo>
                    <a:pt x="15411" y="65111"/>
                  </a:moveTo>
                  <a:cubicBezTo>
                    <a:pt x="11285" y="67026"/>
                    <a:pt x="7950" y="68004"/>
                    <a:pt x="3570" y="69069"/>
                  </a:cubicBezTo>
                  <a:lnTo>
                    <a:pt x="0" y="63898"/>
                  </a:lnTo>
                  <a:cubicBezTo>
                    <a:pt x="1185" y="42608"/>
                    <a:pt x="13006" y="20848"/>
                    <a:pt x="18478" y="0"/>
                  </a:cubicBezTo>
                  <a:cubicBezTo>
                    <a:pt x="30526" y="9242"/>
                    <a:pt x="37444" y="14165"/>
                    <a:pt x="40639" y="29588"/>
                  </a:cubicBezTo>
                  <a:cubicBezTo>
                    <a:pt x="37070" y="44068"/>
                    <a:pt x="25182" y="54328"/>
                    <a:pt x="15411" y="65111"/>
                  </a:cubicBez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C51DF2C-36A4-78DF-8A30-B78E1A8AA17A}"/>
                </a:ext>
              </a:extLst>
            </p:cNvPr>
            <p:cNvSpPr/>
            <p:nvPr/>
          </p:nvSpPr>
          <p:spPr>
            <a:xfrm>
              <a:off x="161561" y="3175296"/>
              <a:ext cx="40458" cy="35194"/>
            </a:xfrm>
            <a:custGeom>
              <a:avLst/>
              <a:gdLst>
                <a:gd name="connsiteX0" fmla="*/ 10669 w 40458"/>
                <a:gd name="connsiteY0" fmla="*/ 30332 h 35194"/>
                <a:gd name="connsiteX1" fmla="*/ 3837 w 40458"/>
                <a:gd name="connsiteY1" fmla="*/ 35194 h 35194"/>
                <a:gd name="connsiteX2" fmla="*/ 228 w 40458"/>
                <a:gd name="connsiteY2" fmla="*/ 33393 h 35194"/>
                <a:gd name="connsiteX3" fmla="*/ 636 w 40458"/>
                <a:gd name="connsiteY3" fmla="*/ 24934 h 35194"/>
                <a:gd name="connsiteX4" fmla="*/ 21250 w 40458"/>
                <a:gd name="connsiteY4" fmla="*/ 0 h 35194"/>
                <a:gd name="connsiteX5" fmla="*/ 23561 w 40458"/>
                <a:gd name="connsiteY5" fmla="*/ 791 h 35194"/>
                <a:gd name="connsiteX6" fmla="*/ 40458 w 40458"/>
                <a:gd name="connsiteY6" fmla="*/ 15022 h 35194"/>
                <a:gd name="connsiteX7" fmla="*/ 10669 w 40458"/>
                <a:gd name="connsiteY7" fmla="*/ 30332 h 3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58" h="35194">
                  <a:moveTo>
                    <a:pt x="10669" y="30332"/>
                  </a:moveTo>
                  <a:lnTo>
                    <a:pt x="3837" y="35194"/>
                  </a:lnTo>
                  <a:lnTo>
                    <a:pt x="228" y="33393"/>
                  </a:lnTo>
                  <a:cubicBezTo>
                    <a:pt x="-20" y="29562"/>
                    <a:pt x="-261" y="29220"/>
                    <a:pt x="636" y="24934"/>
                  </a:cubicBezTo>
                  <a:cubicBezTo>
                    <a:pt x="2967" y="13863"/>
                    <a:pt x="12845" y="6436"/>
                    <a:pt x="21250" y="0"/>
                  </a:cubicBezTo>
                  <a:cubicBezTo>
                    <a:pt x="22020" y="261"/>
                    <a:pt x="22817" y="456"/>
                    <a:pt x="23561" y="791"/>
                  </a:cubicBezTo>
                  <a:cubicBezTo>
                    <a:pt x="31959" y="4615"/>
                    <a:pt x="36473" y="6791"/>
                    <a:pt x="40458" y="15022"/>
                  </a:cubicBezTo>
                  <a:cubicBezTo>
                    <a:pt x="32609" y="24519"/>
                    <a:pt x="22061" y="26387"/>
                    <a:pt x="10669" y="30332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DCCEE637-3FE5-2073-8B30-CA0AA2047809}"/>
                </a:ext>
              </a:extLst>
            </p:cNvPr>
            <p:cNvSpPr/>
            <p:nvPr/>
          </p:nvSpPr>
          <p:spPr>
            <a:xfrm>
              <a:off x="1459002" y="3203358"/>
              <a:ext cx="170240" cy="60994"/>
            </a:xfrm>
            <a:custGeom>
              <a:avLst/>
              <a:gdLst>
                <a:gd name="connsiteX0" fmla="*/ 14285 w 170240"/>
                <a:gd name="connsiteY0" fmla="*/ 60892 h 60994"/>
                <a:gd name="connsiteX1" fmla="*/ 0 w 170240"/>
                <a:gd name="connsiteY1" fmla="*/ 52400 h 60994"/>
                <a:gd name="connsiteX2" fmla="*/ 28069 w 170240"/>
                <a:gd name="connsiteY2" fmla="*/ 38235 h 60994"/>
                <a:gd name="connsiteX3" fmla="*/ 13000 w 170240"/>
                <a:gd name="connsiteY3" fmla="*/ 12926 h 60994"/>
                <a:gd name="connsiteX4" fmla="*/ 15116 w 170240"/>
                <a:gd name="connsiteY4" fmla="*/ 11064 h 60994"/>
                <a:gd name="connsiteX5" fmla="*/ 107619 w 170240"/>
                <a:gd name="connsiteY5" fmla="*/ 20855 h 60994"/>
                <a:gd name="connsiteX6" fmla="*/ 130048 w 170240"/>
                <a:gd name="connsiteY6" fmla="*/ 0 h 60994"/>
                <a:gd name="connsiteX7" fmla="*/ 167753 w 170240"/>
                <a:gd name="connsiteY7" fmla="*/ 25302 h 60994"/>
                <a:gd name="connsiteX8" fmla="*/ 167586 w 170240"/>
                <a:gd name="connsiteY8" fmla="*/ 41912 h 60994"/>
                <a:gd name="connsiteX9" fmla="*/ 14285 w 170240"/>
                <a:gd name="connsiteY9" fmla="*/ 60892 h 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0240" h="60994">
                  <a:moveTo>
                    <a:pt x="14285" y="60892"/>
                  </a:moveTo>
                  <a:cubicBezTo>
                    <a:pt x="7548" y="58427"/>
                    <a:pt x="5030" y="57771"/>
                    <a:pt x="0" y="52400"/>
                  </a:cubicBezTo>
                  <a:cubicBezTo>
                    <a:pt x="5766" y="44249"/>
                    <a:pt x="20145" y="46580"/>
                    <a:pt x="28069" y="38235"/>
                  </a:cubicBezTo>
                  <a:cubicBezTo>
                    <a:pt x="21880" y="28765"/>
                    <a:pt x="14419" y="24372"/>
                    <a:pt x="13000" y="12926"/>
                  </a:cubicBezTo>
                  <a:cubicBezTo>
                    <a:pt x="13709" y="12303"/>
                    <a:pt x="14332" y="11573"/>
                    <a:pt x="15116" y="11064"/>
                  </a:cubicBezTo>
                  <a:cubicBezTo>
                    <a:pt x="33888" y="-1051"/>
                    <a:pt x="87064" y="14734"/>
                    <a:pt x="107619" y="20855"/>
                  </a:cubicBezTo>
                  <a:cubicBezTo>
                    <a:pt x="118066" y="18351"/>
                    <a:pt x="123745" y="8057"/>
                    <a:pt x="130048" y="0"/>
                  </a:cubicBezTo>
                  <a:cubicBezTo>
                    <a:pt x="141935" y="15558"/>
                    <a:pt x="151425" y="15725"/>
                    <a:pt x="167753" y="25302"/>
                  </a:cubicBezTo>
                  <a:cubicBezTo>
                    <a:pt x="170827" y="34029"/>
                    <a:pt x="171363" y="33567"/>
                    <a:pt x="167586" y="41912"/>
                  </a:cubicBezTo>
                  <a:cubicBezTo>
                    <a:pt x="133798" y="66866"/>
                    <a:pt x="55145" y="59713"/>
                    <a:pt x="14285" y="60892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02CFD148-767C-E831-168A-F8799F4B53CB}"/>
                </a:ext>
              </a:extLst>
            </p:cNvPr>
            <p:cNvSpPr/>
            <p:nvPr/>
          </p:nvSpPr>
          <p:spPr>
            <a:xfrm>
              <a:off x="71369" y="3220296"/>
              <a:ext cx="82992" cy="63275"/>
            </a:xfrm>
            <a:custGeom>
              <a:avLst/>
              <a:gdLst>
                <a:gd name="connsiteX0" fmla="*/ 22288 w 82992"/>
                <a:gd name="connsiteY0" fmla="*/ 11024 h 63275"/>
                <a:gd name="connsiteX1" fmla="*/ 73221 w 82992"/>
                <a:gd name="connsiteY1" fmla="*/ 0 h 63275"/>
                <a:gd name="connsiteX2" fmla="*/ 73181 w 82992"/>
                <a:gd name="connsiteY2" fmla="*/ 8190 h 63275"/>
                <a:gd name="connsiteX3" fmla="*/ 80688 w 82992"/>
                <a:gd name="connsiteY3" fmla="*/ 45427 h 63275"/>
                <a:gd name="connsiteX4" fmla="*/ 82993 w 82992"/>
                <a:gd name="connsiteY4" fmla="*/ 47617 h 63275"/>
                <a:gd name="connsiteX5" fmla="*/ 76268 w 82992"/>
                <a:gd name="connsiteY5" fmla="*/ 63276 h 63275"/>
                <a:gd name="connsiteX6" fmla="*/ 0 w 82992"/>
                <a:gd name="connsiteY6" fmla="*/ 54790 h 63275"/>
                <a:gd name="connsiteX7" fmla="*/ 22288 w 82992"/>
                <a:gd name="connsiteY7" fmla="*/ 11024 h 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92" h="63275">
                  <a:moveTo>
                    <a:pt x="22288" y="11024"/>
                  </a:moveTo>
                  <a:cubicBezTo>
                    <a:pt x="38717" y="4588"/>
                    <a:pt x="55868" y="2203"/>
                    <a:pt x="73221" y="0"/>
                  </a:cubicBezTo>
                  <a:lnTo>
                    <a:pt x="73181" y="8190"/>
                  </a:lnTo>
                  <a:cubicBezTo>
                    <a:pt x="72900" y="21639"/>
                    <a:pt x="71091" y="34658"/>
                    <a:pt x="80688" y="45427"/>
                  </a:cubicBezTo>
                  <a:cubicBezTo>
                    <a:pt x="81392" y="46218"/>
                    <a:pt x="82222" y="46887"/>
                    <a:pt x="82993" y="47617"/>
                  </a:cubicBezTo>
                  <a:cubicBezTo>
                    <a:pt x="77474" y="53866"/>
                    <a:pt x="77970" y="55447"/>
                    <a:pt x="76268" y="63276"/>
                  </a:cubicBezTo>
                  <a:cubicBezTo>
                    <a:pt x="51234" y="59378"/>
                    <a:pt x="25229" y="57985"/>
                    <a:pt x="0" y="54790"/>
                  </a:cubicBezTo>
                  <a:cubicBezTo>
                    <a:pt x="8285" y="40478"/>
                    <a:pt x="16823" y="26715"/>
                    <a:pt x="22288" y="1102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6A8221A1-7ECD-8538-9D10-0E770EDEAD3E}"/>
                </a:ext>
              </a:extLst>
            </p:cNvPr>
            <p:cNvSpPr/>
            <p:nvPr/>
          </p:nvSpPr>
          <p:spPr>
            <a:xfrm>
              <a:off x="1700257" y="3256174"/>
              <a:ext cx="108315" cy="35929"/>
            </a:xfrm>
            <a:custGeom>
              <a:avLst/>
              <a:gdLst>
                <a:gd name="connsiteX0" fmla="*/ 15451 w 108315"/>
                <a:gd name="connsiteY0" fmla="*/ 542 h 35929"/>
                <a:gd name="connsiteX1" fmla="*/ 89998 w 108315"/>
                <a:gd name="connsiteY1" fmla="*/ 1245 h 35929"/>
                <a:gd name="connsiteX2" fmla="*/ 108315 w 108315"/>
                <a:gd name="connsiteY2" fmla="*/ 1064 h 35929"/>
                <a:gd name="connsiteX3" fmla="*/ 74440 w 108315"/>
                <a:gd name="connsiteY3" fmla="*/ 29534 h 35929"/>
                <a:gd name="connsiteX4" fmla="*/ 11774 w 108315"/>
                <a:gd name="connsiteY4" fmla="*/ 35930 h 35929"/>
                <a:gd name="connsiteX5" fmla="*/ 3027 w 108315"/>
                <a:gd name="connsiteY5" fmla="*/ 11237 h 35929"/>
                <a:gd name="connsiteX6" fmla="*/ 0 w 108315"/>
                <a:gd name="connsiteY6" fmla="*/ 2838 h 35929"/>
                <a:gd name="connsiteX7" fmla="*/ 15451 w 108315"/>
                <a:gd name="connsiteY7" fmla="*/ 542 h 3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315" h="35929">
                  <a:moveTo>
                    <a:pt x="15451" y="542"/>
                  </a:moveTo>
                  <a:cubicBezTo>
                    <a:pt x="40298" y="997"/>
                    <a:pt x="65144" y="1231"/>
                    <a:pt x="89998" y="1245"/>
                  </a:cubicBezTo>
                  <a:lnTo>
                    <a:pt x="108315" y="1064"/>
                  </a:lnTo>
                  <a:cubicBezTo>
                    <a:pt x="96046" y="9489"/>
                    <a:pt x="85417" y="19542"/>
                    <a:pt x="74440" y="29534"/>
                  </a:cubicBezTo>
                  <a:cubicBezTo>
                    <a:pt x="53598" y="32045"/>
                    <a:pt x="32756" y="34912"/>
                    <a:pt x="11774" y="35930"/>
                  </a:cubicBezTo>
                  <a:lnTo>
                    <a:pt x="3027" y="11237"/>
                  </a:lnTo>
                  <a:cubicBezTo>
                    <a:pt x="214" y="7386"/>
                    <a:pt x="1688" y="9978"/>
                    <a:pt x="0" y="2838"/>
                  </a:cubicBezTo>
                  <a:cubicBezTo>
                    <a:pt x="6255" y="-1247"/>
                    <a:pt x="8217" y="166"/>
                    <a:pt x="15451" y="542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E4419C5-DB2F-1338-CC52-255A0A57539C}"/>
                </a:ext>
              </a:extLst>
            </p:cNvPr>
            <p:cNvSpPr/>
            <p:nvPr/>
          </p:nvSpPr>
          <p:spPr>
            <a:xfrm>
              <a:off x="388772" y="3267411"/>
              <a:ext cx="1326714" cy="60710"/>
            </a:xfrm>
            <a:custGeom>
              <a:avLst/>
              <a:gdLst>
                <a:gd name="connsiteX0" fmla="*/ 677984 w 1326714"/>
                <a:gd name="connsiteY0" fmla="*/ 43733 h 60710"/>
                <a:gd name="connsiteX1" fmla="*/ 1303757 w 1326714"/>
                <a:gd name="connsiteY1" fmla="*/ 17172 h 60710"/>
                <a:gd name="connsiteX2" fmla="*/ 1311733 w 1326714"/>
                <a:gd name="connsiteY2" fmla="*/ 2357 h 60710"/>
                <a:gd name="connsiteX3" fmla="*/ 1314513 w 1326714"/>
                <a:gd name="connsiteY3" fmla="*/ 0 h 60710"/>
                <a:gd name="connsiteX4" fmla="*/ 1323259 w 1326714"/>
                <a:gd name="connsiteY4" fmla="*/ 24693 h 60710"/>
                <a:gd name="connsiteX5" fmla="*/ 1326715 w 1326714"/>
                <a:gd name="connsiteY5" fmla="*/ 31310 h 60710"/>
                <a:gd name="connsiteX6" fmla="*/ 1148983 w 1326714"/>
                <a:gd name="connsiteY6" fmla="*/ 44952 h 60710"/>
                <a:gd name="connsiteX7" fmla="*/ 1052228 w 1326714"/>
                <a:gd name="connsiteY7" fmla="*/ 48997 h 60710"/>
                <a:gd name="connsiteX8" fmla="*/ 677643 w 1326714"/>
                <a:gd name="connsiteY8" fmla="*/ 60182 h 60710"/>
                <a:gd name="connsiteX9" fmla="*/ 0 w 1326714"/>
                <a:gd name="connsiteY9" fmla="*/ 45715 h 60710"/>
                <a:gd name="connsiteX10" fmla="*/ 1206 w 1326714"/>
                <a:gd name="connsiteY10" fmla="*/ 39795 h 60710"/>
                <a:gd name="connsiteX11" fmla="*/ 37793 w 1326714"/>
                <a:gd name="connsiteY11" fmla="*/ 33111 h 60710"/>
                <a:gd name="connsiteX12" fmla="*/ 301772 w 1326714"/>
                <a:gd name="connsiteY12" fmla="*/ 42079 h 60710"/>
                <a:gd name="connsiteX13" fmla="*/ 677984 w 1326714"/>
                <a:gd name="connsiteY13" fmla="*/ 43733 h 6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26714" h="60710">
                  <a:moveTo>
                    <a:pt x="677984" y="43733"/>
                  </a:moveTo>
                  <a:cubicBezTo>
                    <a:pt x="741488" y="42742"/>
                    <a:pt x="1285661" y="25249"/>
                    <a:pt x="1303757" y="17172"/>
                  </a:cubicBezTo>
                  <a:cubicBezTo>
                    <a:pt x="1305907" y="11405"/>
                    <a:pt x="1307246" y="6804"/>
                    <a:pt x="1311733" y="2357"/>
                  </a:cubicBezTo>
                  <a:cubicBezTo>
                    <a:pt x="1312597" y="1500"/>
                    <a:pt x="1313582" y="784"/>
                    <a:pt x="1314513" y="0"/>
                  </a:cubicBezTo>
                  <a:lnTo>
                    <a:pt x="1323259" y="24693"/>
                  </a:lnTo>
                  <a:lnTo>
                    <a:pt x="1326715" y="31310"/>
                  </a:lnTo>
                  <a:cubicBezTo>
                    <a:pt x="1267344" y="40860"/>
                    <a:pt x="1208957" y="43285"/>
                    <a:pt x="1148983" y="44952"/>
                  </a:cubicBezTo>
                  <a:cubicBezTo>
                    <a:pt x="1119924" y="45762"/>
                    <a:pt x="1080316" y="42554"/>
                    <a:pt x="1052228" y="48997"/>
                  </a:cubicBezTo>
                  <a:cubicBezTo>
                    <a:pt x="927692" y="51656"/>
                    <a:pt x="802065" y="61039"/>
                    <a:pt x="677643" y="60182"/>
                  </a:cubicBezTo>
                  <a:cubicBezTo>
                    <a:pt x="451610" y="62412"/>
                    <a:pt x="225731" y="57590"/>
                    <a:pt x="0" y="45715"/>
                  </a:cubicBezTo>
                  <a:lnTo>
                    <a:pt x="1206" y="39795"/>
                  </a:lnTo>
                  <a:cubicBezTo>
                    <a:pt x="11667" y="33640"/>
                    <a:pt x="25898" y="34116"/>
                    <a:pt x="37793" y="33111"/>
                  </a:cubicBezTo>
                  <a:cubicBezTo>
                    <a:pt x="125815" y="33239"/>
                    <a:pt x="213790" y="39715"/>
                    <a:pt x="301772" y="42079"/>
                  </a:cubicBezTo>
                  <a:cubicBezTo>
                    <a:pt x="426890" y="45448"/>
                    <a:pt x="552812" y="44423"/>
                    <a:pt x="677984" y="43733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9A244E1E-1575-3A77-E622-36C35C02AC5C}"/>
                </a:ext>
              </a:extLst>
            </p:cNvPr>
            <p:cNvSpPr/>
            <p:nvPr/>
          </p:nvSpPr>
          <p:spPr>
            <a:xfrm>
              <a:off x="141516" y="3286409"/>
              <a:ext cx="163352" cy="17807"/>
            </a:xfrm>
            <a:custGeom>
              <a:avLst/>
              <a:gdLst>
                <a:gd name="connsiteX0" fmla="*/ 0 w 163352"/>
                <a:gd name="connsiteY0" fmla="*/ 7355 h 17807"/>
                <a:gd name="connsiteX1" fmla="*/ 60054 w 163352"/>
                <a:gd name="connsiteY1" fmla="*/ 792 h 17807"/>
                <a:gd name="connsiteX2" fmla="*/ 151258 w 163352"/>
                <a:gd name="connsiteY2" fmla="*/ 3350 h 17807"/>
                <a:gd name="connsiteX3" fmla="*/ 163353 w 163352"/>
                <a:gd name="connsiteY3" fmla="*/ 5654 h 17807"/>
                <a:gd name="connsiteX4" fmla="*/ 160915 w 163352"/>
                <a:gd name="connsiteY4" fmla="*/ 17615 h 17807"/>
                <a:gd name="connsiteX5" fmla="*/ 19409 w 163352"/>
                <a:gd name="connsiteY5" fmla="*/ 12218 h 17807"/>
                <a:gd name="connsiteX6" fmla="*/ 0 w 163352"/>
                <a:gd name="connsiteY6" fmla="*/ 7355 h 17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352" h="17807">
                  <a:moveTo>
                    <a:pt x="0" y="7355"/>
                  </a:moveTo>
                  <a:cubicBezTo>
                    <a:pt x="13441" y="-655"/>
                    <a:pt x="43968" y="2419"/>
                    <a:pt x="60054" y="792"/>
                  </a:cubicBezTo>
                  <a:cubicBezTo>
                    <a:pt x="89891" y="-273"/>
                    <a:pt x="121716" y="-929"/>
                    <a:pt x="151258" y="3350"/>
                  </a:cubicBezTo>
                  <a:lnTo>
                    <a:pt x="163353" y="5654"/>
                  </a:lnTo>
                  <a:lnTo>
                    <a:pt x="160915" y="17615"/>
                  </a:lnTo>
                  <a:cubicBezTo>
                    <a:pt x="113954" y="18614"/>
                    <a:pt x="66263" y="15553"/>
                    <a:pt x="19409" y="12218"/>
                  </a:cubicBezTo>
                  <a:lnTo>
                    <a:pt x="0" y="7355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00EE7E7-13EE-F1DC-6AA3-2024470C17F2}"/>
                </a:ext>
              </a:extLst>
            </p:cNvPr>
            <p:cNvSpPr/>
            <p:nvPr/>
          </p:nvSpPr>
          <p:spPr>
            <a:xfrm>
              <a:off x="302431" y="3292063"/>
              <a:ext cx="124133" cy="21062"/>
            </a:xfrm>
            <a:custGeom>
              <a:avLst/>
              <a:gdLst>
                <a:gd name="connsiteX0" fmla="*/ 2438 w 124133"/>
                <a:gd name="connsiteY0" fmla="*/ 0 h 21062"/>
                <a:gd name="connsiteX1" fmla="*/ 45977 w 124133"/>
                <a:gd name="connsiteY1" fmla="*/ 2873 h 21062"/>
                <a:gd name="connsiteX2" fmla="*/ 124134 w 124133"/>
                <a:gd name="connsiteY2" fmla="*/ 8459 h 21062"/>
                <a:gd name="connsiteX3" fmla="*/ 87547 w 124133"/>
                <a:gd name="connsiteY3" fmla="*/ 15142 h 21062"/>
                <a:gd name="connsiteX4" fmla="*/ 86341 w 124133"/>
                <a:gd name="connsiteY4" fmla="*/ 21063 h 21062"/>
                <a:gd name="connsiteX5" fmla="*/ 42514 w 124133"/>
                <a:gd name="connsiteY5" fmla="*/ 16556 h 21062"/>
                <a:gd name="connsiteX6" fmla="*/ 23815 w 124133"/>
                <a:gd name="connsiteY6" fmla="*/ 15196 h 21062"/>
                <a:gd name="connsiteX7" fmla="*/ 0 w 124133"/>
                <a:gd name="connsiteY7" fmla="*/ 11961 h 21062"/>
                <a:gd name="connsiteX8" fmla="*/ 2438 w 124133"/>
                <a:gd name="connsiteY8" fmla="*/ 0 h 21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33" h="21062">
                  <a:moveTo>
                    <a:pt x="2438" y="0"/>
                  </a:moveTo>
                  <a:lnTo>
                    <a:pt x="45977" y="2873"/>
                  </a:lnTo>
                  <a:cubicBezTo>
                    <a:pt x="71487" y="4902"/>
                    <a:pt x="99113" y="4105"/>
                    <a:pt x="124134" y="8459"/>
                  </a:cubicBezTo>
                  <a:cubicBezTo>
                    <a:pt x="112239" y="9463"/>
                    <a:pt x="98008" y="8988"/>
                    <a:pt x="87547" y="15142"/>
                  </a:cubicBezTo>
                  <a:lnTo>
                    <a:pt x="86341" y="21063"/>
                  </a:lnTo>
                  <a:cubicBezTo>
                    <a:pt x="71694" y="19904"/>
                    <a:pt x="57088" y="18404"/>
                    <a:pt x="42514" y="16556"/>
                  </a:cubicBezTo>
                  <a:lnTo>
                    <a:pt x="23815" y="15196"/>
                  </a:lnTo>
                  <a:lnTo>
                    <a:pt x="0" y="11961"/>
                  </a:lnTo>
                  <a:lnTo>
                    <a:pt x="2438" y="0"/>
                  </a:lnTo>
                  <a:close/>
                </a:path>
              </a:pathLst>
            </a:custGeom>
            <a:solidFill>
              <a:srgbClr val="14040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D28A15AF-D210-B486-74AB-5D4EA175D3BD}"/>
                </a:ext>
              </a:extLst>
            </p:cNvPr>
            <p:cNvSpPr/>
            <p:nvPr/>
          </p:nvSpPr>
          <p:spPr>
            <a:xfrm>
              <a:off x="113126" y="3292854"/>
              <a:ext cx="51428" cy="62781"/>
            </a:xfrm>
            <a:custGeom>
              <a:avLst/>
              <a:gdLst>
                <a:gd name="connsiteX0" fmla="*/ 5646 w 51428"/>
                <a:gd name="connsiteY0" fmla="*/ 61079 h 62781"/>
                <a:gd name="connsiteX1" fmla="*/ 1902 w 51428"/>
                <a:gd name="connsiteY1" fmla="*/ 8184 h 62781"/>
                <a:gd name="connsiteX2" fmla="*/ 0 w 51428"/>
                <a:gd name="connsiteY2" fmla="*/ 3750 h 62781"/>
                <a:gd name="connsiteX3" fmla="*/ 3509 w 51428"/>
                <a:gd name="connsiteY3" fmla="*/ 0 h 62781"/>
                <a:gd name="connsiteX4" fmla="*/ 28390 w 51428"/>
                <a:gd name="connsiteY4" fmla="*/ 911 h 62781"/>
                <a:gd name="connsiteX5" fmla="*/ 47798 w 51428"/>
                <a:gd name="connsiteY5" fmla="*/ 5773 h 62781"/>
                <a:gd name="connsiteX6" fmla="*/ 30687 w 51428"/>
                <a:gd name="connsiteY6" fmla="*/ 20500 h 62781"/>
                <a:gd name="connsiteX7" fmla="*/ 26052 w 51428"/>
                <a:gd name="connsiteY7" fmla="*/ 39239 h 62781"/>
                <a:gd name="connsiteX8" fmla="*/ 31296 w 51428"/>
                <a:gd name="connsiteY8" fmla="*/ 44075 h 62781"/>
                <a:gd name="connsiteX9" fmla="*/ 41804 w 51428"/>
                <a:gd name="connsiteY9" fmla="*/ 36507 h 62781"/>
                <a:gd name="connsiteX10" fmla="*/ 51428 w 51428"/>
                <a:gd name="connsiteY10" fmla="*/ 60898 h 62781"/>
                <a:gd name="connsiteX11" fmla="*/ 17989 w 51428"/>
                <a:gd name="connsiteY11" fmla="*/ 58902 h 62781"/>
                <a:gd name="connsiteX12" fmla="*/ 5646 w 51428"/>
                <a:gd name="connsiteY12" fmla="*/ 61079 h 62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428" h="62781">
                  <a:moveTo>
                    <a:pt x="5646" y="61079"/>
                  </a:moveTo>
                  <a:cubicBezTo>
                    <a:pt x="5726" y="45133"/>
                    <a:pt x="7662" y="22985"/>
                    <a:pt x="1902" y="8184"/>
                  </a:cubicBezTo>
                  <a:cubicBezTo>
                    <a:pt x="1319" y="6684"/>
                    <a:pt x="630" y="5231"/>
                    <a:pt x="0" y="3750"/>
                  </a:cubicBezTo>
                  <a:lnTo>
                    <a:pt x="3509" y="0"/>
                  </a:lnTo>
                  <a:lnTo>
                    <a:pt x="28390" y="911"/>
                  </a:lnTo>
                  <a:lnTo>
                    <a:pt x="47798" y="5773"/>
                  </a:lnTo>
                  <a:cubicBezTo>
                    <a:pt x="38362" y="10093"/>
                    <a:pt x="34518" y="9999"/>
                    <a:pt x="30687" y="20500"/>
                  </a:cubicBezTo>
                  <a:cubicBezTo>
                    <a:pt x="28510" y="26461"/>
                    <a:pt x="28008" y="33125"/>
                    <a:pt x="26052" y="39239"/>
                  </a:cubicBezTo>
                  <a:lnTo>
                    <a:pt x="31296" y="44075"/>
                  </a:lnTo>
                  <a:cubicBezTo>
                    <a:pt x="36648" y="41717"/>
                    <a:pt x="37947" y="40592"/>
                    <a:pt x="41804" y="36507"/>
                  </a:cubicBezTo>
                  <a:cubicBezTo>
                    <a:pt x="47343" y="43271"/>
                    <a:pt x="49325" y="52473"/>
                    <a:pt x="51428" y="60898"/>
                  </a:cubicBezTo>
                  <a:cubicBezTo>
                    <a:pt x="39983" y="65057"/>
                    <a:pt x="29448" y="61387"/>
                    <a:pt x="17989" y="58902"/>
                  </a:cubicBezTo>
                  <a:lnTo>
                    <a:pt x="5646" y="61079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A478178D-17E6-CF04-587A-A95BE66ECF93}"/>
                </a:ext>
              </a:extLst>
            </p:cNvPr>
            <p:cNvSpPr/>
            <p:nvPr/>
          </p:nvSpPr>
          <p:spPr>
            <a:xfrm>
              <a:off x="139178" y="3298627"/>
              <a:ext cx="187067" cy="60516"/>
            </a:xfrm>
            <a:custGeom>
              <a:avLst/>
              <a:gdLst>
                <a:gd name="connsiteX0" fmla="*/ 21746 w 187067"/>
                <a:gd name="connsiteY0" fmla="*/ 0 h 60516"/>
                <a:gd name="connsiteX1" fmla="*/ 163252 w 187067"/>
                <a:gd name="connsiteY1" fmla="*/ 5398 h 60516"/>
                <a:gd name="connsiteX2" fmla="*/ 187068 w 187067"/>
                <a:gd name="connsiteY2" fmla="*/ 8633 h 60516"/>
                <a:gd name="connsiteX3" fmla="*/ 155477 w 187067"/>
                <a:gd name="connsiteY3" fmla="*/ 14272 h 60516"/>
                <a:gd name="connsiteX4" fmla="*/ 153782 w 187067"/>
                <a:gd name="connsiteY4" fmla="*/ 60517 h 60516"/>
                <a:gd name="connsiteX5" fmla="*/ 25376 w 187067"/>
                <a:gd name="connsiteY5" fmla="*/ 55125 h 60516"/>
                <a:gd name="connsiteX6" fmla="*/ 15752 w 187067"/>
                <a:gd name="connsiteY6" fmla="*/ 30734 h 60516"/>
                <a:gd name="connsiteX7" fmla="*/ 5244 w 187067"/>
                <a:gd name="connsiteY7" fmla="*/ 38302 h 60516"/>
                <a:gd name="connsiteX8" fmla="*/ 0 w 187067"/>
                <a:gd name="connsiteY8" fmla="*/ 33466 h 60516"/>
                <a:gd name="connsiteX9" fmla="*/ 4634 w 187067"/>
                <a:gd name="connsiteY9" fmla="*/ 14727 h 60516"/>
                <a:gd name="connsiteX10" fmla="*/ 21746 w 187067"/>
                <a:gd name="connsiteY10" fmla="*/ 0 h 6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067" h="60516">
                  <a:moveTo>
                    <a:pt x="21746" y="0"/>
                  </a:moveTo>
                  <a:cubicBezTo>
                    <a:pt x="68600" y="3335"/>
                    <a:pt x="116291" y="6396"/>
                    <a:pt x="163252" y="5398"/>
                  </a:cubicBezTo>
                  <a:lnTo>
                    <a:pt x="187068" y="8633"/>
                  </a:lnTo>
                  <a:cubicBezTo>
                    <a:pt x="174444" y="9001"/>
                    <a:pt x="166300" y="7474"/>
                    <a:pt x="155477" y="14272"/>
                  </a:cubicBezTo>
                  <a:cubicBezTo>
                    <a:pt x="149838" y="28316"/>
                    <a:pt x="154405" y="45575"/>
                    <a:pt x="153782" y="60517"/>
                  </a:cubicBezTo>
                  <a:cubicBezTo>
                    <a:pt x="115762" y="56746"/>
                    <a:pt x="62217" y="45601"/>
                    <a:pt x="25376" y="55125"/>
                  </a:cubicBezTo>
                  <a:cubicBezTo>
                    <a:pt x="23273" y="46700"/>
                    <a:pt x="21291" y="37498"/>
                    <a:pt x="15752" y="30734"/>
                  </a:cubicBezTo>
                  <a:cubicBezTo>
                    <a:pt x="11894" y="34819"/>
                    <a:pt x="10595" y="35944"/>
                    <a:pt x="5244" y="38302"/>
                  </a:cubicBezTo>
                  <a:lnTo>
                    <a:pt x="0" y="33466"/>
                  </a:lnTo>
                  <a:cubicBezTo>
                    <a:pt x="1956" y="27352"/>
                    <a:pt x="2458" y="20688"/>
                    <a:pt x="4634" y="14727"/>
                  </a:cubicBezTo>
                  <a:cubicBezTo>
                    <a:pt x="8465" y="4226"/>
                    <a:pt x="12309" y="4320"/>
                    <a:pt x="21746" y="0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9F0D9B91-36E4-86DB-B559-F712D46BB51A}"/>
                </a:ext>
              </a:extLst>
            </p:cNvPr>
            <p:cNvSpPr/>
            <p:nvPr/>
          </p:nvSpPr>
          <p:spPr>
            <a:xfrm>
              <a:off x="1440999" y="3298549"/>
              <a:ext cx="322299" cy="72380"/>
            </a:xfrm>
            <a:custGeom>
              <a:avLst/>
              <a:gdLst>
                <a:gd name="connsiteX0" fmla="*/ 274487 w 322299"/>
                <a:gd name="connsiteY0" fmla="*/ 171 h 72380"/>
                <a:gd name="connsiteX1" fmla="*/ 322299 w 322299"/>
                <a:gd name="connsiteY1" fmla="*/ 1926 h 72380"/>
                <a:gd name="connsiteX2" fmla="*/ 274126 w 322299"/>
                <a:gd name="connsiteY2" fmla="*/ 2314 h 72380"/>
                <a:gd name="connsiteX3" fmla="*/ 277461 w 322299"/>
                <a:gd name="connsiteY3" fmla="*/ 52343 h 72380"/>
                <a:gd name="connsiteX4" fmla="*/ 170620 w 322299"/>
                <a:gd name="connsiteY4" fmla="*/ 55765 h 72380"/>
                <a:gd name="connsiteX5" fmla="*/ 97934 w 322299"/>
                <a:gd name="connsiteY5" fmla="*/ 66400 h 72380"/>
                <a:gd name="connsiteX6" fmla="*/ 8425 w 322299"/>
                <a:gd name="connsiteY6" fmla="*/ 72381 h 72380"/>
                <a:gd name="connsiteX7" fmla="*/ 7287 w 322299"/>
                <a:gd name="connsiteY7" fmla="*/ 21642 h 72380"/>
                <a:gd name="connsiteX8" fmla="*/ 0 w 322299"/>
                <a:gd name="connsiteY8" fmla="*/ 17858 h 72380"/>
                <a:gd name="connsiteX9" fmla="*/ 96756 w 322299"/>
                <a:gd name="connsiteY9" fmla="*/ 13813 h 72380"/>
                <a:gd name="connsiteX10" fmla="*/ 274487 w 322299"/>
                <a:gd name="connsiteY10" fmla="*/ 171 h 7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2299" h="72380">
                  <a:moveTo>
                    <a:pt x="274487" y="171"/>
                  </a:moveTo>
                  <a:cubicBezTo>
                    <a:pt x="290789" y="-305"/>
                    <a:pt x="306065" y="191"/>
                    <a:pt x="322299" y="1926"/>
                  </a:cubicBezTo>
                  <a:cubicBezTo>
                    <a:pt x="306212" y="2388"/>
                    <a:pt x="290219" y="2937"/>
                    <a:pt x="274126" y="2314"/>
                  </a:cubicBezTo>
                  <a:lnTo>
                    <a:pt x="277461" y="52343"/>
                  </a:lnTo>
                  <a:cubicBezTo>
                    <a:pt x="242381" y="53501"/>
                    <a:pt x="205351" y="52557"/>
                    <a:pt x="170620" y="55765"/>
                  </a:cubicBezTo>
                  <a:cubicBezTo>
                    <a:pt x="146241" y="58015"/>
                    <a:pt x="122225" y="63433"/>
                    <a:pt x="97934" y="66400"/>
                  </a:cubicBezTo>
                  <a:cubicBezTo>
                    <a:pt x="68379" y="70003"/>
                    <a:pt x="38154" y="70834"/>
                    <a:pt x="8425" y="72381"/>
                  </a:cubicBezTo>
                  <a:cubicBezTo>
                    <a:pt x="9021" y="55464"/>
                    <a:pt x="10628" y="38325"/>
                    <a:pt x="7287" y="21642"/>
                  </a:cubicBezTo>
                  <a:lnTo>
                    <a:pt x="0" y="17858"/>
                  </a:lnTo>
                  <a:cubicBezTo>
                    <a:pt x="28089" y="11416"/>
                    <a:pt x="67696" y="14624"/>
                    <a:pt x="96756" y="13813"/>
                  </a:cubicBezTo>
                  <a:cubicBezTo>
                    <a:pt x="156729" y="12146"/>
                    <a:pt x="215116" y="9721"/>
                    <a:pt x="274487" y="171"/>
                  </a:cubicBez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0741589-F200-9381-33C0-E8D032AF2CFE}"/>
                </a:ext>
              </a:extLst>
            </p:cNvPr>
            <p:cNvSpPr/>
            <p:nvPr/>
          </p:nvSpPr>
          <p:spPr>
            <a:xfrm>
              <a:off x="1715125" y="3300475"/>
              <a:ext cx="77339" cy="50417"/>
            </a:xfrm>
            <a:custGeom>
              <a:avLst/>
              <a:gdLst>
                <a:gd name="connsiteX0" fmla="*/ 0 w 77339"/>
                <a:gd name="connsiteY0" fmla="*/ 388 h 50417"/>
                <a:gd name="connsiteX1" fmla="*/ 48173 w 77339"/>
                <a:gd name="connsiteY1" fmla="*/ 0 h 50417"/>
                <a:gd name="connsiteX2" fmla="*/ 63215 w 77339"/>
                <a:gd name="connsiteY2" fmla="*/ 4976 h 50417"/>
                <a:gd name="connsiteX3" fmla="*/ 77340 w 77339"/>
                <a:gd name="connsiteY3" fmla="*/ 41784 h 50417"/>
                <a:gd name="connsiteX4" fmla="*/ 3335 w 77339"/>
                <a:gd name="connsiteY4" fmla="*/ 50417 h 50417"/>
                <a:gd name="connsiteX5" fmla="*/ 0 w 77339"/>
                <a:gd name="connsiteY5" fmla="*/ 388 h 5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339" h="50417">
                  <a:moveTo>
                    <a:pt x="0" y="388"/>
                  </a:moveTo>
                  <a:cubicBezTo>
                    <a:pt x="16093" y="1011"/>
                    <a:pt x="32086" y="462"/>
                    <a:pt x="48173" y="0"/>
                  </a:cubicBezTo>
                  <a:cubicBezTo>
                    <a:pt x="53665" y="897"/>
                    <a:pt x="60007" y="-40"/>
                    <a:pt x="63215" y="4976"/>
                  </a:cubicBezTo>
                  <a:cubicBezTo>
                    <a:pt x="70361" y="16181"/>
                    <a:pt x="70107" y="30084"/>
                    <a:pt x="77340" y="41784"/>
                  </a:cubicBezTo>
                  <a:cubicBezTo>
                    <a:pt x="52781" y="45066"/>
                    <a:pt x="28068" y="49078"/>
                    <a:pt x="3335" y="50417"/>
                  </a:cubicBezTo>
                  <a:lnTo>
                    <a:pt x="0" y="388"/>
                  </a:ln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38FBB78C-0834-1BB3-3C02-70581FAC1DAF}"/>
                </a:ext>
              </a:extLst>
            </p:cNvPr>
            <p:cNvSpPr/>
            <p:nvPr/>
          </p:nvSpPr>
          <p:spPr>
            <a:xfrm>
              <a:off x="291801" y="3307259"/>
              <a:ext cx="53143" cy="55352"/>
            </a:xfrm>
            <a:custGeom>
              <a:avLst/>
              <a:gdLst>
                <a:gd name="connsiteX0" fmla="*/ 1159 w 53143"/>
                <a:gd name="connsiteY0" fmla="*/ 51884 h 55352"/>
                <a:gd name="connsiteX1" fmla="*/ 2854 w 53143"/>
                <a:gd name="connsiteY1" fmla="*/ 5639 h 55352"/>
                <a:gd name="connsiteX2" fmla="*/ 34445 w 53143"/>
                <a:gd name="connsiteY2" fmla="*/ 0 h 55352"/>
                <a:gd name="connsiteX3" fmla="*/ 53144 w 53143"/>
                <a:gd name="connsiteY3" fmla="*/ 1360 h 55352"/>
                <a:gd name="connsiteX4" fmla="*/ 38075 w 53143"/>
                <a:gd name="connsiteY4" fmla="*/ 55353 h 55352"/>
                <a:gd name="connsiteX5" fmla="*/ 1159 w 53143"/>
                <a:gd name="connsiteY5" fmla="*/ 51884 h 5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143" h="55352">
                  <a:moveTo>
                    <a:pt x="1159" y="51884"/>
                  </a:moveTo>
                  <a:cubicBezTo>
                    <a:pt x="1782" y="36942"/>
                    <a:pt x="-2785" y="19683"/>
                    <a:pt x="2854" y="5639"/>
                  </a:cubicBezTo>
                  <a:cubicBezTo>
                    <a:pt x="13677" y="-1159"/>
                    <a:pt x="21821" y="368"/>
                    <a:pt x="34445" y="0"/>
                  </a:cubicBezTo>
                  <a:lnTo>
                    <a:pt x="53144" y="1360"/>
                  </a:lnTo>
                  <a:cubicBezTo>
                    <a:pt x="48676" y="19442"/>
                    <a:pt x="44933" y="38000"/>
                    <a:pt x="38075" y="55353"/>
                  </a:cubicBezTo>
                  <a:lnTo>
                    <a:pt x="1159" y="51884"/>
                  </a:ln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C66BF00-45D4-7135-1A44-48C2DC6D6338}"/>
                </a:ext>
              </a:extLst>
            </p:cNvPr>
            <p:cNvSpPr/>
            <p:nvPr/>
          </p:nvSpPr>
          <p:spPr>
            <a:xfrm>
              <a:off x="329876" y="3308619"/>
              <a:ext cx="736538" cy="73217"/>
            </a:xfrm>
            <a:custGeom>
              <a:avLst/>
              <a:gdLst>
                <a:gd name="connsiteX0" fmla="*/ 15069 w 736538"/>
                <a:gd name="connsiteY0" fmla="*/ 0 h 73217"/>
                <a:gd name="connsiteX1" fmla="*/ 58896 w 736538"/>
                <a:gd name="connsiteY1" fmla="*/ 4507 h 73217"/>
                <a:gd name="connsiteX2" fmla="*/ 736539 w 736538"/>
                <a:gd name="connsiteY2" fmla="*/ 18973 h 73217"/>
                <a:gd name="connsiteX3" fmla="*/ 732433 w 736538"/>
                <a:gd name="connsiteY3" fmla="*/ 72913 h 73217"/>
                <a:gd name="connsiteX4" fmla="*/ 0 w 736538"/>
                <a:gd name="connsiteY4" fmla="*/ 53993 h 73217"/>
                <a:gd name="connsiteX5" fmla="*/ 15069 w 736538"/>
                <a:gd name="connsiteY5" fmla="*/ 0 h 7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6538" h="73217">
                  <a:moveTo>
                    <a:pt x="15069" y="0"/>
                  </a:moveTo>
                  <a:cubicBezTo>
                    <a:pt x="29642" y="1848"/>
                    <a:pt x="44249" y="3349"/>
                    <a:pt x="58896" y="4507"/>
                  </a:cubicBezTo>
                  <a:cubicBezTo>
                    <a:pt x="284627" y="16381"/>
                    <a:pt x="510506" y="21204"/>
                    <a:pt x="736539" y="18973"/>
                  </a:cubicBezTo>
                  <a:cubicBezTo>
                    <a:pt x="734984" y="36821"/>
                    <a:pt x="732594" y="55005"/>
                    <a:pt x="732433" y="72913"/>
                  </a:cubicBezTo>
                  <a:cubicBezTo>
                    <a:pt x="487400" y="74380"/>
                    <a:pt x="244597" y="70937"/>
                    <a:pt x="0" y="53993"/>
                  </a:cubicBezTo>
                  <a:cubicBezTo>
                    <a:pt x="6858" y="36641"/>
                    <a:pt x="10602" y="18083"/>
                    <a:pt x="15069" y="0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FF141B38-8AAB-2F1D-687D-A2B5F14FCE05}"/>
                </a:ext>
              </a:extLst>
            </p:cNvPr>
            <p:cNvSpPr/>
            <p:nvPr/>
          </p:nvSpPr>
          <p:spPr>
            <a:xfrm>
              <a:off x="1062309" y="3316408"/>
              <a:ext cx="388027" cy="65124"/>
            </a:xfrm>
            <a:custGeom>
              <a:avLst/>
              <a:gdLst>
                <a:gd name="connsiteX0" fmla="*/ 4106 w 388027"/>
                <a:gd name="connsiteY0" fmla="*/ 11185 h 65124"/>
                <a:gd name="connsiteX1" fmla="*/ 378690 w 388027"/>
                <a:gd name="connsiteY1" fmla="*/ 0 h 65124"/>
                <a:gd name="connsiteX2" fmla="*/ 385977 w 388027"/>
                <a:gd name="connsiteY2" fmla="*/ 3784 h 65124"/>
                <a:gd name="connsiteX3" fmla="*/ 387115 w 388027"/>
                <a:gd name="connsiteY3" fmla="*/ 54522 h 65124"/>
                <a:gd name="connsiteX4" fmla="*/ 0 w 388027"/>
                <a:gd name="connsiteY4" fmla="*/ 65124 h 65124"/>
                <a:gd name="connsiteX5" fmla="*/ 4106 w 388027"/>
                <a:gd name="connsiteY5" fmla="*/ 11185 h 65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8027" h="65124">
                  <a:moveTo>
                    <a:pt x="4106" y="11185"/>
                  </a:moveTo>
                  <a:cubicBezTo>
                    <a:pt x="128527" y="12042"/>
                    <a:pt x="254155" y="2659"/>
                    <a:pt x="378690" y="0"/>
                  </a:cubicBezTo>
                  <a:lnTo>
                    <a:pt x="385977" y="3784"/>
                  </a:lnTo>
                  <a:cubicBezTo>
                    <a:pt x="389319" y="20467"/>
                    <a:pt x="387711" y="37605"/>
                    <a:pt x="387115" y="54522"/>
                  </a:cubicBezTo>
                  <a:cubicBezTo>
                    <a:pt x="258548" y="64388"/>
                    <a:pt x="128909" y="64856"/>
                    <a:pt x="0" y="65124"/>
                  </a:cubicBezTo>
                  <a:cubicBezTo>
                    <a:pt x="161" y="47216"/>
                    <a:pt x="2552" y="29033"/>
                    <a:pt x="4106" y="11185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C7DC61C-ED9F-8ECC-F5E3-AFC8DB39D19B}"/>
                </a:ext>
              </a:extLst>
            </p:cNvPr>
            <p:cNvSpPr/>
            <p:nvPr/>
          </p:nvSpPr>
          <p:spPr>
            <a:xfrm>
              <a:off x="72460" y="3364344"/>
              <a:ext cx="195304" cy="1884700"/>
            </a:xfrm>
            <a:custGeom>
              <a:avLst/>
              <a:gdLst>
                <a:gd name="connsiteX0" fmla="*/ 2545 w 195304"/>
                <a:gd name="connsiteY0" fmla="*/ 6352 h 1884700"/>
                <a:gd name="connsiteX1" fmla="*/ 89201 w 195304"/>
                <a:gd name="connsiteY1" fmla="*/ 5702 h 1884700"/>
                <a:gd name="connsiteX2" fmla="*/ 100372 w 195304"/>
                <a:gd name="connsiteY2" fmla="*/ 11281 h 1884700"/>
                <a:gd name="connsiteX3" fmla="*/ 101972 w 195304"/>
                <a:gd name="connsiteY3" fmla="*/ 17288 h 1884700"/>
                <a:gd name="connsiteX4" fmla="*/ 99990 w 195304"/>
                <a:gd name="connsiteY4" fmla="*/ 20175 h 1884700"/>
                <a:gd name="connsiteX5" fmla="*/ 109902 w 195304"/>
                <a:gd name="connsiteY5" fmla="*/ 345354 h 1884700"/>
                <a:gd name="connsiteX6" fmla="*/ 184610 w 195304"/>
                <a:gd name="connsiteY6" fmla="*/ 1091409 h 1884700"/>
                <a:gd name="connsiteX7" fmla="*/ 119821 w 195304"/>
                <a:gd name="connsiteY7" fmla="*/ 1342684 h 1884700"/>
                <a:gd name="connsiteX8" fmla="*/ 67261 w 195304"/>
                <a:gd name="connsiteY8" fmla="*/ 1646291 h 1884700"/>
                <a:gd name="connsiteX9" fmla="*/ 71232 w 195304"/>
                <a:gd name="connsiteY9" fmla="*/ 1719874 h 1884700"/>
                <a:gd name="connsiteX10" fmla="*/ 69169 w 195304"/>
                <a:gd name="connsiteY10" fmla="*/ 1725440 h 1884700"/>
                <a:gd name="connsiteX11" fmla="*/ 71286 w 195304"/>
                <a:gd name="connsiteY11" fmla="*/ 1884701 h 1884700"/>
                <a:gd name="connsiteX12" fmla="*/ 39742 w 195304"/>
                <a:gd name="connsiteY12" fmla="*/ 1872123 h 1884700"/>
                <a:gd name="connsiteX13" fmla="*/ 23367 w 195304"/>
                <a:gd name="connsiteY13" fmla="*/ 1769206 h 1884700"/>
                <a:gd name="connsiteX14" fmla="*/ 20145 w 195304"/>
                <a:gd name="connsiteY14" fmla="*/ 1787878 h 1884700"/>
                <a:gd name="connsiteX15" fmla="*/ 5009 w 195304"/>
                <a:gd name="connsiteY15" fmla="*/ 1468600 h 1884700"/>
                <a:gd name="connsiteX16" fmla="*/ 57188 w 195304"/>
                <a:gd name="connsiteY16" fmla="*/ 1322304 h 1884700"/>
                <a:gd name="connsiteX17" fmla="*/ 93159 w 195304"/>
                <a:gd name="connsiteY17" fmla="*/ 1215456 h 1884700"/>
                <a:gd name="connsiteX18" fmla="*/ 117149 w 195304"/>
                <a:gd name="connsiteY18" fmla="*/ 1105293 h 1884700"/>
                <a:gd name="connsiteX19" fmla="*/ 42648 w 195304"/>
                <a:gd name="connsiteY19" fmla="*/ 352466 h 1884700"/>
                <a:gd name="connsiteX20" fmla="*/ 0 w 195304"/>
                <a:gd name="connsiteY20" fmla="*/ 154469 h 1884700"/>
                <a:gd name="connsiteX21" fmla="*/ 16368 w 195304"/>
                <a:gd name="connsiteY21" fmla="*/ 55516 h 1884700"/>
                <a:gd name="connsiteX22" fmla="*/ 2545 w 195304"/>
                <a:gd name="connsiteY22" fmla="*/ 6352 h 188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5304" h="1884700">
                  <a:moveTo>
                    <a:pt x="2545" y="6352"/>
                  </a:moveTo>
                  <a:cubicBezTo>
                    <a:pt x="20199" y="-3594"/>
                    <a:pt x="70080" y="-318"/>
                    <a:pt x="89201" y="5702"/>
                  </a:cubicBezTo>
                  <a:cubicBezTo>
                    <a:pt x="93353" y="7015"/>
                    <a:pt x="96682" y="9024"/>
                    <a:pt x="100372" y="11281"/>
                  </a:cubicBezTo>
                  <a:lnTo>
                    <a:pt x="101972" y="17288"/>
                  </a:lnTo>
                  <a:cubicBezTo>
                    <a:pt x="101309" y="18253"/>
                    <a:pt x="100633" y="19204"/>
                    <a:pt x="99990" y="20175"/>
                  </a:cubicBezTo>
                  <a:cubicBezTo>
                    <a:pt x="53029" y="90550"/>
                    <a:pt x="92891" y="264177"/>
                    <a:pt x="109902" y="345354"/>
                  </a:cubicBezTo>
                  <a:cubicBezTo>
                    <a:pt x="168764" y="626351"/>
                    <a:pt x="217688" y="798920"/>
                    <a:pt x="184610" y="1091409"/>
                  </a:cubicBezTo>
                  <a:cubicBezTo>
                    <a:pt x="174919" y="1177101"/>
                    <a:pt x="159107" y="1265137"/>
                    <a:pt x="119821" y="1342684"/>
                  </a:cubicBezTo>
                  <a:cubicBezTo>
                    <a:pt x="46218" y="1434095"/>
                    <a:pt x="59123" y="1537755"/>
                    <a:pt x="67261" y="1646291"/>
                  </a:cubicBezTo>
                  <a:cubicBezTo>
                    <a:pt x="69015" y="1669745"/>
                    <a:pt x="73101" y="1696561"/>
                    <a:pt x="71232" y="1719874"/>
                  </a:cubicBezTo>
                  <a:cubicBezTo>
                    <a:pt x="70542" y="1721729"/>
                    <a:pt x="69799" y="1723564"/>
                    <a:pt x="69169" y="1725440"/>
                  </a:cubicBezTo>
                  <a:cubicBezTo>
                    <a:pt x="60490" y="1751278"/>
                    <a:pt x="83555" y="1875807"/>
                    <a:pt x="71286" y="1884701"/>
                  </a:cubicBezTo>
                  <a:cubicBezTo>
                    <a:pt x="59231" y="1883951"/>
                    <a:pt x="47584" y="1882752"/>
                    <a:pt x="39742" y="1872123"/>
                  </a:cubicBezTo>
                  <a:cubicBezTo>
                    <a:pt x="21846" y="1847852"/>
                    <a:pt x="30841" y="1798627"/>
                    <a:pt x="23367" y="1769206"/>
                  </a:cubicBezTo>
                  <a:lnTo>
                    <a:pt x="20145" y="1787878"/>
                  </a:lnTo>
                  <a:cubicBezTo>
                    <a:pt x="10990" y="1722319"/>
                    <a:pt x="-6336" y="1526906"/>
                    <a:pt x="5009" y="1468600"/>
                  </a:cubicBezTo>
                  <a:cubicBezTo>
                    <a:pt x="14741" y="1418591"/>
                    <a:pt x="38737" y="1369714"/>
                    <a:pt x="57188" y="1322304"/>
                  </a:cubicBezTo>
                  <a:cubicBezTo>
                    <a:pt x="71145" y="1287352"/>
                    <a:pt x="83133" y="1251735"/>
                    <a:pt x="93159" y="1215456"/>
                  </a:cubicBezTo>
                  <a:cubicBezTo>
                    <a:pt x="103185" y="1179177"/>
                    <a:pt x="111181" y="1142456"/>
                    <a:pt x="117149" y="1105293"/>
                  </a:cubicBezTo>
                  <a:cubicBezTo>
                    <a:pt x="156508" y="845647"/>
                    <a:pt x="100995" y="603681"/>
                    <a:pt x="42648" y="352466"/>
                  </a:cubicBezTo>
                  <a:cubicBezTo>
                    <a:pt x="27372" y="286693"/>
                    <a:pt x="15819" y="220095"/>
                    <a:pt x="0" y="154469"/>
                  </a:cubicBezTo>
                  <a:cubicBezTo>
                    <a:pt x="19375" y="132234"/>
                    <a:pt x="17071" y="83524"/>
                    <a:pt x="16368" y="55516"/>
                  </a:cubicBezTo>
                  <a:cubicBezTo>
                    <a:pt x="15852" y="34922"/>
                    <a:pt x="18143" y="21300"/>
                    <a:pt x="2545" y="6352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73A6E834-3EE5-729F-BCAD-54E1006844CB}"/>
                </a:ext>
              </a:extLst>
            </p:cNvPr>
            <p:cNvSpPr/>
            <p:nvPr/>
          </p:nvSpPr>
          <p:spPr>
            <a:xfrm>
              <a:off x="1493473" y="3377939"/>
              <a:ext cx="330928" cy="2155210"/>
            </a:xfrm>
            <a:custGeom>
              <a:avLst/>
              <a:gdLst>
                <a:gd name="connsiteX0" fmla="*/ 227057 w 330928"/>
                <a:gd name="connsiteY0" fmla="*/ 7284 h 2155210"/>
                <a:gd name="connsiteX1" fmla="*/ 306668 w 330928"/>
                <a:gd name="connsiteY1" fmla="*/ 573 h 2155210"/>
                <a:gd name="connsiteX2" fmla="*/ 297707 w 330928"/>
                <a:gd name="connsiteY2" fmla="*/ 181285 h 2155210"/>
                <a:gd name="connsiteX3" fmla="*/ 183894 w 330928"/>
                <a:gd name="connsiteY3" fmla="*/ 910792 h 2155210"/>
                <a:gd name="connsiteX4" fmla="*/ 254811 w 330928"/>
                <a:gd name="connsiteY4" fmla="*/ 1266657 h 2155210"/>
                <a:gd name="connsiteX5" fmla="*/ 323739 w 330928"/>
                <a:gd name="connsiteY5" fmla="*/ 1410207 h 2155210"/>
                <a:gd name="connsiteX6" fmla="*/ 258327 w 330928"/>
                <a:gd name="connsiteY6" fmla="*/ 2025786 h 2155210"/>
                <a:gd name="connsiteX7" fmla="*/ 195272 w 330928"/>
                <a:gd name="connsiteY7" fmla="*/ 2113045 h 2155210"/>
                <a:gd name="connsiteX8" fmla="*/ 6215 w 330928"/>
                <a:gd name="connsiteY8" fmla="*/ 2155211 h 2155210"/>
                <a:gd name="connsiteX9" fmla="*/ 0 w 330928"/>
                <a:gd name="connsiteY9" fmla="*/ 2152431 h 2155210"/>
                <a:gd name="connsiteX10" fmla="*/ 136202 w 330928"/>
                <a:gd name="connsiteY10" fmla="*/ 2119883 h 2155210"/>
                <a:gd name="connsiteX11" fmla="*/ 163822 w 330928"/>
                <a:gd name="connsiteY11" fmla="*/ 2104030 h 2155210"/>
                <a:gd name="connsiteX12" fmla="*/ 237525 w 330928"/>
                <a:gd name="connsiteY12" fmla="*/ 1859721 h 2155210"/>
                <a:gd name="connsiteX13" fmla="*/ 219844 w 330928"/>
                <a:gd name="connsiteY13" fmla="*/ 1349456 h 2155210"/>
                <a:gd name="connsiteX14" fmla="*/ 143710 w 330928"/>
                <a:gd name="connsiteY14" fmla="*/ 1111737 h 2155210"/>
                <a:gd name="connsiteX15" fmla="*/ 136162 w 330928"/>
                <a:gd name="connsiteY15" fmla="*/ 972641 h 2155210"/>
                <a:gd name="connsiteX16" fmla="*/ 136999 w 330928"/>
                <a:gd name="connsiteY16" fmla="*/ 833351 h 2155210"/>
                <a:gd name="connsiteX17" fmla="*/ 146201 w 330928"/>
                <a:gd name="connsiteY17" fmla="*/ 694356 h 2155210"/>
                <a:gd name="connsiteX18" fmla="*/ 163748 w 330928"/>
                <a:gd name="connsiteY18" fmla="*/ 556171 h 2155210"/>
                <a:gd name="connsiteX19" fmla="*/ 221719 w 330928"/>
                <a:gd name="connsiteY19" fmla="*/ 195885 h 2155210"/>
                <a:gd name="connsiteX20" fmla="*/ 227057 w 330928"/>
                <a:gd name="connsiteY20" fmla="*/ 7284 h 215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0928" h="2155210">
                  <a:moveTo>
                    <a:pt x="227057" y="7284"/>
                  </a:moveTo>
                  <a:cubicBezTo>
                    <a:pt x="252661" y="5449"/>
                    <a:pt x="281526" y="-2119"/>
                    <a:pt x="306668" y="573"/>
                  </a:cubicBezTo>
                  <a:cubicBezTo>
                    <a:pt x="328936" y="33718"/>
                    <a:pt x="305563" y="141115"/>
                    <a:pt x="297707" y="181285"/>
                  </a:cubicBezTo>
                  <a:cubicBezTo>
                    <a:pt x="247350" y="438741"/>
                    <a:pt x="178388" y="641703"/>
                    <a:pt x="183894" y="910792"/>
                  </a:cubicBezTo>
                  <a:cubicBezTo>
                    <a:pt x="186291" y="1027793"/>
                    <a:pt x="206008" y="1160138"/>
                    <a:pt x="254811" y="1266657"/>
                  </a:cubicBezTo>
                  <a:cubicBezTo>
                    <a:pt x="276570" y="1314161"/>
                    <a:pt x="313371" y="1358370"/>
                    <a:pt x="323739" y="1410207"/>
                  </a:cubicBezTo>
                  <a:cubicBezTo>
                    <a:pt x="348586" y="1534488"/>
                    <a:pt x="304692" y="1910319"/>
                    <a:pt x="258327" y="2025786"/>
                  </a:cubicBezTo>
                  <a:cubicBezTo>
                    <a:pt x="244986" y="2058998"/>
                    <a:pt x="225825" y="2093013"/>
                    <a:pt x="195272" y="2113045"/>
                  </a:cubicBezTo>
                  <a:cubicBezTo>
                    <a:pt x="144560" y="2146297"/>
                    <a:pt x="65519" y="2151768"/>
                    <a:pt x="6215" y="2155211"/>
                  </a:cubicBezTo>
                  <a:lnTo>
                    <a:pt x="0" y="2152431"/>
                  </a:lnTo>
                  <a:cubicBezTo>
                    <a:pt x="41175" y="2134469"/>
                    <a:pt x="92503" y="2135139"/>
                    <a:pt x="136202" y="2119883"/>
                  </a:cubicBezTo>
                  <a:cubicBezTo>
                    <a:pt x="146228" y="2116045"/>
                    <a:pt x="155691" y="2111143"/>
                    <a:pt x="163822" y="2104030"/>
                  </a:cubicBezTo>
                  <a:cubicBezTo>
                    <a:pt x="220816" y="2054156"/>
                    <a:pt x="234170" y="1931622"/>
                    <a:pt x="237525" y="1859721"/>
                  </a:cubicBezTo>
                  <a:cubicBezTo>
                    <a:pt x="253230" y="1695925"/>
                    <a:pt x="268708" y="1508456"/>
                    <a:pt x="219844" y="1349456"/>
                  </a:cubicBezTo>
                  <a:cubicBezTo>
                    <a:pt x="195473" y="1270174"/>
                    <a:pt x="151459" y="1195640"/>
                    <a:pt x="143710" y="1111737"/>
                  </a:cubicBezTo>
                  <a:cubicBezTo>
                    <a:pt x="139798" y="1065452"/>
                    <a:pt x="137280" y="1019087"/>
                    <a:pt x="136162" y="972641"/>
                  </a:cubicBezTo>
                  <a:cubicBezTo>
                    <a:pt x="135044" y="926202"/>
                    <a:pt x="135325" y="879770"/>
                    <a:pt x="136999" y="833351"/>
                  </a:cubicBezTo>
                  <a:cubicBezTo>
                    <a:pt x="138674" y="786926"/>
                    <a:pt x="141741" y="740594"/>
                    <a:pt x="146201" y="694356"/>
                  </a:cubicBezTo>
                  <a:cubicBezTo>
                    <a:pt x="150668" y="648118"/>
                    <a:pt x="156515" y="602054"/>
                    <a:pt x="163748" y="556171"/>
                  </a:cubicBezTo>
                  <a:cubicBezTo>
                    <a:pt x="182293" y="435520"/>
                    <a:pt x="208412" y="317461"/>
                    <a:pt x="221719" y="195885"/>
                  </a:cubicBezTo>
                  <a:cubicBezTo>
                    <a:pt x="234284" y="134779"/>
                    <a:pt x="232241" y="69086"/>
                    <a:pt x="227057" y="728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BA89358F-F45A-E159-A60E-791F18AB007F}"/>
                </a:ext>
              </a:extLst>
            </p:cNvPr>
            <p:cNvSpPr/>
            <p:nvPr/>
          </p:nvSpPr>
          <p:spPr>
            <a:xfrm>
              <a:off x="1575695" y="3384276"/>
              <a:ext cx="72569" cy="87897"/>
            </a:xfrm>
            <a:custGeom>
              <a:avLst/>
              <a:gdLst>
                <a:gd name="connsiteX0" fmla="*/ 5358 w 72569"/>
                <a:gd name="connsiteY0" fmla="*/ 7597 h 87897"/>
                <a:gd name="connsiteX1" fmla="*/ 56853 w 72569"/>
                <a:gd name="connsiteY1" fmla="*/ 2909 h 87897"/>
                <a:gd name="connsiteX2" fmla="*/ 71326 w 72569"/>
                <a:gd name="connsiteY2" fmla="*/ 20221 h 87897"/>
                <a:gd name="connsiteX3" fmla="*/ 60175 w 72569"/>
                <a:gd name="connsiteY3" fmla="*/ 66613 h 87897"/>
                <a:gd name="connsiteX4" fmla="*/ 29930 w 72569"/>
                <a:gd name="connsiteY4" fmla="*/ 87556 h 87897"/>
                <a:gd name="connsiteX5" fmla="*/ 0 w 72569"/>
                <a:gd name="connsiteY5" fmla="*/ 77583 h 87897"/>
                <a:gd name="connsiteX6" fmla="*/ 1306 w 72569"/>
                <a:gd name="connsiteY6" fmla="*/ 75152 h 87897"/>
                <a:gd name="connsiteX7" fmla="*/ 5358 w 72569"/>
                <a:gd name="connsiteY7" fmla="*/ 7597 h 8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569" h="87897">
                  <a:moveTo>
                    <a:pt x="5358" y="7597"/>
                  </a:moveTo>
                  <a:cubicBezTo>
                    <a:pt x="20078" y="2507"/>
                    <a:pt x="41871" y="-3795"/>
                    <a:pt x="56853" y="2909"/>
                  </a:cubicBezTo>
                  <a:cubicBezTo>
                    <a:pt x="64294" y="6237"/>
                    <a:pt x="69256" y="12352"/>
                    <a:pt x="71326" y="20221"/>
                  </a:cubicBezTo>
                  <a:cubicBezTo>
                    <a:pt x="75391" y="35672"/>
                    <a:pt x="68915" y="53929"/>
                    <a:pt x="60175" y="66613"/>
                  </a:cubicBezTo>
                  <a:cubicBezTo>
                    <a:pt x="53230" y="76699"/>
                    <a:pt x="42427" y="85767"/>
                    <a:pt x="29930" y="87556"/>
                  </a:cubicBezTo>
                  <a:cubicBezTo>
                    <a:pt x="18116" y="89250"/>
                    <a:pt x="9028" y="84448"/>
                    <a:pt x="0" y="77583"/>
                  </a:cubicBezTo>
                  <a:cubicBezTo>
                    <a:pt x="435" y="76773"/>
                    <a:pt x="918" y="75989"/>
                    <a:pt x="1306" y="75152"/>
                  </a:cubicBezTo>
                  <a:cubicBezTo>
                    <a:pt x="11345" y="53600"/>
                    <a:pt x="13348" y="30100"/>
                    <a:pt x="5358" y="7597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C867EC78-DBE1-B6CE-345C-5B1B9C68021F}"/>
                </a:ext>
              </a:extLst>
            </p:cNvPr>
            <p:cNvSpPr/>
            <p:nvPr/>
          </p:nvSpPr>
          <p:spPr>
            <a:xfrm>
              <a:off x="1678943" y="3385222"/>
              <a:ext cx="45632" cy="188601"/>
            </a:xfrm>
            <a:custGeom>
              <a:avLst/>
              <a:gdLst>
                <a:gd name="connsiteX0" fmla="*/ 36249 w 45632"/>
                <a:gd name="connsiteY0" fmla="*/ 188602 h 188601"/>
                <a:gd name="connsiteX1" fmla="*/ 33698 w 45632"/>
                <a:gd name="connsiteY1" fmla="*/ 168001 h 188601"/>
                <a:gd name="connsiteX2" fmla="*/ 1035 w 45632"/>
                <a:gd name="connsiteY2" fmla="*/ 3329 h 188601"/>
                <a:gd name="connsiteX3" fmla="*/ 21180 w 45632"/>
                <a:gd name="connsiteY3" fmla="*/ 1748 h 188601"/>
                <a:gd name="connsiteX4" fmla="*/ 34086 w 45632"/>
                <a:gd name="connsiteY4" fmla="*/ 13950 h 188601"/>
                <a:gd name="connsiteX5" fmla="*/ 36999 w 45632"/>
                <a:gd name="connsiteY5" fmla="*/ 19603 h 188601"/>
                <a:gd name="connsiteX6" fmla="*/ 41306 w 45632"/>
                <a:gd name="connsiteY6" fmla="*/ 3154 h 188601"/>
                <a:gd name="connsiteX7" fmla="*/ 41587 w 45632"/>
                <a:gd name="connsiteY7" fmla="*/ 0 h 188601"/>
                <a:gd name="connsiteX8" fmla="*/ 36249 w 45632"/>
                <a:gd name="connsiteY8" fmla="*/ 188602 h 18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632" h="188601">
                  <a:moveTo>
                    <a:pt x="36249" y="188602"/>
                  </a:moveTo>
                  <a:cubicBezTo>
                    <a:pt x="36377" y="181556"/>
                    <a:pt x="36490" y="174611"/>
                    <a:pt x="33698" y="168001"/>
                  </a:cubicBezTo>
                  <a:cubicBezTo>
                    <a:pt x="19566" y="134535"/>
                    <a:pt x="-5381" y="38215"/>
                    <a:pt x="1035" y="3329"/>
                  </a:cubicBezTo>
                  <a:cubicBezTo>
                    <a:pt x="8576" y="542"/>
                    <a:pt x="13251" y="837"/>
                    <a:pt x="21180" y="1748"/>
                  </a:cubicBezTo>
                  <a:cubicBezTo>
                    <a:pt x="27576" y="5191"/>
                    <a:pt x="30691" y="7595"/>
                    <a:pt x="34086" y="13950"/>
                  </a:cubicBezTo>
                  <a:cubicBezTo>
                    <a:pt x="35091" y="15819"/>
                    <a:pt x="36028" y="17714"/>
                    <a:pt x="36999" y="19603"/>
                  </a:cubicBezTo>
                  <a:cubicBezTo>
                    <a:pt x="40837" y="13569"/>
                    <a:pt x="40650" y="10072"/>
                    <a:pt x="41306" y="3154"/>
                  </a:cubicBezTo>
                  <a:lnTo>
                    <a:pt x="41587" y="0"/>
                  </a:lnTo>
                  <a:cubicBezTo>
                    <a:pt x="46771" y="61803"/>
                    <a:pt x="48813" y="127496"/>
                    <a:pt x="36249" y="188602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996E691-A8AF-9410-A4F4-90784FC449F9}"/>
                </a:ext>
              </a:extLst>
            </p:cNvPr>
            <p:cNvSpPr/>
            <p:nvPr/>
          </p:nvSpPr>
          <p:spPr>
            <a:xfrm>
              <a:off x="187064" y="3387553"/>
              <a:ext cx="251191" cy="1440045"/>
            </a:xfrm>
            <a:custGeom>
              <a:avLst/>
              <a:gdLst>
                <a:gd name="connsiteX0" fmla="*/ 0 w 251191"/>
                <a:gd name="connsiteY0" fmla="*/ 0 h 1440045"/>
                <a:gd name="connsiteX1" fmla="*/ 89000 w 251191"/>
                <a:gd name="connsiteY1" fmla="*/ 8833 h 1440045"/>
                <a:gd name="connsiteX2" fmla="*/ 90225 w 251191"/>
                <a:gd name="connsiteY2" fmla="*/ 14285 h 1440045"/>
                <a:gd name="connsiteX3" fmla="*/ 86669 w 251191"/>
                <a:gd name="connsiteY3" fmla="*/ 220963 h 1440045"/>
                <a:gd name="connsiteX4" fmla="*/ 153126 w 251191"/>
                <a:gd name="connsiteY4" fmla="*/ 482913 h 1440045"/>
                <a:gd name="connsiteX5" fmla="*/ 155403 w 251191"/>
                <a:gd name="connsiteY5" fmla="*/ 482103 h 1440045"/>
                <a:gd name="connsiteX6" fmla="*/ 184563 w 251191"/>
                <a:gd name="connsiteY6" fmla="*/ 603558 h 1440045"/>
                <a:gd name="connsiteX7" fmla="*/ 235275 w 251191"/>
                <a:gd name="connsiteY7" fmla="*/ 839335 h 1440045"/>
                <a:gd name="connsiteX8" fmla="*/ 235462 w 251191"/>
                <a:gd name="connsiteY8" fmla="*/ 890368 h 1440045"/>
                <a:gd name="connsiteX9" fmla="*/ 245850 w 251191"/>
                <a:gd name="connsiteY9" fmla="*/ 994591 h 1440045"/>
                <a:gd name="connsiteX10" fmla="*/ 249346 w 251191"/>
                <a:gd name="connsiteY10" fmla="*/ 1111800 h 1440045"/>
                <a:gd name="connsiteX11" fmla="*/ 213730 w 251191"/>
                <a:gd name="connsiteY11" fmla="*/ 1207216 h 1440045"/>
                <a:gd name="connsiteX12" fmla="*/ 135084 w 251191"/>
                <a:gd name="connsiteY12" fmla="*/ 1440046 h 1440045"/>
                <a:gd name="connsiteX13" fmla="*/ 127040 w 251191"/>
                <a:gd name="connsiteY13" fmla="*/ 1437180 h 1440045"/>
                <a:gd name="connsiteX14" fmla="*/ 15712 w 251191"/>
                <a:gd name="connsiteY14" fmla="*/ 1430777 h 1440045"/>
                <a:gd name="connsiteX15" fmla="*/ 76597 w 251191"/>
                <a:gd name="connsiteY15" fmla="*/ 1256427 h 1440045"/>
                <a:gd name="connsiteX16" fmla="*/ 97084 w 251191"/>
                <a:gd name="connsiteY16" fmla="*/ 1195047 h 1440045"/>
                <a:gd name="connsiteX17" fmla="*/ 113679 w 251191"/>
                <a:gd name="connsiteY17" fmla="*/ 1132508 h 1440045"/>
                <a:gd name="connsiteX18" fmla="*/ 126331 w 251191"/>
                <a:gd name="connsiteY18" fmla="*/ 1069044 h 1440045"/>
                <a:gd name="connsiteX19" fmla="*/ 134977 w 251191"/>
                <a:gd name="connsiteY19" fmla="*/ 1004918 h 1440045"/>
                <a:gd name="connsiteX20" fmla="*/ 45535 w 251191"/>
                <a:gd name="connsiteY20" fmla="*/ 296675 h 1440045"/>
                <a:gd name="connsiteX21" fmla="*/ 0 w 251191"/>
                <a:gd name="connsiteY21" fmla="*/ 0 h 144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1191" h="1440045">
                  <a:moveTo>
                    <a:pt x="0" y="0"/>
                  </a:moveTo>
                  <a:cubicBezTo>
                    <a:pt x="29187" y="2009"/>
                    <a:pt x="60416" y="2712"/>
                    <a:pt x="89000" y="8833"/>
                  </a:cubicBezTo>
                  <a:lnTo>
                    <a:pt x="90225" y="14285"/>
                  </a:lnTo>
                  <a:cubicBezTo>
                    <a:pt x="53678" y="64448"/>
                    <a:pt x="77501" y="162275"/>
                    <a:pt x="86669" y="220963"/>
                  </a:cubicBezTo>
                  <a:cubicBezTo>
                    <a:pt x="100667" y="310565"/>
                    <a:pt x="123712" y="397302"/>
                    <a:pt x="153126" y="482913"/>
                  </a:cubicBezTo>
                  <a:lnTo>
                    <a:pt x="155403" y="482103"/>
                  </a:lnTo>
                  <a:cubicBezTo>
                    <a:pt x="169334" y="519688"/>
                    <a:pt x="175308" y="564278"/>
                    <a:pt x="184563" y="603558"/>
                  </a:cubicBezTo>
                  <a:cubicBezTo>
                    <a:pt x="201032" y="673444"/>
                    <a:pt x="234953" y="769630"/>
                    <a:pt x="235275" y="839335"/>
                  </a:cubicBezTo>
                  <a:cubicBezTo>
                    <a:pt x="234531" y="851785"/>
                    <a:pt x="240325" y="881454"/>
                    <a:pt x="235462" y="890368"/>
                  </a:cubicBezTo>
                  <a:cubicBezTo>
                    <a:pt x="229823" y="918885"/>
                    <a:pt x="242307" y="965391"/>
                    <a:pt x="245850" y="994591"/>
                  </a:cubicBezTo>
                  <a:cubicBezTo>
                    <a:pt x="250397" y="1032096"/>
                    <a:pt x="253264" y="1074141"/>
                    <a:pt x="249346" y="1111800"/>
                  </a:cubicBezTo>
                  <a:cubicBezTo>
                    <a:pt x="246031" y="1143739"/>
                    <a:pt x="224626" y="1176897"/>
                    <a:pt x="213730" y="1207216"/>
                  </a:cubicBezTo>
                  <a:cubicBezTo>
                    <a:pt x="186150" y="1283919"/>
                    <a:pt x="157506" y="1361675"/>
                    <a:pt x="135084" y="1440046"/>
                  </a:cubicBezTo>
                  <a:lnTo>
                    <a:pt x="127040" y="1437180"/>
                  </a:lnTo>
                  <a:cubicBezTo>
                    <a:pt x="88611" y="1440689"/>
                    <a:pt x="55741" y="1423979"/>
                    <a:pt x="15712" y="1430777"/>
                  </a:cubicBezTo>
                  <a:cubicBezTo>
                    <a:pt x="21264" y="1367059"/>
                    <a:pt x="55078" y="1315209"/>
                    <a:pt x="76597" y="1256427"/>
                  </a:cubicBezTo>
                  <a:cubicBezTo>
                    <a:pt x="84064" y="1236181"/>
                    <a:pt x="90895" y="1215721"/>
                    <a:pt x="97084" y="1195047"/>
                  </a:cubicBezTo>
                  <a:cubicBezTo>
                    <a:pt x="103265" y="1174372"/>
                    <a:pt x="108797" y="1153530"/>
                    <a:pt x="113679" y="1132508"/>
                  </a:cubicBezTo>
                  <a:cubicBezTo>
                    <a:pt x="118562" y="1111485"/>
                    <a:pt x="122774" y="1090335"/>
                    <a:pt x="126331" y="1069044"/>
                  </a:cubicBezTo>
                  <a:cubicBezTo>
                    <a:pt x="129880" y="1047760"/>
                    <a:pt x="132760" y="1026383"/>
                    <a:pt x="134977" y="1004918"/>
                  </a:cubicBezTo>
                  <a:cubicBezTo>
                    <a:pt x="159803" y="764191"/>
                    <a:pt x="93065" y="529995"/>
                    <a:pt x="45535" y="296675"/>
                  </a:cubicBezTo>
                  <a:cubicBezTo>
                    <a:pt x="26200" y="198420"/>
                    <a:pt x="11017" y="99528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9A3736"/>
                </a:gs>
                <a:gs pos="50000">
                  <a:srgbClr val="A84241"/>
                </a:gs>
                <a:gs pos="100000">
                  <a:srgbClr val="B64D4C"/>
                </a:gs>
              </a:gsLst>
              <a:lin ang="1181115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E6388022-155E-1A99-C0AC-FC25095B5544}"/>
                </a:ext>
              </a:extLst>
            </p:cNvPr>
            <p:cNvSpPr/>
            <p:nvPr/>
          </p:nvSpPr>
          <p:spPr>
            <a:xfrm>
              <a:off x="1559419" y="3391873"/>
              <a:ext cx="26557" cy="69986"/>
            </a:xfrm>
            <a:custGeom>
              <a:avLst/>
              <a:gdLst>
                <a:gd name="connsiteX0" fmla="*/ 16276 w 26557"/>
                <a:gd name="connsiteY0" fmla="*/ 69987 h 69986"/>
                <a:gd name="connsiteX1" fmla="*/ 10047 w 26557"/>
                <a:gd name="connsiteY1" fmla="*/ 62218 h 69986"/>
                <a:gd name="connsiteX2" fmla="*/ 972 w 26557"/>
                <a:gd name="connsiteY2" fmla="*/ 24894 h 69986"/>
                <a:gd name="connsiteX3" fmla="*/ 21633 w 26557"/>
                <a:gd name="connsiteY3" fmla="*/ 0 h 69986"/>
                <a:gd name="connsiteX4" fmla="*/ 17582 w 26557"/>
                <a:gd name="connsiteY4" fmla="*/ 67556 h 69986"/>
                <a:gd name="connsiteX5" fmla="*/ 16276 w 26557"/>
                <a:gd name="connsiteY5" fmla="*/ 69987 h 6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7" h="69986">
                  <a:moveTo>
                    <a:pt x="16276" y="69987"/>
                  </a:moveTo>
                  <a:cubicBezTo>
                    <a:pt x="12753" y="65901"/>
                    <a:pt x="12512" y="65955"/>
                    <a:pt x="10047" y="62218"/>
                  </a:cubicBezTo>
                  <a:cubicBezTo>
                    <a:pt x="2606" y="50933"/>
                    <a:pt x="-2148" y="38509"/>
                    <a:pt x="972" y="24894"/>
                  </a:cubicBezTo>
                  <a:cubicBezTo>
                    <a:pt x="3852" y="12343"/>
                    <a:pt x="11721" y="6798"/>
                    <a:pt x="21633" y="0"/>
                  </a:cubicBezTo>
                  <a:cubicBezTo>
                    <a:pt x="29623" y="22503"/>
                    <a:pt x="27621" y="46004"/>
                    <a:pt x="17582" y="67556"/>
                  </a:cubicBezTo>
                  <a:cubicBezTo>
                    <a:pt x="17193" y="68393"/>
                    <a:pt x="16711" y="69176"/>
                    <a:pt x="16276" y="69987"/>
                  </a:cubicBezTo>
                  <a:close/>
                </a:path>
              </a:pathLst>
            </a:custGeom>
            <a:solidFill>
              <a:srgbClr val="FF5D3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86806022-5C88-3948-DD3E-BC31B8E7E9B7}"/>
                </a:ext>
              </a:extLst>
            </p:cNvPr>
            <p:cNvSpPr/>
            <p:nvPr/>
          </p:nvSpPr>
          <p:spPr>
            <a:xfrm>
              <a:off x="286578" y="3397536"/>
              <a:ext cx="145323" cy="854044"/>
            </a:xfrm>
            <a:custGeom>
              <a:avLst/>
              <a:gdLst>
                <a:gd name="connsiteX0" fmla="*/ 0 w 145323"/>
                <a:gd name="connsiteY0" fmla="*/ 20295 h 854044"/>
                <a:gd name="connsiteX1" fmla="*/ 5043 w 145323"/>
                <a:gd name="connsiteY1" fmla="*/ 2547 h 854044"/>
                <a:gd name="connsiteX2" fmla="*/ 58474 w 145323"/>
                <a:gd name="connsiteY2" fmla="*/ 4061 h 854044"/>
                <a:gd name="connsiteX3" fmla="*/ 108583 w 145323"/>
                <a:gd name="connsiteY3" fmla="*/ 444426 h 854044"/>
                <a:gd name="connsiteX4" fmla="*/ 133269 w 145323"/>
                <a:gd name="connsiteY4" fmla="*/ 543981 h 854044"/>
                <a:gd name="connsiteX5" fmla="*/ 138366 w 145323"/>
                <a:gd name="connsiteY5" fmla="*/ 553049 h 854044"/>
                <a:gd name="connsiteX6" fmla="*/ 125976 w 145323"/>
                <a:gd name="connsiteY6" fmla="*/ 647447 h 854044"/>
                <a:gd name="connsiteX7" fmla="*/ 141473 w 145323"/>
                <a:gd name="connsiteY7" fmla="*/ 854044 h 854044"/>
                <a:gd name="connsiteX8" fmla="*/ 140107 w 145323"/>
                <a:gd name="connsiteY8" fmla="*/ 847421 h 854044"/>
                <a:gd name="connsiteX9" fmla="*/ 139524 w 145323"/>
                <a:gd name="connsiteY9" fmla="*/ 849544 h 854044"/>
                <a:gd name="connsiteX10" fmla="*/ 135760 w 145323"/>
                <a:gd name="connsiteY10" fmla="*/ 829351 h 854044"/>
                <a:gd name="connsiteX11" fmla="*/ 85049 w 145323"/>
                <a:gd name="connsiteY11" fmla="*/ 593575 h 854044"/>
                <a:gd name="connsiteX12" fmla="*/ 55889 w 145323"/>
                <a:gd name="connsiteY12" fmla="*/ 472120 h 854044"/>
                <a:gd name="connsiteX13" fmla="*/ 0 w 145323"/>
                <a:gd name="connsiteY13" fmla="*/ 20295 h 85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5323" h="854044">
                  <a:moveTo>
                    <a:pt x="0" y="20295"/>
                  </a:moveTo>
                  <a:cubicBezTo>
                    <a:pt x="462" y="12935"/>
                    <a:pt x="161" y="8360"/>
                    <a:pt x="5043" y="2547"/>
                  </a:cubicBezTo>
                  <a:cubicBezTo>
                    <a:pt x="20809" y="-3246"/>
                    <a:pt x="41825" y="2427"/>
                    <a:pt x="58474" y="4061"/>
                  </a:cubicBezTo>
                  <a:cubicBezTo>
                    <a:pt x="59619" y="154649"/>
                    <a:pt x="80689" y="296912"/>
                    <a:pt x="108583" y="444426"/>
                  </a:cubicBezTo>
                  <a:cubicBezTo>
                    <a:pt x="114209" y="474169"/>
                    <a:pt x="116686" y="519395"/>
                    <a:pt x="133269" y="543981"/>
                  </a:cubicBezTo>
                  <a:cubicBezTo>
                    <a:pt x="134227" y="545394"/>
                    <a:pt x="137348" y="551174"/>
                    <a:pt x="138366" y="553049"/>
                  </a:cubicBezTo>
                  <a:cubicBezTo>
                    <a:pt x="130007" y="584875"/>
                    <a:pt x="125366" y="614450"/>
                    <a:pt x="125976" y="647447"/>
                  </a:cubicBezTo>
                  <a:cubicBezTo>
                    <a:pt x="126726" y="688146"/>
                    <a:pt x="155504" y="828267"/>
                    <a:pt x="141473" y="854044"/>
                  </a:cubicBezTo>
                  <a:lnTo>
                    <a:pt x="140107" y="847421"/>
                  </a:lnTo>
                  <a:lnTo>
                    <a:pt x="139524" y="849544"/>
                  </a:lnTo>
                  <a:lnTo>
                    <a:pt x="135760" y="829351"/>
                  </a:lnTo>
                  <a:cubicBezTo>
                    <a:pt x="135439" y="759647"/>
                    <a:pt x="101517" y="663461"/>
                    <a:pt x="85049" y="593575"/>
                  </a:cubicBezTo>
                  <a:cubicBezTo>
                    <a:pt x="75793" y="554295"/>
                    <a:pt x="69819" y="509705"/>
                    <a:pt x="55889" y="472120"/>
                  </a:cubicBezTo>
                  <a:cubicBezTo>
                    <a:pt x="32556" y="320574"/>
                    <a:pt x="10488" y="173569"/>
                    <a:pt x="0" y="20295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241BD4-B8F5-AAB4-0DD6-3702E0D3BC54}"/>
                </a:ext>
              </a:extLst>
            </p:cNvPr>
            <p:cNvSpPr/>
            <p:nvPr/>
          </p:nvSpPr>
          <p:spPr>
            <a:xfrm>
              <a:off x="345052" y="3401597"/>
              <a:ext cx="85011" cy="548988"/>
            </a:xfrm>
            <a:custGeom>
              <a:avLst/>
              <a:gdLst>
                <a:gd name="connsiteX0" fmla="*/ 0 w 85011"/>
                <a:gd name="connsiteY0" fmla="*/ 0 h 548988"/>
                <a:gd name="connsiteX1" fmla="*/ 67482 w 85011"/>
                <a:gd name="connsiteY1" fmla="*/ 6309 h 548988"/>
                <a:gd name="connsiteX2" fmla="*/ 34839 w 85011"/>
                <a:gd name="connsiteY2" fmla="*/ 8572 h 548988"/>
                <a:gd name="connsiteX3" fmla="*/ 65553 w 85011"/>
                <a:gd name="connsiteY3" fmla="*/ 383914 h 548988"/>
                <a:gd name="connsiteX4" fmla="*/ 83642 w 85011"/>
                <a:gd name="connsiteY4" fmla="*/ 520813 h 548988"/>
                <a:gd name="connsiteX5" fmla="*/ 79892 w 85011"/>
                <a:gd name="connsiteY5" fmla="*/ 548988 h 548988"/>
                <a:gd name="connsiteX6" fmla="*/ 74795 w 85011"/>
                <a:gd name="connsiteY6" fmla="*/ 539920 h 548988"/>
                <a:gd name="connsiteX7" fmla="*/ 50109 w 85011"/>
                <a:gd name="connsiteY7" fmla="*/ 440365 h 548988"/>
                <a:gd name="connsiteX8" fmla="*/ 0 w 85011"/>
                <a:gd name="connsiteY8" fmla="*/ 0 h 54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011" h="548988">
                  <a:moveTo>
                    <a:pt x="0" y="0"/>
                  </a:moveTo>
                  <a:cubicBezTo>
                    <a:pt x="22148" y="2023"/>
                    <a:pt x="45662" y="2424"/>
                    <a:pt x="67482" y="6309"/>
                  </a:cubicBezTo>
                  <a:lnTo>
                    <a:pt x="34839" y="8572"/>
                  </a:lnTo>
                  <a:cubicBezTo>
                    <a:pt x="10635" y="43492"/>
                    <a:pt x="56806" y="330725"/>
                    <a:pt x="65553" y="383914"/>
                  </a:cubicBezTo>
                  <a:cubicBezTo>
                    <a:pt x="70964" y="416831"/>
                    <a:pt x="90272" y="491171"/>
                    <a:pt x="83642" y="520813"/>
                  </a:cubicBezTo>
                  <a:lnTo>
                    <a:pt x="79892" y="548988"/>
                  </a:lnTo>
                  <a:cubicBezTo>
                    <a:pt x="78874" y="547113"/>
                    <a:pt x="75753" y="541333"/>
                    <a:pt x="74795" y="539920"/>
                  </a:cubicBezTo>
                  <a:cubicBezTo>
                    <a:pt x="58213" y="515334"/>
                    <a:pt x="55735" y="470108"/>
                    <a:pt x="50109" y="440365"/>
                  </a:cubicBezTo>
                  <a:cubicBezTo>
                    <a:pt x="22215" y="292851"/>
                    <a:pt x="1145" y="150588"/>
                    <a:pt x="0" y="0"/>
                  </a:cubicBezTo>
                  <a:close/>
                </a:path>
              </a:pathLst>
            </a:custGeom>
            <a:solidFill>
              <a:srgbClr val="EFC2BE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8C8E0795-182C-648A-E0F4-F1276B05E478}"/>
                </a:ext>
              </a:extLst>
            </p:cNvPr>
            <p:cNvSpPr/>
            <p:nvPr/>
          </p:nvSpPr>
          <p:spPr>
            <a:xfrm>
              <a:off x="257607" y="3401838"/>
              <a:ext cx="84859" cy="468627"/>
            </a:xfrm>
            <a:custGeom>
              <a:avLst/>
              <a:gdLst>
                <a:gd name="connsiteX0" fmla="*/ 19682 w 84859"/>
                <a:gd name="connsiteY0" fmla="*/ 0 h 468627"/>
                <a:gd name="connsiteX1" fmla="*/ 28971 w 84859"/>
                <a:gd name="connsiteY1" fmla="*/ 15993 h 468627"/>
                <a:gd name="connsiteX2" fmla="*/ 84860 w 84859"/>
                <a:gd name="connsiteY2" fmla="*/ 467817 h 468627"/>
                <a:gd name="connsiteX3" fmla="*/ 82583 w 84859"/>
                <a:gd name="connsiteY3" fmla="*/ 468628 h 468627"/>
                <a:gd name="connsiteX4" fmla="*/ 16126 w 84859"/>
                <a:gd name="connsiteY4" fmla="*/ 206678 h 468627"/>
                <a:gd name="connsiteX5" fmla="*/ 19682 w 84859"/>
                <a:gd name="connsiteY5" fmla="*/ 0 h 46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859" h="468627">
                  <a:moveTo>
                    <a:pt x="19682" y="0"/>
                  </a:moveTo>
                  <a:cubicBezTo>
                    <a:pt x="25241" y="5257"/>
                    <a:pt x="26761" y="8713"/>
                    <a:pt x="28971" y="15993"/>
                  </a:cubicBezTo>
                  <a:cubicBezTo>
                    <a:pt x="39459" y="169267"/>
                    <a:pt x="61527" y="316272"/>
                    <a:pt x="84860" y="467817"/>
                  </a:cubicBezTo>
                  <a:lnTo>
                    <a:pt x="82583" y="468628"/>
                  </a:lnTo>
                  <a:cubicBezTo>
                    <a:pt x="53169" y="383017"/>
                    <a:pt x="30123" y="296280"/>
                    <a:pt x="16126" y="206678"/>
                  </a:cubicBezTo>
                  <a:cubicBezTo>
                    <a:pt x="6957" y="147989"/>
                    <a:pt x="-16865" y="50162"/>
                    <a:pt x="19682" y="0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9DA95C35-6A0A-8768-C9E8-B1206544026F}"/>
                </a:ext>
              </a:extLst>
            </p:cNvPr>
            <p:cNvSpPr/>
            <p:nvPr/>
          </p:nvSpPr>
          <p:spPr>
            <a:xfrm>
              <a:off x="372950" y="3407906"/>
              <a:ext cx="140930" cy="963200"/>
            </a:xfrm>
            <a:custGeom>
              <a:avLst/>
              <a:gdLst>
                <a:gd name="connsiteX0" fmla="*/ 55745 w 140930"/>
                <a:gd name="connsiteY0" fmla="*/ 514504 h 963200"/>
                <a:gd name="connsiteX1" fmla="*/ 37656 w 140930"/>
                <a:gd name="connsiteY1" fmla="*/ 377605 h 963200"/>
                <a:gd name="connsiteX2" fmla="*/ 6942 w 140930"/>
                <a:gd name="connsiteY2" fmla="*/ 2263 h 963200"/>
                <a:gd name="connsiteX3" fmla="*/ 39584 w 140930"/>
                <a:gd name="connsiteY3" fmla="*/ 0 h 963200"/>
                <a:gd name="connsiteX4" fmla="*/ 85494 w 140930"/>
                <a:gd name="connsiteY4" fmla="*/ 368 h 963200"/>
                <a:gd name="connsiteX5" fmla="*/ 104776 w 140930"/>
                <a:gd name="connsiteY5" fmla="*/ 3496 h 963200"/>
                <a:gd name="connsiteX6" fmla="*/ 100717 w 140930"/>
                <a:gd name="connsiteY6" fmla="*/ 47115 h 963200"/>
                <a:gd name="connsiteX7" fmla="*/ 95908 w 140930"/>
                <a:gd name="connsiteY7" fmla="*/ 163795 h 963200"/>
                <a:gd name="connsiteX8" fmla="*/ 123414 w 140930"/>
                <a:gd name="connsiteY8" fmla="*/ 470503 h 963200"/>
                <a:gd name="connsiteX9" fmla="*/ 137947 w 140930"/>
                <a:gd name="connsiteY9" fmla="*/ 690555 h 963200"/>
                <a:gd name="connsiteX10" fmla="*/ 140090 w 140930"/>
                <a:gd name="connsiteY10" fmla="*/ 802433 h 963200"/>
                <a:gd name="connsiteX11" fmla="*/ 135590 w 140930"/>
                <a:gd name="connsiteY11" fmla="*/ 929822 h 963200"/>
                <a:gd name="connsiteX12" fmla="*/ 128845 w 140930"/>
                <a:gd name="connsiteY12" fmla="*/ 956570 h 963200"/>
                <a:gd name="connsiteX13" fmla="*/ 127627 w 140930"/>
                <a:gd name="connsiteY13" fmla="*/ 963200 h 963200"/>
                <a:gd name="connsiteX14" fmla="*/ 115645 w 140930"/>
                <a:gd name="connsiteY14" fmla="*/ 942774 h 963200"/>
                <a:gd name="connsiteX15" fmla="*/ 108010 w 140930"/>
                <a:gd name="connsiteY15" fmla="*/ 943236 h 963200"/>
                <a:gd name="connsiteX16" fmla="*/ 105017 w 140930"/>
                <a:gd name="connsiteY16" fmla="*/ 957200 h 963200"/>
                <a:gd name="connsiteX17" fmla="*/ 96960 w 140930"/>
                <a:gd name="connsiteY17" fmla="*/ 826482 h 963200"/>
                <a:gd name="connsiteX18" fmla="*/ 96411 w 140930"/>
                <a:gd name="connsiteY18" fmla="*/ 822880 h 963200"/>
                <a:gd name="connsiteX19" fmla="*/ 55745 w 140930"/>
                <a:gd name="connsiteY19" fmla="*/ 514504 h 96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0930" h="963200">
                  <a:moveTo>
                    <a:pt x="55745" y="514504"/>
                  </a:moveTo>
                  <a:cubicBezTo>
                    <a:pt x="62375" y="484862"/>
                    <a:pt x="43067" y="410522"/>
                    <a:pt x="37656" y="377605"/>
                  </a:cubicBezTo>
                  <a:cubicBezTo>
                    <a:pt x="28909" y="324416"/>
                    <a:pt x="-17262" y="37183"/>
                    <a:pt x="6942" y="2263"/>
                  </a:cubicBezTo>
                  <a:lnTo>
                    <a:pt x="39584" y="0"/>
                  </a:lnTo>
                  <a:lnTo>
                    <a:pt x="85494" y="368"/>
                  </a:lnTo>
                  <a:lnTo>
                    <a:pt x="104776" y="3496"/>
                  </a:lnTo>
                  <a:cubicBezTo>
                    <a:pt x="109993" y="13535"/>
                    <a:pt x="102398" y="35462"/>
                    <a:pt x="100717" y="47115"/>
                  </a:cubicBezTo>
                  <a:cubicBezTo>
                    <a:pt x="95185" y="85524"/>
                    <a:pt x="95299" y="125044"/>
                    <a:pt x="95908" y="163795"/>
                  </a:cubicBezTo>
                  <a:cubicBezTo>
                    <a:pt x="97529" y="266216"/>
                    <a:pt x="112638" y="368711"/>
                    <a:pt x="123414" y="470503"/>
                  </a:cubicBezTo>
                  <a:cubicBezTo>
                    <a:pt x="131029" y="543671"/>
                    <a:pt x="135871" y="617026"/>
                    <a:pt x="137947" y="690555"/>
                  </a:cubicBezTo>
                  <a:cubicBezTo>
                    <a:pt x="139153" y="727309"/>
                    <a:pt x="142474" y="765839"/>
                    <a:pt x="140090" y="802433"/>
                  </a:cubicBezTo>
                  <a:cubicBezTo>
                    <a:pt x="137800" y="826711"/>
                    <a:pt x="144484" y="915155"/>
                    <a:pt x="135590" y="929822"/>
                  </a:cubicBezTo>
                  <a:cubicBezTo>
                    <a:pt x="133038" y="938689"/>
                    <a:pt x="130553" y="947489"/>
                    <a:pt x="128845" y="956570"/>
                  </a:cubicBezTo>
                  <a:lnTo>
                    <a:pt x="127627" y="963200"/>
                  </a:lnTo>
                  <a:lnTo>
                    <a:pt x="115645" y="942774"/>
                  </a:lnTo>
                  <a:lnTo>
                    <a:pt x="108010" y="943236"/>
                  </a:lnTo>
                  <a:cubicBezTo>
                    <a:pt x="107307" y="948259"/>
                    <a:pt x="106610" y="952351"/>
                    <a:pt x="105017" y="957200"/>
                  </a:cubicBezTo>
                  <a:cubicBezTo>
                    <a:pt x="95560" y="916018"/>
                    <a:pt x="102994" y="868896"/>
                    <a:pt x="96960" y="826482"/>
                  </a:cubicBezTo>
                  <a:cubicBezTo>
                    <a:pt x="96792" y="825284"/>
                    <a:pt x="96591" y="824085"/>
                    <a:pt x="96411" y="822880"/>
                  </a:cubicBezTo>
                  <a:cubicBezTo>
                    <a:pt x="97784" y="719273"/>
                    <a:pt x="76359" y="615485"/>
                    <a:pt x="55745" y="514504"/>
                  </a:cubicBezTo>
                  <a:close/>
                </a:path>
              </a:pathLst>
            </a:custGeom>
            <a:gradFill>
              <a:gsLst>
                <a:gs pos="0">
                  <a:srgbClr val="D3B1AC"/>
                </a:gs>
                <a:gs pos="50000">
                  <a:srgbClr val="E1C6C4"/>
                </a:gs>
                <a:gs pos="100000">
                  <a:srgbClr val="F0DCDC"/>
                </a:gs>
              </a:gsLst>
              <a:lin ang="18480399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6867F69B-F77E-CF58-9B0F-EEE4E1B27445}"/>
                </a:ext>
              </a:extLst>
            </p:cNvPr>
            <p:cNvSpPr/>
            <p:nvPr/>
          </p:nvSpPr>
          <p:spPr>
            <a:xfrm>
              <a:off x="398697" y="3408235"/>
              <a:ext cx="225584" cy="1427444"/>
            </a:xfrm>
            <a:custGeom>
              <a:avLst/>
              <a:gdLst>
                <a:gd name="connsiteX0" fmla="*/ 59746 w 225584"/>
                <a:gd name="connsiteY0" fmla="*/ 40 h 1427444"/>
                <a:gd name="connsiteX1" fmla="*/ 179922 w 225584"/>
                <a:gd name="connsiteY1" fmla="*/ 3455 h 1427444"/>
                <a:gd name="connsiteX2" fmla="*/ 195165 w 225584"/>
                <a:gd name="connsiteY2" fmla="*/ 444718 h 1427444"/>
                <a:gd name="connsiteX3" fmla="*/ 195245 w 225584"/>
                <a:gd name="connsiteY3" fmla="*/ 450571 h 1427444"/>
                <a:gd name="connsiteX4" fmla="*/ 206932 w 225584"/>
                <a:gd name="connsiteY4" fmla="*/ 604970 h 1427444"/>
                <a:gd name="connsiteX5" fmla="*/ 223421 w 225584"/>
                <a:gd name="connsiteY5" fmla="*/ 1027628 h 1427444"/>
                <a:gd name="connsiteX6" fmla="*/ 184952 w 225584"/>
                <a:gd name="connsiteY6" fmla="*/ 1301526 h 1427444"/>
                <a:gd name="connsiteX7" fmla="*/ 161926 w 225584"/>
                <a:gd name="connsiteY7" fmla="*/ 1425713 h 1427444"/>
                <a:gd name="connsiteX8" fmla="*/ 0 w 225584"/>
                <a:gd name="connsiteY8" fmla="*/ 1422499 h 1427444"/>
                <a:gd name="connsiteX9" fmla="*/ 241 w 225584"/>
                <a:gd name="connsiteY9" fmla="*/ 1420503 h 1427444"/>
                <a:gd name="connsiteX10" fmla="*/ 18886 w 225584"/>
                <a:gd name="connsiteY10" fmla="*/ 1406720 h 1427444"/>
                <a:gd name="connsiteX11" fmla="*/ 79938 w 225584"/>
                <a:gd name="connsiteY11" fmla="*/ 1312463 h 1427444"/>
                <a:gd name="connsiteX12" fmla="*/ 117202 w 225584"/>
                <a:gd name="connsiteY12" fmla="*/ 978671 h 1427444"/>
                <a:gd name="connsiteX13" fmla="*/ 114342 w 225584"/>
                <a:gd name="connsiteY13" fmla="*/ 802104 h 1427444"/>
                <a:gd name="connsiteX14" fmla="*/ 112199 w 225584"/>
                <a:gd name="connsiteY14" fmla="*/ 690226 h 1427444"/>
                <a:gd name="connsiteX15" fmla="*/ 97666 w 225584"/>
                <a:gd name="connsiteY15" fmla="*/ 470174 h 1427444"/>
                <a:gd name="connsiteX16" fmla="*/ 70160 w 225584"/>
                <a:gd name="connsiteY16" fmla="*/ 163466 h 1427444"/>
                <a:gd name="connsiteX17" fmla="*/ 74969 w 225584"/>
                <a:gd name="connsiteY17" fmla="*/ 46786 h 1427444"/>
                <a:gd name="connsiteX18" fmla="*/ 79028 w 225584"/>
                <a:gd name="connsiteY18" fmla="*/ 3167 h 1427444"/>
                <a:gd name="connsiteX19" fmla="*/ 59746 w 225584"/>
                <a:gd name="connsiteY19" fmla="*/ 40 h 142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5584" h="1427444">
                  <a:moveTo>
                    <a:pt x="59746" y="40"/>
                  </a:moveTo>
                  <a:cubicBezTo>
                    <a:pt x="99715" y="-302"/>
                    <a:pt x="139986" y="1627"/>
                    <a:pt x="179922" y="3455"/>
                  </a:cubicBezTo>
                  <a:cubicBezTo>
                    <a:pt x="171872" y="112353"/>
                    <a:pt x="178328" y="339959"/>
                    <a:pt x="195165" y="444718"/>
                  </a:cubicBezTo>
                  <a:lnTo>
                    <a:pt x="195245" y="450571"/>
                  </a:lnTo>
                  <a:cubicBezTo>
                    <a:pt x="196203" y="501765"/>
                    <a:pt x="202927" y="553877"/>
                    <a:pt x="206932" y="604970"/>
                  </a:cubicBezTo>
                  <a:cubicBezTo>
                    <a:pt x="217855" y="744286"/>
                    <a:pt x="230788" y="887963"/>
                    <a:pt x="223421" y="1027628"/>
                  </a:cubicBezTo>
                  <a:cubicBezTo>
                    <a:pt x="218565" y="1119729"/>
                    <a:pt x="202090" y="1211039"/>
                    <a:pt x="184952" y="1301526"/>
                  </a:cubicBezTo>
                  <a:cubicBezTo>
                    <a:pt x="177163" y="1342660"/>
                    <a:pt x="167331" y="1384224"/>
                    <a:pt x="161926" y="1425713"/>
                  </a:cubicBezTo>
                  <a:cubicBezTo>
                    <a:pt x="107103" y="1428821"/>
                    <a:pt x="54703" y="1427743"/>
                    <a:pt x="0" y="1422499"/>
                  </a:cubicBezTo>
                  <a:lnTo>
                    <a:pt x="241" y="1420503"/>
                  </a:lnTo>
                  <a:cubicBezTo>
                    <a:pt x="10776" y="1417663"/>
                    <a:pt x="11908" y="1415245"/>
                    <a:pt x="18886" y="1406720"/>
                  </a:cubicBezTo>
                  <a:cubicBezTo>
                    <a:pt x="41798" y="1378732"/>
                    <a:pt x="62546" y="1344087"/>
                    <a:pt x="79938" y="1312463"/>
                  </a:cubicBezTo>
                  <a:cubicBezTo>
                    <a:pt x="148498" y="1187820"/>
                    <a:pt x="122754" y="1112489"/>
                    <a:pt x="117202" y="978671"/>
                  </a:cubicBezTo>
                  <a:cubicBezTo>
                    <a:pt x="114771" y="919989"/>
                    <a:pt x="120256" y="860605"/>
                    <a:pt x="114342" y="802104"/>
                  </a:cubicBezTo>
                  <a:cubicBezTo>
                    <a:pt x="116727" y="765510"/>
                    <a:pt x="113405" y="726981"/>
                    <a:pt x="112199" y="690226"/>
                  </a:cubicBezTo>
                  <a:cubicBezTo>
                    <a:pt x="110123" y="616697"/>
                    <a:pt x="105281" y="543342"/>
                    <a:pt x="97666" y="470174"/>
                  </a:cubicBezTo>
                  <a:cubicBezTo>
                    <a:pt x="86890" y="368382"/>
                    <a:pt x="71781" y="265888"/>
                    <a:pt x="70160" y="163466"/>
                  </a:cubicBezTo>
                  <a:cubicBezTo>
                    <a:pt x="69551" y="124716"/>
                    <a:pt x="69437" y="85195"/>
                    <a:pt x="74969" y="46786"/>
                  </a:cubicBezTo>
                  <a:cubicBezTo>
                    <a:pt x="76650" y="35133"/>
                    <a:pt x="84245" y="13206"/>
                    <a:pt x="79028" y="3167"/>
                  </a:cubicBezTo>
                  <a:lnTo>
                    <a:pt x="59746" y="40"/>
                  </a:lnTo>
                  <a:close/>
                </a:path>
              </a:pathLst>
            </a:custGeom>
            <a:gradFill>
              <a:gsLst>
                <a:gs pos="0">
                  <a:srgbClr val="641917"/>
                </a:gs>
                <a:gs pos="50000">
                  <a:srgbClr val="762726"/>
                </a:gs>
                <a:gs pos="100000">
                  <a:srgbClr val="883535"/>
                </a:gs>
              </a:gsLst>
              <a:lin ang="9629997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7F803893-07AB-9CF9-CD75-B5074E8BD08A}"/>
                </a:ext>
              </a:extLst>
            </p:cNvPr>
            <p:cNvSpPr/>
            <p:nvPr/>
          </p:nvSpPr>
          <p:spPr>
            <a:xfrm>
              <a:off x="1262224" y="3408459"/>
              <a:ext cx="252733" cy="1457180"/>
            </a:xfrm>
            <a:custGeom>
              <a:avLst/>
              <a:gdLst>
                <a:gd name="connsiteX0" fmla="*/ 79482 w 252733"/>
                <a:gd name="connsiteY0" fmla="*/ 6700 h 1457180"/>
                <a:gd name="connsiteX1" fmla="*/ 252733 w 252733"/>
                <a:gd name="connsiteY1" fmla="*/ 3 h 1457180"/>
                <a:gd name="connsiteX2" fmla="*/ 179358 w 252733"/>
                <a:gd name="connsiteY2" fmla="*/ 407096 h 1457180"/>
                <a:gd name="connsiteX3" fmla="*/ 135109 w 252733"/>
                <a:gd name="connsiteY3" fmla="*/ 782820 h 1457180"/>
                <a:gd name="connsiteX4" fmla="*/ 163686 w 252733"/>
                <a:gd name="connsiteY4" fmla="*/ 1173444 h 1457180"/>
                <a:gd name="connsiteX5" fmla="*/ 201238 w 252733"/>
                <a:gd name="connsiteY5" fmla="*/ 1347245 h 1457180"/>
                <a:gd name="connsiteX6" fmla="*/ 177168 w 252733"/>
                <a:gd name="connsiteY6" fmla="*/ 1457180 h 1457180"/>
                <a:gd name="connsiteX7" fmla="*/ 177249 w 252733"/>
                <a:gd name="connsiteY7" fmla="*/ 1333160 h 1457180"/>
                <a:gd name="connsiteX8" fmla="*/ 118065 w 252733"/>
                <a:gd name="connsiteY8" fmla="*/ 1176445 h 1457180"/>
                <a:gd name="connsiteX9" fmla="*/ 69436 w 252733"/>
                <a:gd name="connsiteY9" fmla="*/ 957250 h 1457180"/>
                <a:gd name="connsiteX10" fmla="*/ 66616 w 252733"/>
                <a:gd name="connsiteY10" fmla="*/ 865732 h 1457180"/>
                <a:gd name="connsiteX11" fmla="*/ 58834 w 252733"/>
                <a:gd name="connsiteY11" fmla="*/ 850844 h 1457180"/>
                <a:gd name="connsiteX12" fmla="*/ 42982 w 252733"/>
                <a:gd name="connsiteY12" fmla="*/ 854487 h 1457180"/>
                <a:gd name="connsiteX13" fmla="*/ 57494 w 252733"/>
                <a:gd name="connsiteY13" fmla="*/ 842023 h 1457180"/>
                <a:gd name="connsiteX14" fmla="*/ 85784 w 252733"/>
                <a:gd name="connsiteY14" fmla="*/ 769780 h 1457180"/>
                <a:gd name="connsiteX15" fmla="*/ 63254 w 252733"/>
                <a:gd name="connsiteY15" fmla="*/ 713690 h 1457180"/>
                <a:gd name="connsiteX16" fmla="*/ 802 w 252733"/>
                <a:gd name="connsiteY16" fmla="*/ 696579 h 1457180"/>
                <a:gd name="connsiteX17" fmla="*/ 16788 w 252733"/>
                <a:gd name="connsiteY17" fmla="*/ 366852 h 1457180"/>
                <a:gd name="connsiteX18" fmla="*/ 31375 w 252733"/>
                <a:gd name="connsiteY18" fmla="*/ 356204 h 1457180"/>
                <a:gd name="connsiteX19" fmla="*/ 59068 w 252733"/>
                <a:gd name="connsiteY19" fmla="*/ 303643 h 1457180"/>
                <a:gd name="connsiteX20" fmla="*/ 27786 w 252733"/>
                <a:gd name="connsiteY20" fmla="*/ 231145 h 1457180"/>
                <a:gd name="connsiteX21" fmla="*/ 86748 w 252733"/>
                <a:gd name="connsiteY21" fmla="*/ 58410 h 1457180"/>
                <a:gd name="connsiteX22" fmla="*/ 79482 w 252733"/>
                <a:gd name="connsiteY22" fmla="*/ 6700 h 145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2733" h="1457180">
                  <a:moveTo>
                    <a:pt x="79482" y="6700"/>
                  </a:moveTo>
                  <a:cubicBezTo>
                    <a:pt x="137058" y="3847"/>
                    <a:pt x="195090" y="-118"/>
                    <a:pt x="252733" y="3"/>
                  </a:cubicBezTo>
                  <a:cubicBezTo>
                    <a:pt x="245896" y="137873"/>
                    <a:pt x="207614" y="272501"/>
                    <a:pt x="179358" y="407096"/>
                  </a:cubicBezTo>
                  <a:cubicBezTo>
                    <a:pt x="153788" y="528899"/>
                    <a:pt x="136944" y="658291"/>
                    <a:pt x="135109" y="782820"/>
                  </a:cubicBezTo>
                  <a:cubicBezTo>
                    <a:pt x="133221" y="911287"/>
                    <a:pt x="141251" y="1046906"/>
                    <a:pt x="163686" y="1173444"/>
                  </a:cubicBezTo>
                  <a:cubicBezTo>
                    <a:pt x="173953" y="1231335"/>
                    <a:pt x="199664" y="1288202"/>
                    <a:pt x="201238" y="1347245"/>
                  </a:cubicBezTo>
                  <a:cubicBezTo>
                    <a:pt x="202236" y="1384796"/>
                    <a:pt x="193355" y="1423346"/>
                    <a:pt x="177168" y="1457180"/>
                  </a:cubicBezTo>
                  <a:cubicBezTo>
                    <a:pt x="168408" y="1417754"/>
                    <a:pt x="187147" y="1372340"/>
                    <a:pt x="177249" y="1333160"/>
                  </a:cubicBezTo>
                  <a:cubicBezTo>
                    <a:pt x="164269" y="1281752"/>
                    <a:pt x="134419" y="1228281"/>
                    <a:pt x="118065" y="1176445"/>
                  </a:cubicBezTo>
                  <a:cubicBezTo>
                    <a:pt x="95394" y="1104590"/>
                    <a:pt x="75992" y="1032614"/>
                    <a:pt x="69436" y="957250"/>
                  </a:cubicBezTo>
                  <a:cubicBezTo>
                    <a:pt x="66824" y="927166"/>
                    <a:pt x="70239" y="894972"/>
                    <a:pt x="66616" y="865732"/>
                  </a:cubicBezTo>
                  <a:cubicBezTo>
                    <a:pt x="65558" y="857193"/>
                    <a:pt x="64962" y="855980"/>
                    <a:pt x="58834" y="850844"/>
                  </a:cubicBezTo>
                  <a:lnTo>
                    <a:pt x="42982" y="854487"/>
                  </a:lnTo>
                  <a:cubicBezTo>
                    <a:pt x="47978" y="850542"/>
                    <a:pt x="52914" y="846437"/>
                    <a:pt x="57494" y="842023"/>
                  </a:cubicBezTo>
                  <a:cubicBezTo>
                    <a:pt x="76448" y="823760"/>
                    <a:pt x="86125" y="795825"/>
                    <a:pt x="85784" y="769780"/>
                  </a:cubicBezTo>
                  <a:cubicBezTo>
                    <a:pt x="85516" y="749206"/>
                    <a:pt x="78591" y="727962"/>
                    <a:pt x="63254" y="713690"/>
                  </a:cubicBezTo>
                  <a:cubicBezTo>
                    <a:pt x="44662" y="696378"/>
                    <a:pt x="24959" y="695045"/>
                    <a:pt x="802" y="696579"/>
                  </a:cubicBezTo>
                  <a:cubicBezTo>
                    <a:pt x="-3323" y="586415"/>
                    <a:pt x="9442" y="476640"/>
                    <a:pt x="16788" y="366852"/>
                  </a:cubicBezTo>
                  <a:cubicBezTo>
                    <a:pt x="21785" y="363530"/>
                    <a:pt x="26848" y="360148"/>
                    <a:pt x="31375" y="356204"/>
                  </a:cubicBezTo>
                  <a:cubicBezTo>
                    <a:pt x="46277" y="343211"/>
                    <a:pt x="57629" y="323561"/>
                    <a:pt x="59068" y="303643"/>
                  </a:cubicBezTo>
                  <a:cubicBezTo>
                    <a:pt x="61158" y="274765"/>
                    <a:pt x="45158" y="252161"/>
                    <a:pt x="27786" y="231145"/>
                  </a:cubicBezTo>
                  <a:cubicBezTo>
                    <a:pt x="51434" y="181418"/>
                    <a:pt x="84525" y="113689"/>
                    <a:pt x="86748" y="58410"/>
                  </a:cubicBezTo>
                  <a:cubicBezTo>
                    <a:pt x="87425" y="41620"/>
                    <a:pt x="82616" y="23195"/>
                    <a:pt x="79482" y="6700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CC39ED6-FCB0-F01D-BE4A-AF9A3319BF6E}"/>
                </a:ext>
              </a:extLst>
            </p:cNvPr>
            <p:cNvSpPr/>
            <p:nvPr/>
          </p:nvSpPr>
          <p:spPr>
            <a:xfrm>
              <a:off x="574092" y="3411687"/>
              <a:ext cx="489750" cy="1421132"/>
            </a:xfrm>
            <a:custGeom>
              <a:avLst/>
              <a:gdLst>
                <a:gd name="connsiteX0" fmla="*/ 98986 w 489750"/>
                <a:gd name="connsiteY0" fmla="*/ 5059 h 1421132"/>
                <a:gd name="connsiteX1" fmla="*/ 60101 w 489750"/>
                <a:gd name="connsiteY1" fmla="*/ 38271 h 1421132"/>
                <a:gd name="connsiteX2" fmla="*/ 66256 w 489750"/>
                <a:gd name="connsiteY2" fmla="*/ 80183 h 1421132"/>
                <a:gd name="connsiteX3" fmla="*/ 100606 w 489750"/>
                <a:gd name="connsiteY3" fmla="*/ 109463 h 1421132"/>
                <a:gd name="connsiteX4" fmla="*/ 149831 w 489750"/>
                <a:gd name="connsiteY4" fmla="*/ 100897 h 1421132"/>
                <a:gd name="connsiteX5" fmla="*/ 177270 w 489750"/>
                <a:gd name="connsiteY5" fmla="*/ 58504 h 1421132"/>
                <a:gd name="connsiteX6" fmla="*/ 177658 w 489750"/>
                <a:gd name="connsiteY6" fmla="*/ 54405 h 1421132"/>
                <a:gd name="connsiteX7" fmla="*/ 177645 w 489750"/>
                <a:gd name="connsiteY7" fmla="*/ 50286 h 1421132"/>
                <a:gd name="connsiteX8" fmla="*/ 177230 w 489750"/>
                <a:gd name="connsiteY8" fmla="*/ 46194 h 1421132"/>
                <a:gd name="connsiteX9" fmla="*/ 176413 w 489750"/>
                <a:gd name="connsiteY9" fmla="*/ 42155 h 1421132"/>
                <a:gd name="connsiteX10" fmla="*/ 175201 w 489750"/>
                <a:gd name="connsiteY10" fmla="*/ 38224 h 1421132"/>
                <a:gd name="connsiteX11" fmla="*/ 173607 w 489750"/>
                <a:gd name="connsiteY11" fmla="*/ 34427 h 1421132"/>
                <a:gd name="connsiteX12" fmla="*/ 171644 w 489750"/>
                <a:gd name="connsiteY12" fmla="*/ 30804 h 1421132"/>
                <a:gd name="connsiteX13" fmla="*/ 169340 w 489750"/>
                <a:gd name="connsiteY13" fmla="*/ 27395 h 1421132"/>
                <a:gd name="connsiteX14" fmla="*/ 133845 w 489750"/>
                <a:gd name="connsiteY14" fmla="*/ 5903 h 1421132"/>
                <a:gd name="connsiteX15" fmla="*/ 243995 w 489750"/>
                <a:gd name="connsiteY15" fmla="*/ 6131 h 1421132"/>
                <a:gd name="connsiteX16" fmla="*/ 489751 w 489750"/>
                <a:gd name="connsiteY16" fmla="*/ 6667 h 1421132"/>
                <a:gd name="connsiteX17" fmla="*/ 482190 w 489750"/>
                <a:gd name="connsiteY17" fmla="*/ 42437 h 1421132"/>
                <a:gd name="connsiteX18" fmla="*/ 478158 w 489750"/>
                <a:gd name="connsiteY18" fmla="*/ 63138 h 1421132"/>
                <a:gd name="connsiteX19" fmla="*/ 460397 w 489750"/>
                <a:gd name="connsiteY19" fmla="*/ 313227 h 1421132"/>
                <a:gd name="connsiteX20" fmla="*/ 370426 w 489750"/>
                <a:gd name="connsiteY20" fmla="*/ 1080064 h 1421132"/>
                <a:gd name="connsiteX21" fmla="*/ 318160 w 489750"/>
                <a:gd name="connsiteY21" fmla="*/ 1311006 h 1421132"/>
                <a:gd name="connsiteX22" fmla="*/ 252728 w 489750"/>
                <a:gd name="connsiteY22" fmla="*/ 1378568 h 1421132"/>
                <a:gd name="connsiteX23" fmla="*/ 4085 w 489750"/>
                <a:gd name="connsiteY23" fmla="*/ 1419026 h 1421132"/>
                <a:gd name="connsiteX24" fmla="*/ 0 w 489750"/>
                <a:gd name="connsiteY24" fmla="*/ 1416937 h 1421132"/>
                <a:gd name="connsiteX25" fmla="*/ 59626 w 489750"/>
                <a:gd name="connsiteY25" fmla="*/ 1054293 h 1421132"/>
                <a:gd name="connsiteX26" fmla="*/ 49386 w 489750"/>
                <a:gd name="connsiteY26" fmla="*/ 714642 h 1421132"/>
                <a:gd name="connsiteX27" fmla="*/ 24766 w 489750"/>
                <a:gd name="connsiteY27" fmla="*/ 438888 h 1421132"/>
                <a:gd name="connsiteX28" fmla="*/ 12048 w 489750"/>
                <a:gd name="connsiteY28" fmla="*/ 459 h 1421132"/>
                <a:gd name="connsiteX29" fmla="*/ 98986 w 489750"/>
                <a:gd name="connsiteY29" fmla="*/ 5059 h 1421132"/>
                <a:gd name="connsiteX30" fmla="*/ 327315 w 489750"/>
                <a:gd name="connsiteY30" fmla="*/ 285742 h 1421132"/>
                <a:gd name="connsiteX31" fmla="*/ 325608 w 489750"/>
                <a:gd name="connsiteY31" fmla="*/ 286211 h 1421132"/>
                <a:gd name="connsiteX32" fmla="*/ 323920 w 489750"/>
                <a:gd name="connsiteY32" fmla="*/ 286760 h 1421132"/>
                <a:gd name="connsiteX33" fmla="*/ 322266 w 489750"/>
                <a:gd name="connsiteY33" fmla="*/ 287389 h 1421132"/>
                <a:gd name="connsiteX34" fmla="*/ 320645 w 489750"/>
                <a:gd name="connsiteY34" fmla="*/ 288099 h 1421132"/>
                <a:gd name="connsiteX35" fmla="*/ 319058 w 489750"/>
                <a:gd name="connsiteY35" fmla="*/ 288889 h 1421132"/>
                <a:gd name="connsiteX36" fmla="*/ 317517 w 489750"/>
                <a:gd name="connsiteY36" fmla="*/ 289760 h 1421132"/>
                <a:gd name="connsiteX37" fmla="*/ 316017 w 489750"/>
                <a:gd name="connsiteY37" fmla="*/ 290704 h 1421132"/>
                <a:gd name="connsiteX38" fmla="*/ 314564 w 489750"/>
                <a:gd name="connsiteY38" fmla="*/ 291723 h 1421132"/>
                <a:gd name="connsiteX39" fmla="*/ 313164 w 489750"/>
                <a:gd name="connsiteY39" fmla="*/ 292807 h 1421132"/>
                <a:gd name="connsiteX40" fmla="*/ 311818 w 489750"/>
                <a:gd name="connsiteY40" fmla="*/ 293959 h 1421132"/>
                <a:gd name="connsiteX41" fmla="*/ 310532 w 489750"/>
                <a:gd name="connsiteY41" fmla="*/ 295178 h 1421132"/>
                <a:gd name="connsiteX42" fmla="*/ 309306 w 489750"/>
                <a:gd name="connsiteY42" fmla="*/ 296457 h 1421132"/>
                <a:gd name="connsiteX43" fmla="*/ 308148 w 489750"/>
                <a:gd name="connsiteY43" fmla="*/ 297797 h 1421132"/>
                <a:gd name="connsiteX44" fmla="*/ 307056 w 489750"/>
                <a:gd name="connsiteY44" fmla="*/ 299190 h 1421132"/>
                <a:gd name="connsiteX45" fmla="*/ 306031 w 489750"/>
                <a:gd name="connsiteY45" fmla="*/ 300637 h 1421132"/>
                <a:gd name="connsiteX46" fmla="*/ 305080 w 489750"/>
                <a:gd name="connsiteY46" fmla="*/ 302130 h 1421132"/>
                <a:gd name="connsiteX47" fmla="*/ 304203 w 489750"/>
                <a:gd name="connsiteY47" fmla="*/ 303670 h 1421132"/>
                <a:gd name="connsiteX48" fmla="*/ 303406 w 489750"/>
                <a:gd name="connsiteY48" fmla="*/ 305251 h 1421132"/>
                <a:gd name="connsiteX49" fmla="*/ 302683 w 489750"/>
                <a:gd name="connsiteY49" fmla="*/ 306872 h 1421132"/>
                <a:gd name="connsiteX50" fmla="*/ 302047 w 489750"/>
                <a:gd name="connsiteY50" fmla="*/ 308519 h 1421132"/>
                <a:gd name="connsiteX51" fmla="*/ 301491 w 489750"/>
                <a:gd name="connsiteY51" fmla="*/ 310200 h 1421132"/>
                <a:gd name="connsiteX52" fmla="*/ 301015 w 489750"/>
                <a:gd name="connsiteY52" fmla="*/ 311908 h 1421132"/>
                <a:gd name="connsiteX53" fmla="*/ 300620 w 489750"/>
                <a:gd name="connsiteY53" fmla="*/ 313636 h 1421132"/>
                <a:gd name="connsiteX54" fmla="*/ 300319 w 489750"/>
                <a:gd name="connsiteY54" fmla="*/ 315384 h 1421132"/>
                <a:gd name="connsiteX55" fmla="*/ 300098 w 489750"/>
                <a:gd name="connsiteY55" fmla="*/ 317139 h 1421132"/>
                <a:gd name="connsiteX56" fmla="*/ 299970 w 489750"/>
                <a:gd name="connsiteY56" fmla="*/ 318906 h 1421132"/>
                <a:gd name="connsiteX57" fmla="*/ 299924 w 489750"/>
                <a:gd name="connsiteY57" fmla="*/ 320675 h 1421132"/>
                <a:gd name="connsiteX58" fmla="*/ 299964 w 489750"/>
                <a:gd name="connsiteY58" fmla="*/ 322450 h 1421132"/>
                <a:gd name="connsiteX59" fmla="*/ 300098 w 489750"/>
                <a:gd name="connsiteY59" fmla="*/ 324218 h 1421132"/>
                <a:gd name="connsiteX60" fmla="*/ 300312 w 489750"/>
                <a:gd name="connsiteY60" fmla="*/ 325972 h 1421132"/>
                <a:gd name="connsiteX61" fmla="*/ 300613 w 489750"/>
                <a:gd name="connsiteY61" fmla="*/ 327720 h 1421132"/>
                <a:gd name="connsiteX62" fmla="*/ 301002 w 489750"/>
                <a:gd name="connsiteY62" fmla="*/ 329448 h 1421132"/>
                <a:gd name="connsiteX63" fmla="*/ 301477 w 489750"/>
                <a:gd name="connsiteY63" fmla="*/ 331156 h 1421132"/>
                <a:gd name="connsiteX64" fmla="*/ 302033 w 489750"/>
                <a:gd name="connsiteY64" fmla="*/ 332837 h 1421132"/>
                <a:gd name="connsiteX65" fmla="*/ 302669 w 489750"/>
                <a:gd name="connsiteY65" fmla="*/ 334491 h 1421132"/>
                <a:gd name="connsiteX66" fmla="*/ 303386 w 489750"/>
                <a:gd name="connsiteY66" fmla="*/ 336112 h 1421132"/>
                <a:gd name="connsiteX67" fmla="*/ 304190 w 489750"/>
                <a:gd name="connsiteY67" fmla="*/ 337693 h 1421132"/>
                <a:gd name="connsiteX68" fmla="*/ 305060 w 489750"/>
                <a:gd name="connsiteY68" fmla="*/ 339233 h 1421132"/>
                <a:gd name="connsiteX69" fmla="*/ 306011 w 489750"/>
                <a:gd name="connsiteY69" fmla="*/ 340727 h 1421132"/>
                <a:gd name="connsiteX70" fmla="*/ 307029 w 489750"/>
                <a:gd name="connsiteY70" fmla="*/ 342173 h 1421132"/>
                <a:gd name="connsiteX71" fmla="*/ 308121 w 489750"/>
                <a:gd name="connsiteY71" fmla="*/ 343573 h 1421132"/>
                <a:gd name="connsiteX72" fmla="*/ 309286 w 489750"/>
                <a:gd name="connsiteY72" fmla="*/ 344912 h 1421132"/>
                <a:gd name="connsiteX73" fmla="*/ 310505 w 489750"/>
                <a:gd name="connsiteY73" fmla="*/ 346191 h 1421132"/>
                <a:gd name="connsiteX74" fmla="*/ 311791 w 489750"/>
                <a:gd name="connsiteY74" fmla="*/ 347410 h 1421132"/>
                <a:gd name="connsiteX75" fmla="*/ 313137 w 489750"/>
                <a:gd name="connsiteY75" fmla="*/ 348569 h 1421132"/>
                <a:gd name="connsiteX76" fmla="*/ 314537 w 489750"/>
                <a:gd name="connsiteY76" fmla="*/ 349654 h 1421132"/>
                <a:gd name="connsiteX77" fmla="*/ 315984 w 489750"/>
                <a:gd name="connsiteY77" fmla="*/ 350672 h 1421132"/>
                <a:gd name="connsiteX78" fmla="*/ 317484 w 489750"/>
                <a:gd name="connsiteY78" fmla="*/ 351616 h 1421132"/>
                <a:gd name="connsiteX79" fmla="*/ 319031 w 489750"/>
                <a:gd name="connsiteY79" fmla="*/ 352487 h 1421132"/>
                <a:gd name="connsiteX80" fmla="*/ 320611 w 489750"/>
                <a:gd name="connsiteY80" fmla="*/ 353277 h 1421132"/>
                <a:gd name="connsiteX81" fmla="*/ 322232 w 489750"/>
                <a:gd name="connsiteY81" fmla="*/ 353994 h 1421132"/>
                <a:gd name="connsiteX82" fmla="*/ 323886 w 489750"/>
                <a:gd name="connsiteY82" fmla="*/ 354623 h 1421132"/>
                <a:gd name="connsiteX83" fmla="*/ 325574 w 489750"/>
                <a:gd name="connsiteY83" fmla="*/ 355179 h 1421132"/>
                <a:gd name="connsiteX84" fmla="*/ 327282 w 489750"/>
                <a:gd name="connsiteY84" fmla="*/ 355641 h 1421132"/>
                <a:gd name="connsiteX85" fmla="*/ 329010 w 489750"/>
                <a:gd name="connsiteY85" fmla="*/ 356030 h 1421132"/>
                <a:gd name="connsiteX86" fmla="*/ 330758 w 489750"/>
                <a:gd name="connsiteY86" fmla="*/ 356324 h 1421132"/>
                <a:gd name="connsiteX87" fmla="*/ 332519 w 489750"/>
                <a:gd name="connsiteY87" fmla="*/ 356539 h 1421132"/>
                <a:gd name="connsiteX88" fmla="*/ 334287 w 489750"/>
                <a:gd name="connsiteY88" fmla="*/ 356659 h 1421132"/>
                <a:gd name="connsiteX89" fmla="*/ 336055 w 489750"/>
                <a:gd name="connsiteY89" fmla="*/ 356699 h 1421132"/>
                <a:gd name="connsiteX90" fmla="*/ 337823 w 489750"/>
                <a:gd name="connsiteY90" fmla="*/ 356646 h 1421132"/>
                <a:gd name="connsiteX91" fmla="*/ 339592 w 489750"/>
                <a:gd name="connsiteY91" fmla="*/ 356512 h 1421132"/>
                <a:gd name="connsiteX92" fmla="*/ 341353 w 489750"/>
                <a:gd name="connsiteY92" fmla="*/ 356284 h 1421132"/>
                <a:gd name="connsiteX93" fmla="*/ 343094 w 489750"/>
                <a:gd name="connsiteY93" fmla="*/ 355976 h 1421132"/>
                <a:gd name="connsiteX94" fmla="*/ 344822 w 489750"/>
                <a:gd name="connsiteY94" fmla="*/ 355581 h 1421132"/>
                <a:gd name="connsiteX95" fmla="*/ 346516 w 489750"/>
                <a:gd name="connsiteY95" fmla="*/ 355105 h 1421132"/>
                <a:gd name="connsiteX96" fmla="*/ 348191 w 489750"/>
                <a:gd name="connsiteY96" fmla="*/ 354543 h 1421132"/>
                <a:gd name="connsiteX97" fmla="*/ 349832 w 489750"/>
                <a:gd name="connsiteY97" fmla="*/ 353906 h 1421132"/>
                <a:gd name="connsiteX98" fmla="*/ 351439 w 489750"/>
                <a:gd name="connsiteY98" fmla="*/ 353183 h 1421132"/>
                <a:gd name="connsiteX99" fmla="*/ 353013 w 489750"/>
                <a:gd name="connsiteY99" fmla="*/ 352386 h 1421132"/>
                <a:gd name="connsiteX100" fmla="*/ 354540 w 489750"/>
                <a:gd name="connsiteY100" fmla="*/ 351509 h 1421132"/>
                <a:gd name="connsiteX101" fmla="*/ 356027 w 489750"/>
                <a:gd name="connsiteY101" fmla="*/ 350565 h 1421132"/>
                <a:gd name="connsiteX102" fmla="*/ 357467 w 489750"/>
                <a:gd name="connsiteY102" fmla="*/ 349540 h 1421132"/>
                <a:gd name="connsiteX103" fmla="*/ 358853 w 489750"/>
                <a:gd name="connsiteY103" fmla="*/ 348455 h 1421132"/>
                <a:gd name="connsiteX104" fmla="*/ 360186 w 489750"/>
                <a:gd name="connsiteY104" fmla="*/ 347296 h 1421132"/>
                <a:gd name="connsiteX105" fmla="*/ 361458 w 489750"/>
                <a:gd name="connsiteY105" fmla="*/ 346077 h 1421132"/>
                <a:gd name="connsiteX106" fmla="*/ 362670 w 489750"/>
                <a:gd name="connsiteY106" fmla="*/ 344798 h 1421132"/>
                <a:gd name="connsiteX107" fmla="*/ 363816 w 489750"/>
                <a:gd name="connsiteY107" fmla="*/ 343459 h 1421132"/>
                <a:gd name="connsiteX108" fmla="*/ 364894 w 489750"/>
                <a:gd name="connsiteY108" fmla="*/ 342073 h 1421132"/>
                <a:gd name="connsiteX109" fmla="*/ 365905 w 489750"/>
                <a:gd name="connsiteY109" fmla="*/ 340626 h 1421132"/>
                <a:gd name="connsiteX110" fmla="*/ 366849 w 489750"/>
                <a:gd name="connsiteY110" fmla="*/ 339132 h 1421132"/>
                <a:gd name="connsiteX111" fmla="*/ 367713 w 489750"/>
                <a:gd name="connsiteY111" fmla="*/ 337599 h 1421132"/>
                <a:gd name="connsiteX112" fmla="*/ 368504 w 489750"/>
                <a:gd name="connsiteY112" fmla="*/ 336025 h 1421132"/>
                <a:gd name="connsiteX113" fmla="*/ 369214 w 489750"/>
                <a:gd name="connsiteY113" fmla="*/ 334411 h 1421132"/>
                <a:gd name="connsiteX114" fmla="*/ 369843 w 489750"/>
                <a:gd name="connsiteY114" fmla="*/ 332763 h 1421132"/>
                <a:gd name="connsiteX115" fmla="*/ 370392 w 489750"/>
                <a:gd name="connsiteY115" fmla="*/ 331089 h 1421132"/>
                <a:gd name="connsiteX116" fmla="*/ 370861 w 489750"/>
                <a:gd name="connsiteY116" fmla="*/ 329395 h 1421132"/>
                <a:gd name="connsiteX117" fmla="*/ 371243 w 489750"/>
                <a:gd name="connsiteY117" fmla="*/ 327673 h 1421132"/>
                <a:gd name="connsiteX118" fmla="*/ 371544 w 489750"/>
                <a:gd name="connsiteY118" fmla="*/ 325932 h 1421132"/>
                <a:gd name="connsiteX119" fmla="*/ 371759 w 489750"/>
                <a:gd name="connsiteY119" fmla="*/ 324184 h 1421132"/>
                <a:gd name="connsiteX120" fmla="*/ 371886 w 489750"/>
                <a:gd name="connsiteY120" fmla="*/ 322429 h 1421132"/>
                <a:gd name="connsiteX121" fmla="*/ 371926 w 489750"/>
                <a:gd name="connsiteY121" fmla="*/ 320668 h 1421132"/>
                <a:gd name="connsiteX122" fmla="*/ 371886 w 489750"/>
                <a:gd name="connsiteY122" fmla="*/ 318906 h 1421132"/>
                <a:gd name="connsiteX123" fmla="*/ 371752 w 489750"/>
                <a:gd name="connsiteY123" fmla="*/ 317145 h 1421132"/>
                <a:gd name="connsiteX124" fmla="*/ 371537 w 489750"/>
                <a:gd name="connsiteY124" fmla="*/ 315397 h 1421132"/>
                <a:gd name="connsiteX125" fmla="*/ 371236 w 489750"/>
                <a:gd name="connsiteY125" fmla="*/ 313663 h 1421132"/>
                <a:gd name="connsiteX126" fmla="*/ 370848 w 489750"/>
                <a:gd name="connsiteY126" fmla="*/ 311941 h 1421132"/>
                <a:gd name="connsiteX127" fmla="*/ 370379 w 489750"/>
                <a:gd name="connsiteY127" fmla="*/ 310241 h 1421132"/>
                <a:gd name="connsiteX128" fmla="*/ 369823 w 489750"/>
                <a:gd name="connsiteY128" fmla="*/ 308573 h 1421132"/>
                <a:gd name="connsiteX129" fmla="*/ 369187 w 489750"/>
                <a:gd name="connsiteY129" fmla="*/ 306925 h 1421132"/>
                <a:gd name="connsiteX130" fmla="*/ 368477 w 489750"/>
                <a:gd name="connsiteY130" fmla="*/ 305311 h 1421132"/>
                <a:gd name="connsiteX131" fmla="*/ 367686 w 489750"/>
                <a:gd name="connsiteY131" fmla="*/ 303737 h 1421132"/>
                <a:gd name="connsiteX132" fmla="*/ 366816 w 489750"/>
                <a:gd name="connsiteY132" fmla="*/ 302204 h 1421132"/>
                <a:gd name="connsiteX133" fmla="*/ 365872 w 489750"/>
                <a:gd name="connsiteY133" fmla="*/ 300717 h 1421132"/>
                <a:gd name="connsiteX134" fmla="*/ 364860 w 489750"/>
                <a:gd name="connsiteY134" fmla="*/ 299277 h 1421132"/>
                <a:gd name="connsiteX135" fmla="*/ 363775 w 489750"/>
                <a:gd name="connsiteY135" fmla="*/ 297884 h 1421132"/>
                <a:gd name="connsiteX136" fmla="*/ 362630 w 489750"/>
                <a:gd name="connsiteY136" fmla="*/ 296551 h 1421132"/>
                <a:gd name="connsiteX137" fmla="*/ 361411 w 489750"/>
                <a:gd name="connsiteY137" fmla="*/ 295272 h 1421132"/>
                <a:gd name="connsiteX138" fmla="*/ 360139 w 489750"/>
                <a:gd name="connsiteY138" fmla="*/ 294053 h 1421132"/>
                <a:gd name="connsiteX139" fmla="*/ 358806 w 489750"/>
                <a:gd name="connsiteY139" fmla="*/ 292901 h 1421132"/>
                <a:gd name="connsiteX140" fmla="*/ 357420 w 489750"/>
                <a:gd name="connsiteY140" fmla="*/ 291816 h 1421132"/>
                <a:gd name="connsiteX141" fmla="*/ 355980 w 489750"/>
                <a:gd name="connsiteY141" fmla="*/ 290798 h 1421132"/>
                <a:gd name="connsiteX142" fmla="*/ 354493 w 489750"/>
                <a:gd name="connsiteY142" fmla="*/ 289854 h 1421132"/>
                <a:gd name="connsiteX143" fmla="*/ 352959 w 489750"/>
                <a:gd name="connsiteY143" fmla="*/ 288983 h 1421132"/>
                <a:gd name="connsiteX144" fmla="*/ 351385 w 489750"/>
                <a:gd name="connsiteY144" fmla="*/ 288186 h 1421132"/>
                <a:gd name="connsiteX145" fmla="*/ 349778 w 489750"/>
                <a:gd name="connsiteY145" fmla="*/ 287470 h 1421132"/>
                <a:gd name="connsiteX146" fmla="*/ 348137 w 489750"/>
                <a:gd name="connsiteY146" fmla="*/ 286827 h 1421132"/>
                <a:gd name="connsiteX147" fmla="*/ 346463 w 489750"/>
                <a:gd name="connsiteY147" fmla="*/ 286271 h 1421132"/>
                <a:gd name="connsiteX148" fmla="*/ 344762 w 489750"/>
                <a:gd name="connsiteY148" fmla="*/ 285795 h 1421132"/>
                <a:gd name="connsiteX149" fmla="*/ 343047 w 489750"/>
                <a:gd name="connsiteY149" fmla="*/ 285407 h 1421132"/>
                <a:gd name="connsiteX150" fmla="*/ 341313 w 489750"/>
                <a:gd name="connsiteY150" fmla="*/ 285099 h 1421132"/>
                <a:gd name="connsiteX151" fmla="*/ 339565 w 489750"/>
                <a:gd name="connsiteY151" fmla="*/ 284878 h 1421132"/>
                <a:gd name="connsiteX152" fmla="*/ 337803 w 489750"/>
                <a:gd name="connsiteY152" fmla="*/ 284744 h 1421132"/>
                <a:gd name="connsiteX153" fmla="*/ 336042 w 489750"/>
                <a:gd name="connsiteY153" fmla="*/ 284697 h 1421132"/>
                <a:gd name="connsiteX154" fmla="*/ 334281 w 489750"/>
                <a:gd name="connsiteY154" fmla="*/ 284737 h 1421132"/>
                <a:gd name="connsiteX155" fmla="*/ 332526 w 489750"/>
                <a:gd name="connsiteY155" fmla="*/ 284858 h 1421132"/>
                <a:gd name="connsiteX156" fmla="*/ 330771 w 489750"/>
                <a:gd name="connsiteY156" fmla="*/ 285065 h 1421132"/>
                <a:gd name="connsiteX157" fmla="*/ 329037 w 489750"/>
                <a:gd name="connsiteY157" fmla="*/ 285360 h 1421132"/>
                <a:gd name="connsiteX158" fmla="*/ 327315 w 489750"/>
                <a:gd name="connsiteY158" fmla="*/ 285742 h 1421132"/>
                <a:gd name="connsiteX159" fmla="*/ 148271 w 489750"/>
                <a:gd name="connsiteY159" fmla="*/ 645492 h 1421132"/>
                <a:gd name="connsiteX160" fmla="*/ 145920 w 489750"/>
                <a:gd name="connsiteY160" fmla="*/ 646463 h 1421132"/>
                <a:gd name="connsiteX161" fmla="*/ 143616 w 489750"/>
                <a:gd name="connsiteY161" fmla="*/ 647548 h 1421132"/>
                <a:gd name="connsiteX162" fmla="*/ 141372 w 489750"/>
                <a:gd name="connsiteY162" fmla="*/ 648740 h 1421132"/>
                <a:gd name="connsiteX163" fmla="*/ 139189 w 489750"/>
                <a:gd name="connsiteY163" fmla="*/ 650046 h 1421132"/>
                <a:gd name="connsiteX164" fmla="*/ 137073 w 489750"/>
                <a:gd name="connsiteY164" fmla="*/ 651453 h 1421132"/>
                <a:gd name="connsiteX165" fmla="*/ 135023 w 489750"/>
                <a:gd name="connsiteY165" fmla="*/ 652966 h 1421132"/>
                <a:gd name="connsiteX166" fmla="*/ 133055 w 489750"/>
                <a:gd name="connsiteY166" fmla="*/ 654574 h 1421132"/>
                <a:gd name="connsiteX167" fmla="*/ 131166 w 489750"/>
                <a:gd name="connsiteY167" fmla="*/ 656275 h 1421132"/>
                <a:gd name="connsiteX168" fmla="*/ 129358 w 489750"/>
                <a:gd name="connsiteY168" fmla="*/ 658063 h 1421132"/>
                <a:gd name="connsiteX169" fmla="*/ 127643 w 489750"/>
                <a:gd name="connsiteY169" fmla="*/ 659945 h 1421132"/>
                <a:gd name="connsiteX170" fmla="*/ 126022 w 489750"/>
                <a:gd name="connsiteY170" fmla="*/ 661901 h 1421132"/>
                <a:gd name="connsiteX171" fmla="*/ 124495 w 489750"/>
                <a:gd name="connsiteY171" fmla="*/ 663936 h 1421132"/>
                <a:gd name="connsiteX172" fmla="*/ 123076 w 489750"/>
                <a:gd name="connsiteY172" fmla="*/ 666046 h 1421132"/>
                <a:gd name="connsiteX173" fmla="*/ 121756 w 489750"/>
                <a:gd name="connsiteY173" fmla="*/ 668216 h 1421132"/>
                <a:gd name="connsiteX174" fmla="*/ 120544 w 489750"/>
                <a:gd name="connsiteY174" fmla="*/ 670453 h 1421132"/>
                <a:gd name="connsiteX175" fmla="*/ 119446 w 489750"/>
                <a:gd name="connsiteY175" fmla="*/ 672750 h 1421132"/>
                <a:gd name="connsiteX176" fmla="*/ 118454 w 489750"/>
                <a:gd name="connsiteY176" fmla="*/ 675094 h 1421132"/>
                <a:gd name="connsiteX177" fmla="*/ 117584 w 489750"/>
                <a:gd name="connsiteY177" fmla="*/ 677478 h 1421132"/>
                <a:gd name="connsiteX178" fmla="*/ 116827 w 489750"/>
                <a:gd name="connsiteY178" fmla="*/ 679909 h 1421132"/>
                <a:gd name="connsiteX179" fmla="*/ 116191 w 489750"/>
                <a:gd name="connsiteY179" fmla="*/ 682367 h 1421132"/>
                <a:gd name="connsiteX180" fmla="*/ 115675 w 489750"/>
                <a:gd name="connsiteY180" fmla="*/ 684859 h 1421132"/>
                <a:gd name="connsiteX181" fmla="*/ 115280 w 489750"/>
                <a:gd name="connsiteY181" fmla="*/ 687377 h 1421132"/>
                <a:gd name="connsiteX182" fmla="*/ 115012 w 489750"/>
                <a:gd name="connsiteY182" fmla="*/ 689902 h 1421132"/>
                <a:gd name="connsiteX183" fmla="*/ 114865 w 489750"/>
                <a:gd name="connsiteY183" fmla="*/ 692440 h 1421132"/>
                <a:gd name="connsiteX184" fmla="*/ 114838 w 489750"/>
                <a:gd name="connsiteY184" fmla="*/ 694985 h 1421132"/>
                <a:gd name="connsiteX185" fmla="*/ 114938 w 489750"/>
                <a:gd name="connsiteY185" fmla="*/ 697523 h 1421132"/>
                <a:gd name="connsiteX186" fmla="*/ 115166 w 489750"/>
                <a:gd name="connsiteY186" fmla="*/ 700062 h 1421132"/>
                <a:gd name="connsiteX187" fmla="*/ 115514 w 489750"/>
                <a:gd name="connsiteY187" fmla="*/ 702580 h 1421132"/>
                <a:gd name="connsiteX188" fmla="*/ 115983 w 489750"/>
                <a:gd name="connsiteY188" fmla="*/ 705078 h 1421132"/>
                <a:gd name="connsiteX189" fmla="*/ 116573 w 489750"/>
                <a:gd name="connsiteY189" fmla="*/ 707549 h 1421132"/>
                <a:gd name="connsiteX190" fmla="*/ 117282 w 489750"/>
                <a:gd name="connsiteY190" fmla="*/ 709993 h 1421132"/>
                <a:gd name="connsiteX191" fmla="*/ 118113 w 489750"/>
                <a:gd name="connsiteY191" fmla="*/ 712398 h 1421132"/>
                <a:gd name="connsiteX192" fmla="*/ 119057 w 489750"/>
                <a:gd name="connsiteY192" fmla="*/ 714755 h 1421132"/>
                <a:gd name="connsiteX193" fmla="*/ 120115 w 489750"/>
                <a:gd name="connsiteY193" fmla="*/ 717073 h 1421132"/>
                <a:gd name="connsiteX194" fmla="*/ 121287 w 489750"/>
                <a:gd name="connsiteY194" fmla="*/ 719329 h 1421132"/>
                <a:gd name="connsiteX195" fmla="*/ 122567 w 489750"/>
                <a:gd name="connsiteY195" fmla="*/ 721526 h 1421132"/>
                <a:gd name="connsiteX196" fmla="*/ 123953 w 489750"/>
                <a:gd name="connsiteY196" fmla="*/ 723663 h 1421132"/>
                <a:gd name="connsiteX197" fmla="*/ 125440 w 489750"/>
                <a:gd name="connsiteY197" fmla="*/ 725725 h 1421132"/>
                <a:gd name="connsiteX198" fmla="*/ 127027 w 489750"/>
                <a:gd name="connsiteY198" fmla="*/ 727714 h 1421132"/>
                <a:gd name="connsiteX199" fmla="*/ 128708 w 489750"/>
                <a:gd name="connsiteY199" fmla="*/ 729623 h 1421132"/>
                <a:gd name="connsiteX200" fmla="*/ 130483 w 489750"/>
                <a:gd name="connsiteY200" fmla="*/ 731445 h 1421132"/>
                <a:gd name="connsiteX201" fmla="*/ 132338 w 489750"/>
                <a:gd name="connsiteY201" fmla="*/ 733180 h 1421132"/>
                <a:gd name="connsiteX202" fmla="*/ 134280 w 489750"/>
                <a:gd name="connsiteY202" fmla="*/ 734827 h 1421132"/>
                <a:gd name="connsiteX203" fmla="*/ 136303 w 489750"/>
                <a:gd name="connsiteY203" fmla="*/ 736367 h 1421132"/>
                <a:gd name="connsiteX204" fmla="*/ 138392 w 489750"/>
                <a:gd name="connsiteY204" fmla="*/ 737814 h 1421132"/>
                <a:gd name="connsiteX205" fmla="*/ 140549 w 489750"/>
                <a:gd name="connsiteY205" fmla="*/ 739160 h 1421132"/>
                <a:gd name="connsiteX206" fmla="*/ 142772 w 489750"/>
                <a:gd name="connsiteY206" fmla="*/ 740392 h 1421132"/>
                <a:gd name="connsiteX207" fmla="*/ 145056 w 489750"/>
                <a:gd name="connsiteY207" fmla="*/ 741524 h 1421132"/>
                <a:gd name="connsiteX208" fmla="*/ 147387 w 489750"/>
                <a:gd name="connsiteY208" fmla="*/ 742536 h 1421132"/>
                <a:gd name="connsiteX209" fmla="*/ 149764 w 489750"/>
                <a:gd name="connsiteY209" fmla="*/ 743433 h 1421132"/>
                <a:gd name="connsiteX210" fmla="*/ 152189 w 489750"/>
                <a:gd name="connsiteY210" fmla="*/ 744216 h 1421132"/>
                <a:gd name="connsiteX211" fmla="*/ 154640 w 489750"/>
                <a:gd name="connsiteY211" fmla="*/ 744879 h 1421132"/>
                <a:gd name="connsiteX212" fmla="*/ 157125 w 489750"/>
                <a:gd name="connsiteY212" fmla="*/ 745422 h 1421132"/>
                <a:gd name="connsiteX213" fmla="*/ 159636 w 489750"/>
                <a:gd name="connsiteY213" fmla="*/ 745844 h 1421132"/>
                <a:gd name="connsiteX214" fmla="*/ 162161 w 489750"/>
                <a:gd name="connsiteY214" fmla="*/ 746139 h 1421132"/>
                <a:gd name="connsiteX215" fmla="*/ 164699 w 489750"/>
                <a:gd name="connsiteY215" fmla="*/ 746313 h 1421132"/>
                <a:gd name="connsiteX216" fmla="*/ 167244 w 489750"/>
                <a:gd name="connsiteY216" fmla="*/ 746367 h 1421132"/>
                <a:gd name="connsiteX217" fmla="*/ 169782 w 489750"/>
                <a:gd name="connsiteY217" fmla="*/ 746293 h 1421132"/>
                <a:gd name="connsiteX218" fmla="*/ 172321 w 489750"/>
                <a:gd name="connsiteY218" fmla="*/ 746092 h 1421132"/>
                <a:gd name="connsiteX219" fmla="*/ 174845 w 489750"/>
                <a:gd name="connsiteY219" fmla="*/ 745777 h 1421132"/>
                <a:gd name="connsiteX220" fmla="*/ 177350 w 489750"/>
                <a:gd name="connsiteY220" fmla="*/ 745328 h 1421132"/>
                <a:gd name="connsiteX221" fmla="*/ 179828 w 489750"/>
                <a:gd name="connsiteY221" fmla="*/ 744766 h 1421132"/>
                <a:gd name="connsiteX222" fmla="*/ 182279 w 489750"/>
                <a:gd name="connsiteY222" fmla="*/ 744083 h 1421132"/>
                <a:gd name="connsiteX223" fmla="*/ 184690 w 489750"/>
                <a:gd name="connsiteY223" fmla="*/ 743279 h 1421132"/>
                <a:gd name="connsiteX224" fmla="*/ 187885 w 489750"/>
                <a:gd name="connsiteY224" fmla="*/ 742007 h 1421132"/>
                <a:gd name="connsiteX225" fmla="*/ 190986 w 489750"/>
                <a:gd name="connsiteY225" fmla="*/ 740533 h 1421132"/>
                <a:gd name="connsiteX226" fmla="*/ 193986 w 489750"/>
                <a:gd name="connsiteY226" fmla="*/ 738852 h 1421132"/>
                <a:gd name="connsiteX227" fmla="*/ 196873 w 489750"/>
                <a:gd name="connsiteY227" fmla="*/ 736977 h 1421132"/>
                <a:gd name="connsiteX228" fmla="*/ 199625 w 489750"/>
                <a:gd name="connsiteY228" fmla="*/ 734921 h 1421132"/>
                <a:gd name="connsiteX229" fmla="*/ 202237 w 489750"/>
                <a:gd name="connsiteY229" fmla="*/ 732684 h 1421132"/>
                <a:gd name="connsiteX230" fmla="*/ 204695 w 489750"/>
                <a:gd name="connsiteY230" fmla="*/ 730279 h 1421132"/>
                <a:gd name="connsiteX231" fmla="*/ 206986 w 489750"/>
                <a:gd name="connsiteY231" fmla="*/ 727721 h 1421132"/>
                <a:gd name="connsiteX232" fmla="*/ 209109 w 489750"/>
                <a:gd name="connsiteY232" fmla="*/ 725015 h 1421132"/>
                <a:gd name="connsiteX233" fmla="*/ 211051 w 489750"/>
                <a:gd name="connsiteY233" fmla="*/ 722176 h 1421132"/>
                <a:gd name="connsiteX234" fmla="*/ 212799 w 489750"/>
                <a:gd name="connsiteY234" fmla="*/ 719216 h 1421132"/>
                <a:gd name="connsiteX235" fmla="*/ 214346 w 489750"/>
                <a:gd name="connsiteY235" fmla="*/ 716148 h 1421132"/>
                <a:gd name="connsiteX236" fmla="*/ 215685 w 489750"/>
                <a:gd name="connsiteY236" fmla="*/ 712980 h 1421132"/>
                <a:gd name="connsiteX237" fmla="*/ 216817 w 489750"/>
                <a:gd name="connsiteY237" fmla="*/ 709732 h 1421132"/>
                <a:gd name="connsiteX238" fmla="*/ 217735 w 489750"/>
                <a:gd name="connsiteY238" fmla="*/ 706424 h 1421132"/>
                <a:gd name="connsiteX239" fmla="*/ 218431 w 489750"/>
                <a:gd name="connsiteY239" fmla="*/ 703055 h 1421132"/>
                <a:gd name="connsiteX240" fmla="*/ 218900 w 489750"/>
                <a:gd name="connsiteY240" fmla="*/ 699646 h 1421132"/>
                <a:gd name="connsiteX241" fmla="*/ 219148 w 489750"/>
                <a:gd name="connsiteY241" fmla="*/ 696217 h 1421132"/>
                <a:gd name="connsiteX242" fmla="*/ 219168 w 489750"/>
                <a:gd name="connsiteY242" fmla="*/ 692781 h 1421132"/>
                <a:gd name="connsiteX243" fmla="*/ 218967 w 489750"/>
                <a:gd name="connsiteY243" fmla="*/ 689353 h 1421132"/>
                <a:gd name="connsiteX244" fmla="*/ 218532 w 489750"/>
                <a:gd name="connsiteY244" fmla="*/ 685937 h 1421132"/>
                <a:gd name="connsiteX245" fmla="*/ 217875 w 489750"/>
                <a:gd name="connsiteY245" fmla="*/ 682561 h 1421132"/>
                <a:gd name="connsiteX246" fmla="*/ 216998 w 489750"/>
                <a:gd name="connsiteY246" fmla="*/ 679240 h 1421132"/>
                <a:gd name="connsiteX247" fmla="*/ 215906 w 489750"/>
                <a:gd name="connsiteY247" fmla="*/ 675978 h 1421132"/>
                <a:gd name="connsiteX248" fmla="*/ 214600 w 489750"/>
                <a:gd name="connsiteY248" fmla="*/ 672797 h 1421132"/>
                <a:gd name="connsiteX249" fmla="*/ 213094 w 489750"/>
                <a:gd name="connsiteY249" fmla="*/ 669709 h 1421132"/>
                <a:gd name="connsiteX250" fmla="*/ 211379 w 489750"/>
                <a:gd name="connsiteY250" fmla="*/ 666729 h 1421132"/>
                <a:gd name="connsiteX251" fmla="*/ 209477 w 489750"/>
                <a:gd name="connsiteY251" fmla="*/ 663870 h 1421132"/>
                <a:gd name="connsiteX252" fmla="*/ 207388 w 489750"/>
                <a:gd name="connsiteY252" fmla="*/ 661137 h 1421132"/>
                <a:gd name="connsiteX253" fmla="*/ 205124 w 489750"/>
                <a:gd name="connsiteY253" fmla="*/ 658552 h 1421132"/>
                <a:gd name="connsiteX254" fmla="*/ 202693 w 489750"/>
                <a:gd name="connsiteY254" fmla="*/ 656114 h 1421132"/>
                <a:gd name="connsiteX255" fmla="*/ 200108 w 489750"/>
                <a:gd name="connsiteY255" fmla="*/ 653850 h 1421132"/>
                <a:gd name="connsiteX256" fmla="*/ 197382 w 489750"/>
                <a:gd name="connsiteY256" fmla="*/ 651761 h 1421132"/>
                <a:gd name="connsiteX257" fmla="*/ 194522 w 489750"/>
                <a:gd name="connsiteY257" fmla="*/ 649852 h 1421132"/>
                <a:gd name="connsiteX258" fmla="*/ 191542 w 489750"/>
                <a:gd name="connsiteY258" fmla="*/ 648138 h 1421132"/>
                <a:gd name="connsiteX259" fmla="*/ 188454 w 489750"/>
                <a:gd name="connsiteY259" fmla="*/ 646617 h 1421132"/>
                <a:gd name="connsiteX260" fmla="*/ 185273 w 489750"/>
                <a:gd name="connsiteY260" fmla="*/ 645311 h 1421132"/>
                <a:gd name="connsiteX261" fmla="*/ 182018 w 489750"/>
                <a:gd name="connsiteY261" fmla="*/ 644213 h 1421132"/>
                <a:gd name="connsiteX262" fmla="*/ 178690 w 489750"/>
                <a:gd name="connsiteY262" fmla="*/ 643336 h 1421132"/>
                <a:gd name="connsiteX263" fmla="*/ 175314 w 489750"/>
                <a:gd name="connsiteY263" fmla="*/ 642679 h 1421132"/>
                <a:gd name="connsiteX264" fmla="*/ 171905 w 489750"/>
                <a:gd name="connsiteY264" fmla="*/ 642244 h 1421132"/>
                <a:gd name="connsiteX265" fmla="*/ 168476 w 489750"/>
                <a:gd name="connsiteY265" fmla="*/ 642030 h 1421132"/>
                <a:gd name="connsiteX266" fmla="*/ 165034 w 489750"/>
                <a:gd name="connsiteY266" fmla="*/ 642050 h 1421132"/>
                <a:gd name="connsiteX267" fmla="*/ 161605 w 489750"/>
                <a:gd name="connsiteY267" fmla="*/ 642291 h 1421132"/>
                <a:gd name="connsiteX268" fmla="*/ 158203 w 489750"/>
                <a:gd name="connsiteY268" fmla="*/ 642760 h 1421132"/>
                <a:gd name="connsiteX269" fmla="*/ 154834 w 489750"/>
                <a:gd name="connsiteY269" fmla="*/ 643450 h 1421132"/>
                <a:gd name="connsiteX270" fmla="*/ 151519 w 489750"/>
                <a:gd name="connsiteY270" fmla="*/ 644367 h 1421132"/>
                <a:gd name="connsiteX271" fmla="*/ 148271 w 489750"/>
                <a:gd name="connsiteY271" fmla="*/ 645492 h 1421132"/>
                <a:gd name="connsiteX272" fmla="*/ 220132 w 489750"/>
                <a:gd name="connsiteY272" fmla="*/ 1021798 h 1421132"/>
                <a:gd name="connsiteX273" fmla="*/ 179259 w 489750"/>
                <a:gd name="connsiteY273" fmla="*/ 1049364 h 1421132"/>
                <a:gd name="connsiteX274" fmla="*/ 174330 w 489750"/>
                <a:gd name="connsiteY274" fmla="*/ 1106030 h 1421132"/>
                <a:gd name="connsiteX275" fmla="*/ 210368 w 489750"/>
                <a:gd name="connsiteY275" fmla="*/ 1148122 h 1421132"/>
                <a:gd name="connsiteX276" fmla="*/ 236474 w 489750"/>
                <a:gd name="connsiteY276" fmla="*/ 1152174 h 1421132"/>
                <a:gd name="connsiteX277" fmla="*/ 279704 w 489750"/>
                <a:gd name="connsiteY277" fmla="*/ 1116149 h 1421132"/>
                <a:gd name="connsiteX278" fmla="*/ 283843 w 489750"/>
                <a:gd name="connsiteY278" fmla="*/ 1064205 h 1421132"/>
                <a:gd name="connsiteX279" fmla="*/ 281499 w 489750"/>
                <a:gd name="connsiteY279" fmla="*/ 1058365 h 1421132"/>
                <a:gd name="connsiteX280" fmla="*/ 278579 w 489750"/>
                <a:gd name="connsiteY280" fmla="*/ 1052786 h 1421132"/>
                <a:gd name="connsiteX281" fmla="*/ 275124 w 489750"/>
                <a:gd name="connsiteY281" fmla="*/ 1047522 h 1421132"/>
                <a:gd name="connsiteX282" fmla="*/ 271159 w 489750"/>
                <a:gd name="connsiteY282" fmla="*/ 1042633 h 1421132"/>
                <a:gd name="connsiteX283" fmla="*/ 266725 w 489750"/>
                <a:gd name="connsiteY283" fmla="*/ 1038166 h 1421132"/>
                <a:gd name="connsiteX284" fmla="*/ 261863 w 489750"/>
                <a:gd name="connsiteY284" fmla="*/ 1034161 h 1421132"/>
                <a:gd name="connsiteX285" fmla="*/ 256633 w 489750"/>
                <a:gd name="connsiteY285" fmla="*/ 1030665 h 1421132"/>
                <a:gd name="connsiteX286" fmla="*/ 251074 w 489750"/>
                <a:gd name="connsiteY286" fmla="*/ 1027705 h 1421132"/>
                <a:gd name="connsiteX287" fmla="*/ 220132 w 489750"/>
                <a:gd name="connsiteY287" fmla="*/ 1021798 h 142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489750" h="1421132">
                  <a:moveTo>
                    <a:pt x="98986" y="5059"/>
                  </a:moveTo>
                  <a:cubicBezTo>
                    <a:pt x="82972" y="11750"/>
                    <a:pt x="66176" y="20650"/>
                    <a:pt x="60101" y="38271"/>
                  </a:cubicBezTo>
                  <a:cubicBezTo>
                    <a:pt x="54911" y="53313"/>
                    <a:pt x="59010" y="66674"/>
                    <a:pt x="66256" y="80183"/>
                  </a:cubicBezTo>
                  <a:cubicBezTo>
                    <a:pt x="73757" y="94160"/>
                    <a:pt x="85062" y="105177"/>
                    <a:pt x="100606" y="109463"/>
                  </a:cubicBezTo>
                  <a:cubicBezTo>
                    <a:pt x="117149" y="114024"/>
                    <a:pt x="135640" y="110340"/>
                    <a:pt x="149831" y="100897"/>
                  </a:cubicBezTo>
                  <a:cubicBezTo>
                    <a:pt x="164002" y="91454"/>
                    <a:pt x="174926" y="75501"/>
                    <a:pt x="177270" y="58504"/>
                  </a:cubicBezTo>
                  <a:cubicBezTo>
                    <a:pt x="177464" y="57144"/>
                    <a:pt x="177598" y="55778"/>
                    <a:pt x="177658" y="54405"/>
                  </a:cubicBezTo>
                  <a:cubicBezTo>
                    <a:pt x="177725" y="53032"/>
                    <a:pt x="177719" y="51659"/>
                    <a:pt x="177645" y="50286"/>
                  </a:cubicBezTo>
                  <a:cubicBezTo>
                    <a:pt x="177571" y="48913"/>
                    <a:pt x="177437" y="47554"/>
                    <a:pt x="177230" y="46194"/>
                  </a:cubicBezTo>
                  <a:cubicBezTo>
                    <a:pt x="177022" y="44834"/>
                    <a:pt x="176754" y="43488"/>
                    <a:pt x="176413" y="42155"/>
                  </a:cubicBezTo>
                  <a:cubicBezTo>
                    <a:pt x="176071" y="40823"/>
                    <a:pt x="175669" y="39517"/>
                    <a:pt x="175201" y="38224"/>
                  </a:cubicBezTo>
                  <a:cubicBezTo>
                    <a:pt x="174732" y="36932"/>
                    <a:pt x="174202" y="35666"/>
                    <a:pt x="173607" y="34427"/>
                  </a:cubicBezTo>
                  <a:cubicBezTo>
                    <a:pt x="173010" y="33188"/>
                    <a:pt x="172361" y="31976"/>
                    <a:pt x="171644" y="30804"/>
                  </a:cubicBezTo>
                  <a:cubicBezTo>
                    <a:pt x="170934" y="29632"/>
                    <a:pt x="170164" y="28493"/>
                    <a:pt x="169340" y="27395"/>
                  </a:cubicBezTo>
                  <a:cubicBezTo>
                    <a:pt x="160065" y="15059"/>
                    <a:pt x="147849" y="10605"/>
                    <a:pt x="133845" y="5903"/>
                  </a:cubicBezTo>
                  <a:cubicBezTo>
                    <a:pt x="168296" y="36"/>
                    <a:pt x="208727" y="5803"/>
                    <a:pt x="243995" y="6131"/>
                  </a:cubicBezTo>
                  <a:cubicBezTo>
                    <a:pt x="325909" y="7035"/>
                    <a:pt x="407830" y="7209"/>
                    <a:pt x="489751" y="6667"/>
                  </a:cubicBezTo>
                  <a:cubicBezTo>
                    <a:pt x="486885" y="18454"/>
                    <a:pt x="483435" y="30369"/>
                    <a:pt x="482190" y="42437"/>
                  </a:cubicBezTo>
                  <a:lnTo>
                    <a:pt x="478158" y="63138"/>
                  </a:lnTo>
                  <a:cubicBezTo>
                    <a:pt x="453901" y="127017"/>
                    <a:pt x="465513" y="240997"/>
                    <a:pt x="460397" y="313227"/>
                  </a:cubicBezTo>
                  <a:cubicBezTo>
                    <a:pt x="443004" y="570315"/>
                    <a:pt x="413014" y="825930"/>
                    <a:pt x="370426" y="1080064"/>
                  </a:cubicBezTo>
                  <a:cubicBezTo>
                    <a:pt x="357661" y="1155462"/>
                    <a:pt x="349825" y="1241094"/>
                    <a:pt x="318160" y="1311006"/>
                  </a:cubicBezTo>
                  <a:cubicBezTo>
                    <a:pt x="303620" y="1343106"/>
                    <a:pt x="285384" y="1364022"/>
                    <a:pt x="252728" y="1378568"/>
                  </a:cubicBezTo>
                  <a:cubicBezTo>
                    <a:pt x="217346" y="1394334"/>
                    <a:pt x="35603" y="1430151"/>
                    <a:pt x="4085" y="1419026"/>
                  </a:cubicBezTo>
                  <a:cubicBezTo>
                    <a:pt x="2639" y="1418518"/>
                    <a:pt x="1360" y="1417633"/>
                    <a:pt x="0" y="1416937"/>
                  </a:cubicBezTo>
                  <a:cubicBezTo>
                    <a:pt x="17754" y="1294216"/>
                    <a:pt x="48903" y="1180496"/>
                    <a:pt x="59626" y="1054293"/>
                  </a:cubicBezTo>
                  <a:cubicBezTo>
                    <a:pt x="69230" y="941203"/>
                    <a:pt x="59063" y="827296"/>
                    <a:pt x="49386" y="714642"/>
                  </a:cubicBezTo>
                  <a:cubicBezTo>
                    <a:pt x="41838" y="622668"/>
                    <a:pt x="33634" y="530748"/>
                    <a:pt x="24766" y="438888"/>
                  </a:cubicBezTo>
                  <a:cubicBezTo>
                    <a:pt x="9611" y="293872"/>
                    <a:pt x="11613" y="146111"/>
                    <a:pt x="12048" y="459"/>
                  </a:cubicBezTo>
                  <a:cubicBezTo>
                    <a:pt x="27465" y="753"/>
                    <a:pt x="91531" y="-2529"/>
                    <a:pt x="98986" y="5059"/>
                  </a:cubicBezTo>
                  <a:close/>
                  <a:moveTo>
                    <a:pt x="327315" y="285742"/>
                  </a:moveTo>
                  <a:cubicBezTo>
                    <a:pt x="326739" y="285882"/>
                    <a:pt x="326170" y="286043"/>
                    <a:pt x="325608" y="286211"/>
                  </a:cubicBezTo>
                  <a:cubicBezTo>
                    <a:pt x="325038" y="286378"/>
                    <a:pt x="324476" y="286559"/>
                    <a:pt x="323920" y="286760"/>
                  </a:cubicBezTo>
                  <a:cubicBezTo>
                    <a:pt x="323364" y="286954"/>
                    <a:pt x="322815" y="287168"/>
                    <a:pt x="322266" y="287389"/>
                  </a:cubicBezTo>
                  <a:cubicBezTo>
                    <a:pt x="321723" y="287610"/>
                    <a:pt x="321181" y="287852"/>
                    <a:pt x="320645" y="288099"/>
                  </a:cubicBezTo>
                  <a:cubicBezTo>
                    <a:pt x="320109" y="288347"/>
                    <a:pt x="319580" y="288615"/>
                    <a:pt x="319058" y="288889"/>
                  </a:cubicBezTo>
                  <a:cubicBezTo>
                    <a:pt x="318535" y="289164"/>
                    <a:pt x="318020" y="289459"/>
                    <a:pt x="317517" y="289760"/>
                  </a:cubicBezTo>
                  <a:cubicBezTo>
                    <a:pt x="317008" y="290062"/>
                    <a:pt x="316506" y="290376"/>
                    <a:pt x="316017" y="290704"/>
                  </a:cubicBezTo>
                  <a:cubicBezTo>
                    <a:pt x="315528" y="291033"/>
                    <a:pt x="315039" y="291367"/>
                    <a:pt x="314564" y="291723"/>
                  </a:cubicBezTo>
                  <a:cubicBezTo>
                    <a:pt x="314088" y="292071"/>
                    <a:pt x="313626" y="292432"/>
                    <a:pt x="313164" y="292807"/>
                  </a:cubicBezTo>
                  <a:cubicBezTo>
                    <a:pt x="312709" y="293176"/>
                    <a:pt x="312260" y="293564"/>
                    <a:pt x="311818" y="293959"/>
                  </a:cubicBezTo>
                  <a:cubicBezTo>
                    <a:pt x="311383" y="294355"/>
                    <a:pt x="310954" y="294756"/>
                    <a:pt x="310532" y="295178"/>
                  </a:cubicBezTo>
                  <a:cubicBezTo>
                    <a:pt x="310110" y="295594"/>
                    <a:pt x="309702" y="296022"/>
                    <a:pt x="309306" y="296457"/>
                  </a:cubicBezTo>
                  <a:cubicBezTo>
                    <a:pt x="308911" y="296893"/>
                    <a:pt x="308523" y="297341"/>
                    <a:pt x="308148" y="297797"/>
                  </a:cubicBezTo>
                  <a:cubicBezTo>
                    <a:pt x="307773" y="298252"/>
                    <a:pt x="307411" y="298715"/>
                    <a:pt x="307056" y="299190"/>
                  </a:cubicBezTo>
                  <a:cubicBezTo>
                    <a:pt x="306701" y="299665"/>
                    <a:pt x="306360" y="300148"/>
                    <a:pt x="306031" y="300637"/>
                  </a:cubicBezTo>
                  <a:cubicBezTo>
                    <a:pt x="305703" y="301125"/>
                    <a:pt x="305382" y="301628"/>
                    <a:pt x="305080" y="302130"/>
                  </a:cubicBezTo>
                  <a:cubicBezTo>
                    <a:pt x="304779" y="302632"/>
                    <a:pt x="304484" y="303148"/>
                    <a:pt x="304203" y="303670"/>
                  </a:cubicBezTo>
                  <a:cubicBezTo>
                    <a:pt x="303929" y="304186"/>
                    <a:pt x="303661" y="304715"/>
                    <a:pt x="303406" y="305251"/>
                  </a:cubicBezTo>
                  <a:cubicBezTo>
                    <a:pt x="303152" y="305780"/>
                    <a:pt x="302911" y="306323"/>
                    <a:pt x="302683" y="306872"/>
                  </a:cubicBezTo>
                  <a:cubicBezTo>
                    <a:pt x="302462" y="307414"/>
                    <a:pt x="302248" y="307963"/>
                    <a:pt x="302047" y="308519"/>
                  </a:cubicBezTo>
                  <a:cubicBezTo>
                    <a:pt x="301846" y="309075"/>
                    <a:pt x="301658" y="309638"/>
                    <a:pt x="301491" y="310200"/>
                  </a:cubicBezTo>
                  <a:cubicBezTo>
                    <a:pt x="301317" y="310770"/>
                    <a:pt x="301156" y="311339"/>
                    <a:pt x="301015" y="311908"/>
                  </a:cubicBezTo>
                  <a:cubicBezTo>
                    <a:pt x="300868" y="312477"/>
                    <a:pt x="300734" y="313053"/>
                    <a:pt x="300620" y="313636"/>
                  </a:cubicBezTo>
                  <a:cubicBezTo>
                    <a:pt x="300506" y="314219"/>
                    <a:pt x="300406" y="314801"/>
                    <a:pt x="300319" y="315384"/>
                  </a:cubicBezTo>
                  <a:cubicBezTo>
                    <a:pt x="300232" y="315967"/>
                    <a:pt x="300158" y="316556"/>
                    <a:pt x="300098" y="317139"/>
                  </a:cubicBezTo>
                  <a:cubicBezTo>
                    <a:pt x="300037" y="317728"/>
                    <a:pt x="299997" y="318317"/>
                    <a:pt x="299970" y="318906"/>
                  </a:cubicBezTo>
                  <a:cubicBezTo>
                    <a:pt x="299937" y="319496"/>
                    <a:pt x="299924" y="320085"/>
                    <a:pt x="299924" y="320675"/>
                  </a:cubicBezTo>
                  <a:cubicBezTo>
                    <a:pt x="299924" y="321271"/>
                    <a:pt x="299937" y="321860"/>
                    <a:pt x="299964" y="322450"/>
                  </a:cubicBezTo>
                  <a:cubicBezTo>
                    <a:pt x="299997" y="323039"/>
                    <a:pt x="300037" y="323628"/>
                    <a:pt x="300098" y="324218"/>
                  </a:cubicBezTo>
                  <a:cubicBezTo>
                    <a:pt x="300151" y="324800"/>
                    <a:pt x="300225" y="325390"/>
                    <a:pt x="300312" y="325972"/>
                  </a:cubicBezTo>
                  <a:cubicBezTo>
                    <a:pt x="300399" y="326555"/>
                    <a:pt x="300500" y="327137"/>
                    <a:pt x="300613" y="327720"/>
                  </a:cubicBezTo>
                  <a:cubicBezTo>
                    <a:pt x="300727" y="328303"/>
                    <a:pt x="300861" y="328879"/>
                    <a:pt x="301002" y="329448"/>
                  </a:cubicBezTo>
                  <a:cubicBezTo>
                    <a:pt x="301143" y="330018"/>
                    <a:pt x="301303" y="330587"/>
                    <a:pt x="301477" y="331156"/>
                  </a:cubicBezTo>
                  <a:cubicBezTo>
                    <a:pt x="301645" y="331725"/>
                    <a:pt x="301832" y="332281"/>
                    <a:pt x="302033" y="332837"/>
                  </a:cubicBezTo>
                  <a:cubicBezTo>
                    <a:pt x="302227" y="333393"/>
                    <a:pt x="302442" y="333949"/>
                    <a:pt x="302669" y="334491"/>
                  </a:cubicBezTo>
                  <a:cubicBezTo>
                    <a:pt x="302897" y="335034"/>
                    <a:pt x="303138" y="335576"/>
                    <a:pt x="303386" y="336112"/>
                  </a:cubicBezTo>
                  <a:cubicBezTo>
                    <a:pt x="303641" y="336641"/>
                    <a:pt x="303908" y="337170"/>
                    <a:pt x="304190" y="337693"/>
                  </a:cubicBezTo>
                  <a:cubicBezTo>
                    <a:pt x="304464" y="338215"/>
                    <a:pt x="304759" y="338731"/>
                    <a:pt x="305060" y="339233"/>
                  </a:cubicBezTo>
                  <a:cubicBezTo>
                    <a:pt x="305362" y="339735"/>
                    <a:pt x="305683" y="340237"/>
                    <a:pt x="306011" y="340727"/>
                  </a:cubicBezTo>
                  <a:cubicBezTo>
                    <a:pt x="306340" y="341215"/>
                    <a:pt x="306681" y="341697"/>
                    <a:pt x="307029" y="342173"/>
                  </a:cubicBezTo>
                  <a:cubicBezTo>
                    <a:pt x="307384" y="342649"/>
                    <a:pt x="307746" y="343117"/>
                    <a:pt x="308121" y="343573"/>
                  </a:cubicBezTo>
                  <a:cubicBezTo>
                    <a:pt x="308503" y="344028"/>
                    <a:pt x="308891" y="344477"/>
                    <a:pt x="309286" y="344912"/>
                  </a:cubicBezTo>
                  <a:cubicBezTo>
                    <a:pt x="309682" y="345347"/>
                    <a:pt x="310090" y="345776"/>
                    <a:pt x="310505" y="346191"/>
                  </a:cubicBezTo>
                  <a:cubicBezTo>
                    <a:pt x="310927" y="346613"/>
                    <a:pt x="311356" y="347015"/>
                    <a:pt x="311791" y="347410"/>
                  </a:cubicBezTo>
                  <a:cubicBezTo>
                    <a:pt x="312227" y="347805"/>
                    <a:pt x="312675" y="348194"/>
                    <a:pt x="313137" y="348569"/>
                  </a:cubicBezTo>
                  <a:cubicBezTo>
                    <a:pt x="313593" y="348944"/>
                    <a:pt x="314061" y="349305"/>
                    <a:pt x="314537" y="349654"/>
                  </a:cubicBezTo>
                  <a:cubicBezTo>
                    <a:pt x="315012" y="350009"/>
                    <a:pt x="315495" y="350344"/>
                    <a:pt x="315984" y="350672"/>
                  </a:cubicBezTo>
                  <a:cubicBezTo>
                    <a:pt x="316473" y="351000"/>
                    <a:pt x="316975" y="351315"/>
                    <a:pt x="317484" y="351616"/>
                  </a:cubicBezTo>
                  <a:cubicBezTo>
                    <a:pt x="317993" y="351917"/>
                    <a:pt x="318508" y="352212"/>
                    <a:pt x="319031" y="352487"/>
                  </a:cubicBezTo>
                  <a:cubicBezTo>
                    <a:pt x="319547" y="352762"/>
                    <a:pt x="320076" y="353029"/>
                    <a:pt x="320611" y="353277"/>
                  </a:cubicBezTo>
                  <a:cubicBezTo>
                    <a:pt x="321147" y="353532"/>
                    <a:pt x="321690" y="353773"/>
                    <a:pt x="322232" y="353994"/>
                  </a:cubicBezTo>
                  <a:cubicBezTo>
                    <a:pt x="322781" y="354215"/>
                    <a:pt x="323331" y="354429"/>
                    <a:pt x="323886" y="354623"/>
                  </a:cubicBezTo>
                  <a:cubicBezTo>
                    <a:pt x="324442" y="354824"/>
                    <a:pt x="325005" y="355012"/>
                    <a:pt x="325574" y="355179"/>
                  </a:cubicBezTo>
                  <a:cubicBezTo>
                    <a:pt x="326137" y="355347"/>
                    <a:pt x="326706" y="355501"/>
                    <a:pt x="327282" y="355641"/>
                  </a:cubicBezTo>
                  <a:cubicBezTo>
                    <a:pt x="327851" y="355782"/>
                    <a:pt x="328427" y="355916"/>
                    <a:pt x="329010" y="356030"/>
                  </a:cubicBezTo>
                  <a:cubicBezTo>
                    <a:pt x="329592" y="356143"/>
                    <a:pt x="330175" y="356237"/>
                    <a:pt x="330758" y="356324"/>
                  </a:cubicBezTo>
                  <a:cubicBezTo>
                    <a:pt x="331341" y="356411"/>
                    <a:pt x="331930" y="356478"/>
                    <a:pt x="332519" y="356539"/>
                  </a:cubicBezTo>
                  <a:cubicBezTo>
                    <a:pt x="333102" y="356592"/>
                    <a:pt x="333691" y="356633"/>
                    <a:pt x="334287" y="356659"/>
                  </a:cubicBezTo>
                  <a:cubicBezTo>
                    <a:pt x="334877" y="356686"/>
                    <a:pt x="335466" y="356699"/>
                    <a:pt x="336055" y="356699"/>
                  </a:cubicBezTo>
                  <a:cubicBezTo>
                    <a:pt x="336645" y="356693"/>
                    <a:pt x="337234" y="356679"/>
                    <a:pt x="337823" y="356646"/>
                  </a:cubicBezTo>
                  <a:cubicBezTo>
                    <a:pt x="338420" y="356612"/>
                    <a:pt x="339009" y="356572"/>
                    <a:pt x="339592" y="356512"/>
                  </a:cubicBezTo>
                  <a:cubicBezTo>
                    <a:pt x="340181" y="356451"/>
                    <a:pt x="340770" y="356371"/>
                    <a:pt x="341353" y="356284"/>
                  </a:cubicBezTo>
                  <a:cubicBezTo>
                    <a:pt x="341936" y="356197"/>
                    <a:pt x="342518" y="356090"/>
                    <a:pt x="343094" y="355976"/>
                  </a:cubicBezTo>
                  <a:cubicBezTo>
                    <a:pt x="343677" y="355862"/>
                    <a:pt x="344253" y="355728"/>
                    <a:pt x="344822" y="355581"/>
                  </a:cubicBezTo>
                  <a:cubicBezTo>
                    <a:pt x="345391" y="355434"/>
                    <a:pt x="345961" y="355273"/>
                    <a:pt x="346516" y="355105"/>
                  </a:cubicBezTo>
                  <a:cubicBezTo>
                    <a:pt x="347079" y="354931"/>
                    <a:pt x="347635" y="354744"/>
                    <a:pt x="348191" y="354543"/>
                  </a:cubicBezTo>
                  <a:cubicBezTo>
                    <a:pt x="348747" y="354342"/>
                    <a:pt x="349289" y="354128"/>
                    <a:pt x="349832" y="353906"/>
                  </a:cubicBezTo>
                  <a:cubicBezTo>
                    <a:pt x="350374" y="353679"/>
                    <a:pt x="350910" y="353438"/>
                    <a:pt x="351439" y="353183"/>
                  </a:cubicBezTo>
                  <a:cubicBezTo>
                    <a:pt x="351968" y="352929"/>
                    <a:pt x="352497" y="352661"/>
                    <a:pt x="353013" y="352386"/>
                  </a:cubicBezTo>
                  <a:cubicBezTo>
                    <a:pt x="353528" y="352105"/>
                    <a:pt x="354037" y="351810"/>
                    <a:pt x="354540" y="351509"/>
                  </a:cubicBezTo>
                  <a:cubicBezTo>
                    <a:pt x="355042" y="351207"/>
                    <a:pt x="355538" y="350893"/>
                    <a:pt x="356027" y="350565"/>
                  </a:cubicBezTo>
                  <a:cubicBezTo>
                    <a:pt x="356516" y="350237"/>
                    <a:pt x="356991" y="349895"/>
                    <a:pt x="357467" y="349540"/>
                  </a:cubicBezTo>
                  <a:cubicBezTo>
                    <a:pt x="357935" y="349192"/>
                    <a:pt x="358397" y="348830"/>
                    <a:pt x="358853" y="348455"/>
                  </a:cubicBezTo>
                  <a:cubicBezTo>
                    <a:pt x="359302" y="348080"/>
                    <a:pt x="359750" y="347692"/>
                    <a:pt x="360186" y="347296"/>
                  </a:cubicBezTo>
                  <a:cubicBezTo>
                    <a:pt x="360621" y="346901"/>
                    <a:pt x="361043" y="346500"/>
                    <a:pt x="361458" y="346077"/>
                  </a:cubicBezTo>
                  <a:cubicBezTo>
                    <a:pt x="361867" y="345662"/>
                    <a:pt x="362275" y="345234"/>
                    <a:pt x="362670" y="344798"/>
                  </a:cubicBezTo>
                  <a:cubicBezTo>
                    <a:pt x="363065" y="344363"/>
                    <a:pt x="363447" y="343914"/>
                    <a:pt x="363816" y="343459"/>
                  </a:cubicBezTo>
                  <a:cubicBezTo>
                    <a:pt x="364184" y="343010"/>
                    <a:pt x="364545" y="342548"/>
                    <a:pt x="364894" y="342073"/>
                  </a:cubicBezTo>
                  <a:cubicBezTo>
                    <a:pt x="365242" y="341597"/>
                    <a:pt x="365577" y="341115"/>
                    <a:pt x="365905" y="340626"/>
                  </a:cubicBezTo>
                  <a:cubicBezTo>
                    <a:pt x="366233" y="340137"/>
                    <a:pt x="366548" y="339641"/>
                    <a:pt x="366849" y="339132"/>
                  </a:cubicBezTo>
                  <a:cubicBezTo>
                    <a:pt x="367151" y="338630"/>
                    <a:pt x="367439" y="338115"/>
                    <a:pt x="367713" y="337599"/>
                  </a:cubicBezTo>
                  <a:cubicBezTo>
                    <a:pt x="367988" y="337083"/>
                    <a:pt x="368256" y="336554"/>
                    <a:pt x="368504" y="336025"/>
                  </a:cubicBezTo>
                  <a:cubicBezTo>
                    <a:pt x="368751" y="335496"/>
                    <a:pt x="368992" y="334954"/>
                    <a:pt x="369214" y="334411"/>
                  </a:cubicBezTo>
                  <a:cubicBezTo>
                    <a:pt x="369435" y="333868"/>
                    <a:pt x="369649" y="333319"/>
                    <a:pt x="369843" y="332763"/>
                  </a:cubicBezTo>
                  <a:cubicBezTo>
                    <a:pt x="370037" y="332207"/>
                    <a:pt x="370225" y="331651"/>
                    <a:pt x="370392" y="331089"/>
                  </a:cubicBezTo>
                  <a:cubicBezTo>
                    <a:pt x="370560" y="330527"/>
                    <a:pt x="370720" y="329964"/>
                    <a:pt x="370861" y="329395"/>
                  </a:cubicBezTo>
                  <a:cubicBezTo>
                    <a:pt x="371002" y="328825"/>
                    <a:pt x="371129" y="328249"/>
                    <a:pt x="371243" y="327673"/>
                  </a:cubicBezTo>
                  <a:cubicBezTo>
                    <a:pt x="371357" y="327097"/>
                    <a:pt x="371457" y="326515"/>
                    <a:pt x="371544" y="325932"/>
                  </a:cubicBezTo>
                  <a:cubicBezTo>
                    <a:pt x="371631" y="325350"/>
                    <a:pt x="371698" y="324767"/>
                    <a:pt x="371759" y="324184"/>
                  </a:cubicBezTo>
                  <a:cubicBezTo>
                    <a:pt x="371819" y="323602"/>
                    <a:pt x="371859" y="323012"/>
                    <a:pt x="371886" y="322429"/>
                  </a:cubicBezTo>
                  <a:cubicBezTo>
                    <a:pt x="371913" y="321840"/>
                    <a:pt x="371926" y="321251"/>
                    <a:pt x="371926" y="320668"/>
                  </a:cubicBezTo>
                  <a:cubicBezTo>
                    <a:pt x="371926" y="320079"/>
                    <a:pt x="371913" y="319489"/>
                    <a:pt x="371886" y="318906"/>
                  </a:cubicBezTo>
                  <a:cubicBezTo>
                    <a:pt x="371852" y="318317"/>
                    <a:pt x="371812" y="317728"/>
                    <a:pt x="371752" y="317145"/>
                  </a:cubicBezTo>
                  <a:cubicBezTo>
                    <a:pt x="371692" y="316563"/>
                    <a:pt x="371624" y="315980"/>
                    <a:pt x="371537" y="315397"/>
                  </a:cubicBezTo>
                  <a:cubicBezTo>
                    <a:pt x="371450" y="314815"/>
                    <a:pt x="371350" y="314239"/>
                    <a:pt x="371236" y="313663"/>
                  </a:cubicBezTo>
                  <a:cubicBezTo>
                    <a:pt x="371122" y="313087"/>
                    <a:pt x="370988" y="312511"/>
                    <a:pt x="370848" y="311941"/>
                  </a:cubicBezTo>
                  <a:cubicBezTo>
                    <a:pt x="370707" y="311372"/>
                    <a:pt x="370546" y="310803"/>
                    <a:pt x="370379" y="310241"/>
                  </a:cubicBezTo>
                  <a:cubicBezTo>
                    <a:pt x="370211" y="309678"/>
                    <a:pt x="370024" y="309122"/>
                    <a:pt x="369823" y="308573"/>
                  </a:cubicBezTo>
                  <a:cubicBezTo>
                    <a:pt x="369629" y="308017"/>
                    <a:pt x="369414" y="307468"/>
                    <a:pt x="369187" y="306925"/>
                  </a:cubicBezTo>
                  <a:cubicBezTo>
                    <a:pt x="368966" y="306383"/>
                    <a:pt x="368725" y="305840"/>
                    <a:pt x="368477" y="305311"/>
                  </a:cubicBezTo>
                  <a:cubicBezTo>
                    <a:pt x="368229" y="304782"/>
                    <a:pt x="367961" y="304253"/>
                    <a:pt x="367686" y="303737"/>
                  </a:cubicBezTo>
                  <a:cubicBezTo>
                    <a:pt x="367412" y="303222"/>
                    <a:pt x="367117" y="302706"/>
                    <a:pt x="366816" y="302204"/>
                  </a:cubicBezTo>
                  <a:cubicBezTo>
                    <a:pt x="366514" y="301701"/>
                    <a:pt x="366200" y="301206"/>
                    <a:pt x="365872" y="300717"/>
                  </a:cubicBezTo>
                  <a:cubicBezTo>
                    <a:pt x="365543" y="300228"/>
                    <a:pt x="365209" y="299746"/>
                    <a:pt x="364860" y="299277"/>
                  </a:cubicBezTo>
                  <a:cubicBezTo>
                    <a:pt x="364512" y="298802"/>
                    <a:pt x="364150" y="298339"/>
                    <a:pt x="363775" y="297884"/>
                  </a:cubicBezTo>
                  <a:cubicBezTo>
                    <a:pt x="363407" y="297429"/>
                    <a:pt x="363025" y="296987"/>
                    <a:pt x="362630" y="296551"/>
                  </a:cubicBezTo>
                  <a:cubicBezTo>
                    <a:pt x="362235" y="296116"/>
                    <a:pt x="361826" y="295687"/>
                    <a:pt x="361411" y="295272"/>
                  </a:cubicBezTo>
                  <a:cubicBezTo>
                    <a:pt x="360996" y="294857"/>
                    <a:pt x="360574" y="294448"/>
                    <a:pt x="360139" y="294053"/>
                  </a:cubicBezTo>
                  <a:cubicBezTo>
                    <a:pt x="359703" y="293658"/>
                    <a:pt x="359261" y="293276"/>
                    <a:pt x="358806" y="292901"/>
                  </a:cubicBezTo>
                  <a:cubicBezTo>
                    <a:pt x="358351" y="292526"/>
                    <a:pt x="357888" y="292164"/>
                    <a:pt x="357420" y="291816"/>
                  </a:cubicBezTo>
                  <a:cubicBezTo>
                    <a:pt x="356944" y="291461"/>
                    <a:pt x="356469" y="291127"/>
                    <a:pt x="355980" y="290798"/>
                  </a:cubicBezTo>
                  <a:cubicBezTo>
                    <a:pt x="355491" y="290470"/>
                    <a:pt x="354995" y="290155"/>
                    <a:pt x="354493" y="289854"/>
                  </a:cubicBezTo>
                  <a:cubicBezTo>
                    <a:pt x="353991" y="289552"/>
                    <a:pt x="353475" y="289258"/>
                    <a:pt x="352959" y="288983"/>
                  </a:cubicBezTo>
                  <a:cubicBezTo>
                    <a:pt x="352444" y="288702"/>
                    <a:pt x="351914" y="288434"/>
                    <a:pt x="351385" y="288186"/>
                  </a:cubicBezTo>
                  <a:cubicBezTo>
                    <a:pt x="350856" y="287932"/>
                    <a:pt x="350320" y="287691"/>
                    <a:pt x="349778" y="287470"/>
                  </a:cubicBezTo>
                  <a:cubicBezTo>
                    <a:pt x="349236" y="287242"/>
                    <a:pt x="348686" y="287028"/>
                    <a:pt x="348137" y="286827"/>
                  </a:cubicBezTo>
                  <a:cubicBezTo>
                    <a:pt x="347581" y="286633"/>
                    <a:pt x="347025" y="286445"/>
                    <a:pt x="346463" y="286271"/>
                  </a:cubicBezTo>
                  <a:cubicBezTo>
                    <a:pt x="345900" y="286104"/>
                    <a:pt x="345331" y="285943"/>
                    <a:pt x="344762" y="285795"/>
                  </a:cubicBezTo>
                  <a:cubicBezTo>
                    <a:pt x="344193" y="285655"/>
                    <a:pt x="343623" y="285521"/>
                    <a:pt x="343047" y="285407"/>
                  </a:cubicBezTo>
                  <a:cubicBezTo>
                    <a:pt x="342471" y="285293"/>
                    <a:pt x="341895" y="285186"/>
                    <a:pt x="341313" y="285099"/>
                  </a:cubicBezTo>
                  <a:cubicBezTo>
                    <a:pt x="340730" y="285012"/>
                    <a:pt x="340147" y="284938"/>
                    <a:pt x="339565" y="284878"/>
                  </a:cubicBezTo>
                  <a:cubicBezTo>
                    <a:pt x="338982" y="284818"/>
                    <a:pt x="338393" y="284778"/>
                    <a:pt x="337803" y="284744"/>
                  </a:cubicBezTo>
                  <a:cubicBezTo>
                    <a:pt x="337221" y="284711"/>
                    <a:pt x="336631" y="284697"/>
                    <a:pt x="336042" y="284697"/>
                  </a:cubicBezTo>
                  <a:cubicBezTo>
                    <a:pt x="335459" y="284697"/>
                    <a:pt x="334870" y="284711"/>
                    <a:pt x="334281" y="284737"/>
                  </a:cubicBezTo>
                  <a:cubicBezTo>
                    <a:pt x="333698" y="284764"/>
                    <a:pt x="333108" y="284804"/>
                    <a:pt x="332526" y="284858"/>
                  </a:cubicBezTo>
                  <a:cubicBezTo>
                    <a:pt x="331943" y="284911"/>
                    <a:pt x="331354" y="284978"/>
                    <a:pt x="330771" y="285065"/>
                  </a:cubicBezTo>
                  <a:cubicBezTo>
                    <a:pt x="330189" y="285152"/>
                    <a:pt x="329613" y="285246"/>
                    <a:pt x="329037" y="285360"/>
                  </a:cubicBezTo>
                  <a:cubicBezTo>
                    <a:pt x="328461" y="285474"/>
                    <a:pt x="327885" y="285601"/>
                    <a:pt x="327315" y="285742"/>
                  </a:cubicBezTo>
                  <a:close/>
                  <a:moveTo>
                    <a:pt x="148271" y="645492"/>
                  </a:moveTo>
                  <a:cubicBezTo>
                    <a:pt x="147480" y="645793"/>
                    <a:pt x="146697" y="646122"/>
                    <a:pt x="145920" y="646463"/>
                  </a:cubicBezTo>
                  <a:cubicBezTo>
                    <a:pt x="145143" y="646805"/>
                    <a:pt x="144373" y="647167"/>
                    <a:pt x="143616" y="647548"/>
                  </a:cubicBezTo>
                  <a:cubicBezTo>
                    <a:pt x="142859" y="647930"/>
                    <a:pt x="142116" y="648325"/>
                    <a:pt x="141372" y="648740"/>
                  </a:cubicBezTo>
                  <a:cubicBezTo>
                    <a:pt x="140636" y="649162"/>
                    <a:pt x="139906" y="649597"/>
                    <a:pt x="139189" y="650046"/>
                  </a:cubicBezTo>
                  <a:cubicBezTo>
                    <a:pt x="138473" y="650495"/>
                    <a:pt x="137769" y="650964"/>
                    <a:pt x="137073" y="651453"/>
                  </a:cubicBezTo>
                  <a:cubicBezTo>
                    <a:pt x="136376" y="651942"/>
                    <a:pt x="135693" y="652444"/>
                    <a:pt x="135023" y="652966"/>
                  </a:cubicBezTo>
                  <a:cubicBezTo>
                    <a:pt x="134354" y="653482"/>
                    <a:pt x="133697" y="654018"/>
                    <a:pt x="133055" y="654574"/>
                  </a:cubicBezTo>
                  <a:cubicBezTo>
                    <a:pt x="132412" y="655123"/>
                    <a:pt x="131782" y="655692"/>
                    <a:pt x="131166" y="656275"/>
                  </a:cubicBezTo>
                  <a:cubicBezTo>
                    <a:pt x="130550" y="656857"/>
                    <a:pt x="129947" y="657454"/>
                    <a:pt x="129358" y="658063"/>
                  </a:cubicBezTo>
                  <a:cubicBezTo>
                    <a:pt x="128775" y="658673"/>
                    <a:pt x="128199" y="659302"/>
                    <a:pt x="127643" y="659945"/>
                  </a:cubicBezTo>
                  <a:cubicBezTo>
                    <a:pt x="127087" y="660581"/>
                    <a:pt x="126552" y="661238"/>
                    <a:pt x="126022" y="661901"/>
                  </a:cubicBezTo>
                  <a:cubicBezTo>
                    <a:pt x="125500" y="662564"/>
                    <a:pt x="124991" y="663247"/>
                    <a:pt x="124495" y="663936"/>
                  </a:cubicBezTo>
                  <a:cubicBezTo>
                    <a:pt x="124007" y="664626"/>
                    <a:pt x="123531" y="665329"/>
                    <a:pt x="123076" y="666046"/>
                  </a:cubicBezTo>
                  <a:cubicBezTo>
                    <a:pt x="122613" y="666763"/>
                    <a:pt x="122178" y="667486"/>
                    <a:pt x="121756" y="668216"/>
                  </a:cubicBezTo>
                  <a:cubicBezTo>
                    <a:pt x="121334" y="668953"/>
                    <a:pt x="120926" y="669696"/>
                    <a:pt x="120544" y="670453"/>
                  </a:cubicBezTo>
                  <a:cubicBezTo>
                    <a:pt x="120162" y="671209"/>
                    <a:pt x="119794" y="671973"/>
                    <a:pt x="119446" y="672750"/>
                  </a:cubicBezTo>
                  <a:cubicBezTo>
                    <a:pt x="119091" y="673520"/>
                    <a:pt x="118763" y="674304"/>
                    <a:pt x="118454" y="675094"/>
                  </a:cubicBezTo>
                  <a:cubicBezTo>
                    <a:pt x="118140" y="675878"/>
                    <a:pt x="117852" y="676675"/>
                    <a:pt x="117584" y="677478"/>
                  </a:cubicBezTo>
                  <a:cubicBezTo>
                    <a:pt x="117309" y="678282"/>
                    <a:pt x="117062" y="679092"/>
                    <a:pt x="116827" y="679909"/>
                  </a:cubicBezTo>
                  <a:cubicBezTo>
                    <a:pt x="116593" y="680720"/>
                    <a:pt x="116385" y="681544"/>
                    <a:pt x="116191" y="682367"/>
                  </a:cubicBezTo>
                  <a:cubicBezTo>
                    <a:pt x="115996" y="683191"/>
                    <a:pt x="115829" y="684022"/>
                    <a:pt x="115675" y="684859"/>
                  </a:cubicBezTo>
                  <a:cubicBezTo>
                    <a:pt x="115521" y="685696"/>
                    <a:pt x="115394" y="686533"/>
                    <a:pt x="115280" y="687377"/>
                  </a:cubicBezTo>
                  <a:cubicBezTo>
                    <a:pt x="115166" y="688214"/>
                    <a:pt x="115079" y="689058"/>
                    <a:pt x="115012" y="689902"/>
                  </a:cubicBezTo>
                  <a:cubicBezTo>
                    <a:pt x="114938" y="690746"/>
                    <a:pt x="114892" y="691589"/>
                    <a:pt x="114865" y="692440"/>
                  </a:cubicBezTo>
                  <a:cubicBezTo>
                    <a:pt x="114831" y="693290"/>
                    <a:pt x="114825" y="694134"/>
                    <a:pt x="114838" y="694985"/>
                  </a:cubicBezTo>
                  <a:cubicBezTo>
                    <a:pt x="114851" y="695835"/>
                    <a:pt x="114885" y="696679"/>
                    <a:pt x="114938" y="697523"/>
                  </a:cubicBezTo>
                  <a:cubicBezTo>
                    <a:pt x="114992" y="698374"/>
                    <a:pt x="115066" y="699218"/>
                    <a:pt x="115166" y="700062"/>
                  </a:cubicBezTo>
                  <a:cubicBezTo>
                    <a:pt x="115260" y="700899"/>
                    <a:pt x="115374" y="701742"/>
                    <a:pt x="115514" y="702580"/>
                  </a:cubicBezTo>
                  <a:cubicBezTo>
                    <a:pt x="115648" y="703417"/>
                    <a:pt x="115802" y="704247"/>
                    <a:pt x="115983" y="705078"/>
                  </a:cubicBezTo>
                  <a:cubicBezTo>
                    <a:pt x="116157" y="705908"/>
                    <a:pt x="116352" y="706732"/>
                    <a:pt x="116573" y="707549"/>
                  </a:cubicBezTo>
                  <a:cubicBezTo>
                    <a:pt x="116794" y="708373"/>
                    <a:pt x="117028" y="709183"/>
                    <a:pt x="117282" y="709993"/>
                  </a:cubicBezTo>
                  <a:cubicBezTo>
                    <a:pt x="117544" y="710804"/>
                    <a:pt x="117818" y="711601"/>
                    <a:pt x="118113" y="712398"/>
                  </a:cubicBezTo>
                  <a:cubicBezTo>
                    <a:pt x="118408" y="713195"/>
                    <a:pt x="118722" y="713979"/>
                    <a:pt x="119057" y="714755"/>
                  </a:cubicBezTo>
                  <a:cubicBezTo>
                    <a:pt x="119392" y="715539"/>
                    <a:pt x="119747" y="716309"/>
                    <a:pt x="120115" y="717073"/>
                  </a:cubicBezTo>
                  <a:cubicBezTo>
                    <a:pt x="120490" y="717829"/>
                    <a:pt x="120879" y="718586"/>
                    <a:pt x="121287" y="719329"/>
                  </a:cubicBezTo>
                  <a:cubicBezTo>
                    <a:pt x="121696" y="720073"/>
                    <a:pt x="122125" y="720803"/>
                    <a:pt x="122567" y="721526"/>
                  </a:cubicBezTo>
                  <a:cubicBezTo>
                    <a:pt x="123015" y="722250"/>
                    <a:pt x="123477" y="722960"/>
                    <a:pt x="123953" y="723663"/>
                  </a:cubicBezTo>
                  <a:cubicBezTo>
                    <a:pt x="124428" y="724359"/>
                    <a:pt x="124924" y="725049"/>
                    <a:pt x="125440" y="725725"/>
                  </a:cubicBezTo>
                  <a:cubicBezTo>
                    <a:pt x="125955" y="726402"/>
                    <a:pt x="126484" y="727065"/>
                    <a:pt x="127027" y="727714"/>
                  </a:cubicBezTo>
                  <a:cubicBezTo>
                    <a:pt x="127570" y="728364"/>
                    <a:pt x="128132" y="729000"/>
                    <a:pt x="128708" y="729623"/>
                  </a:cubicBezTo>
                  <a:cubicBezTo>
                    <a:pt x="129284" y="730246"/>
                    <a:pt x="129873" y="730849"/>
                    <a:pt x="130483" y="731445"/>
                  </a:cubicBezTo>
                  <a:cubicBezTo>
                    <a:pt x="131086" y="732041"/>
                    <a:pt x="131702" y="732617"/>
                    <a:pt x="132338" y="733180"/>
                  </a:cubicBezTo>
                  <a:cubicBezTo>
                    <a:pt x="132974" y="733742"/>
                    <a:pt x="133617" y="734291"/>
                    <a:pt x="134280" y="734827"/>
                  </a:cubicBezTo>
                  <a:cubicBezTo>
                    <a:pt x="134943" y="735356"/>
                    <a:pt x="135613" y="735872"/>
                    <a:pt x="136303" y="736367"/>
                  </a:cubicBezTo>
                  <a:cubicBezTo>
                    <a:pt x="136986" y="736870"/>
                    <a:pt x="137682" y="737352"/>
                    <a:pt x="138392" y="737814"/>
                  </a:cubicBezTo>
                  <a:cubicBezTo>
                    <a:pt x="139102" y="738283"/>
                    <a:pt x="139819" y="738732"/>
                    <a:pt x="140549" y="739160"/>
                  </a:cubicBezTo>
                  <a:cubicBezTo>
                    <a:pt x="141279" y="739589"/>
                    <a:pt x="142022" y="739997"/>
                    <a:pt x="142772" y="740392"/>
                  </a:cubicBezTo>
                  <a:cubicBezTo>
                    <a:pt x="143522" y="740788"/>
                    <a:pt x="144286" y="741169"/>
                    <a:pt x="145056" y="741524"/>
                  </a:cubicBezTo>
                  <a:cubicBezTo>
                    <a:pt x="145826" y="741879"/>
                    <a:pt x="146603" y="742214"/>
                    <a:pt x="147387" y="742536"/>
                  </a:cubicBezTo>
                  <a:cubicBezTo>
                    <a:pt x="148170" y="742850"/>
                    <a:pt x="148967" y="743152"/>
                    <a:pt x="149764" y="743433"/>
                  </a:cubicBezTo>
                  <a:cubicBezTo>
                    <a:pt x="150568" y="743714"/>
                    <a:pt x="151378" y="743976"/>
                    <a:pt x="152189" y="744216"/>
                  </a:cubicBezTo>
                  <a:cubicBezTo>
                    <a:pt x="152999" y="744458"/>
                    <a:pt x="153816" y="744679"/>
                    <a:pt x="154640" y="744879"/>
                  </a:cubicBezTo>
                  <a:cubicBezTo>
                    <a:pt x="155464" y="745081"/>
                    <a:pt x="156294" y="745261"/>
                    <a:pt x="157125" y="745422"/>
                  </a:cubicBezTo>
                  <a:cubicBezTo>
                    <a:pt x="157962" y="745583"/>
                    <a:pt x="158799" y="745724"/>
                    <a:pt x="159636" y="745844"/>
                  </a:cubicBezTo>
                  <a:cubicBezTo>
                    <a:pt x="160473" y="745958"/>
                    <a:pt x="161317" y="746058"/>
                    <a:pt x="162161" y="746139"/>
                  </a:cubicBezTo>
                  <a:cubicBezTo>
                    <a:pt x="163005" y="746219"/>
                    <a:pt x="163849" y="746279"/>
                    <a:pt x="164699" y="746313"/>
                  </a:cubicBezTo>
                  <a:cubicBezTo>
                    <a:pt x="165550" y="746353"/>
                    <a:pt x="166394" y="746373"/>
                    <a:pt x="167244" y="746367"/>
                  </a:cubicBezTo>
                  <a:cubicBezTo>
                    <a:pt x="168095" y="746360"/>
                    <a:pt x="168939" y="746340"/>
                    <a:pt x="169782" y="746293"/>
                  </a:cubicBezTo>
                  <a:cubicBezTo>
                    <a:pt x="170633" y="746246"/>
                    <a:pt x="171477" y="746179"/>
                    <a:pt x="172321" y="746092"/>
                  </a:cubicBezTo>
                  <a:cubicBezTo>
                    <a:pt x="173164" y="746005"/>
                    <a:pt x="174008" y="745904"/>
                    <a:pt x="174845" y="745777"/>
                  </a:cubicBezTo>
                  <a:cubicBezTo>
                    <a:pt x="175683" y="745650"/>
                    <a:pt x="176513" y="745496"/>
                    <a:pt x="177350" y="745328"/>
                  </a:cubicBezTo>
                  <a:cubicBezTo>
                    <a:pt x="178181" y="745161"/>
                    <a:pt x="179005" y="744973"/>
                    <a:pt x="179828" y="744766"/>
                  </a:cubicBezTo>
                  <a:cubicBezTo>
                    <a:pt x="180652" y="744558"/>
                    <a:pt x="181469" y="744330"/>
                    <a:pt x="182279" y="744083"/>
                  </a:cubicBezTo>
                  <a:cubicBezTo>
                    <a:pt x="183090" y="743835"/>
                    <a:pt x="183893" y="743567"/>
                    <a:pt x="184690" y="743279"/>
                  </a:cubicBezTo>
                  <a:cubicBezTo>
                    <a:pt x="185769" y="742890"/>
                    <a:pt x="186834" y="742469"/>
                    <a:pt x="187885" y="742007"/>
                  </a:cubicBezTo>
                  <a:cubicBezTo>
                    <a:pt x="188937" y="741551"/>
                    <a:pt x="189968" y="741062"/>
                    <a:pt x="190986" y="740533"/>
                  </a:cubicBezTo>
                  <a:cubicBezTo>
                    <a:pt x="192004" y="740004"/>
                    <a:pt x="193002" y="739448"/>
                    <a:pt x="193986" y="738852"/>
                  </a:cubicBezTo>
                  <a:cubicBezTo>
                    <a:pt x="194971" y="738256"/>
                    <a:pt x="195929" y="737633"/>
                    <a:pt x="196873" y="736977"/>
                  </a:cubicBezTo>
                  <a:cubicBezTo>
                    <a:pt x="197810" y="736321"/>
                    <a:pt x="198728" y="735637"/>
                    <a:pt x="199625" y="734921"/>
                  </a:cubicBezTo>
                  <a:cubicBezTo>
                    <a:pt x="200516" y="734204"/>
                    <a:pt x="201387" y="733454"/>
                    <a:pt x="202237" y="732684"/>
                  </a:cubicBezTo>
                  <a:cubicBezTo>
                    <a:pt x="203081" y="731907"/>
                    <a:pt x="203898" y="731103"/>
                    <a:pt x="204695" y="730279"/>
                  </a:cubicBezTo>
                  <a:cubicBezTo>
                    <a:pt x="205485" y="729449"/>
                    <a:pt x="206249" y="728599"/>
                    <a:pt x="206986" y="727721"/>
                  </a:cubicBezTo>
                  <a:cubicBezTo>
                    <a:pt x="207722" y="726844"/>
                    <a:pt x="208432" y="725940"/>
                    <a:pt x="209109" y="725015"/>
                  </a:cubicBezTo>
                  <a:cubicBezTo>
                    <a:pt x="209785" y="724091"/>
                    <a:pt x="210435" y="723147"/>
                    <a:pt x="211051" y="722176"/>
                  </a:cubicBezTo>
                  <a:cubicBezTo>
                    <a:pt x="211660" y="721205"/>
                    <a:pt x="212243" y="720220"/>
                    <a:pt x="212799" y="719216"/>
                  </a:cubicBezTo>
                  <a:cubicBezTo>
                    <a:pt x="213348" y="718211"/>
                    <a:pt x="213864" y="717187"/>
                    <a:pt x="214346" y="716148"/>
                  </a:cubicBezTo>
                  <a:cubicBezTo>
                    <a:pt x="214828" y="715110"/>
                    <a:pt x="215277" y="714052"/>
                    <a:pt x="215685" y="712980"/>
                  </a:cubicBezTo>
                  <a:cubicBezTo>
                    <a:pt x="216101" y="711915"/>
                    <a:pt x="216476" y="710831"/>
                    <a:pt x="216817" y="709732"/>
                  </a:cubicBezTo>
                  <a:cubicBezTo>
                    <a:pt x="217159" y="708641"/>
                    <a:pt x="217467" y="707536"/>
                    <a:pt x="217735" y="706424"/>
                  </a:cubicBezTo>
                  <a:cubicBezTo>
                    <a:pt x="218003" y="705305"/>
                    <a:pt x="218237" y="704187"/>
                    <a:pt x="218431" y="703055"/>
                  </a:cubicBezTo>
                  <a:cubicBezTo>
                    <a:pt x="218625" y="701923"/>
                    <a:pt x="218786" y="700792"/>
                    <a:pt x="218900" y="699646"/>
                  </a:cubicBezTo>
                  <a:cubicBezTo>
                    <a:pt x="219021" y="698508"/>
                    <a:pt x="219101" y="697363"/>
                    <a:pt x="219148" y="696217"/>
                  </a:cubicBezTo>
                  <a:cubicBezTo>
                    <a:pt x="219195" y="695072"/>
                    <a:pt x="219201" y="693927"/>
                    <a:pt x="219168" y="692781"/>
                  </a:cubicBezTo>
                  <a:cubicBezTo>
                    <a:pt x="219135" y="691636"/>
                    <a:pt x="219068" y="690491"/>
                    <a:pt x="218967" y="689353"/>
                  </a:cubicBezTo>
                  <a:cubicBezTo>
                    <a:pt x="218860" y="688207"/>
                    <a:pt x="218712" y="687069"/>
                    <a:pt x="218532" y="685937"/>
                  </a:cubicBezTo>
                  <a:cubicBezTo>
                    <a:pt x="218351" y="684805"/>
                    <a:pt x="218137" y="683680"/>
                    <a:pt x="217875" y="682561"/>
                  </a:cubicBezTo>
                  <a:cubicBezTo>
                    <a:pt x="217621" y="681443"/>
                    <a:pt x="217326" y="680338"/>
                    <a:pt x="216998" y="679240"/>
                  </a:cubicBezTo>
                  <a:cubicBezTo>
                    <a:pt x="216670" y="678141"/>
                    <a:pt x="216308" y="677057"/>
                    <a:pt x="215906" y="675978"/>
                  </a:cubicBezTo>
                  <a:cubicBezTo>
                    <a:pt x="215511" y="674906"/>
                    <a:pt x="215076" y="673849"/>
                    <a:pt x="214600" y="672797"/>
                  </a:cubicBezTo>
                  <a:cubicBezTo>
                    <a:pt x="214132" y="671752"/>
                    <a:pt x="213629" y="670721"/>
                    <a:pt x="213094" y="669709"/>
                  </a:cubicBezTo>
                  <a:cubicBezTo>
                    <a:pt x="212551" y="668698"/>
                    <a:pt x="211982" y="667700"/>
                    <a:pt x="211379" y="666729"/>
                  </a:cubicBezTo>
                  <a:cubicBezTo>
                    <a:pt x="210776" y="665758"/>
                    <a:pt x="210140" y="664800"/>
                    <a:pt x="209477" y="663870"/>
                  </a:cubicBezTo>
                  <a:cubicBezTo>
                    <a:pt x="208807" y="662938"/>
                    <a:pt x="208111" y="662028"/>
                    <a:pt x="207388" y="661137"/>
                  </a:cubicBezTo>
                  <a:cubicBezTo>
                    <a:pt x="206657" y="660246"/>
                    <a:pt x="205907" y="659389"/>
                    <a:pt x="205124" y="658552"/>
                  </a:cubicBezTo>
                  <a:cubicBezTo>
                    <a:pt x="204340" y="657715"/>
                    <a:pt x="203530" y="656898"/>
                    <a:pt x="202693" y="656114"/>
                  </a:cubicBezTo>
                  <a:cubicBezTo>
                    <a:pt x="201855" y="655330"/>
                    <a:pt x="200992" y="654580"/>
                    <a:pt x="200108" y="653850"/>
                  </a:cubicBezTo>
                  <a:cubicBezTo>
                    <a:pt x="199217" y="653120"/>
                    <a:pt x="198313" y="652424"/>
                    <a:pt x="197382" y="651761"/>
                  </a:cubicBezTo>
                  <a:cubicBezTo>
                    <a:pt x="196451" y="651091"/>
                    <a:pt x="195493" y="650455"/>
                    <a:pt x="194522" y="649852"/>
                  </a:cubicBezTo>
                  <a:cubicBezTo>
                    <a:pt x="193544" y="649243"/>
                    <a:pt x="192553" y="648673"/>
                    <a:pt x="191542" y="648138"/>
                  </a:cubicBezTo>
                  <a:cubicBezTo>
                    <a:pt x="190531" y="647595"/>
                    <a:pt x="189499" y="647093"/>
                    <a:pt x="188454" y="646617"/>
                  </a:cubicBezTo>
                  <a:cubicBezTo>
                    <a:pt x="187410" y="646148"/>
                    <a:pt x="186351" y="645713"/>
                    <a:pt x="185273" y="645311"/>
                  </a:cubicBezTo>
                  <a:cubicBezTo>
                    <a:pt x="184202" y="644909"/>
                    <a:pt x="183117" y="644541"/>
                    <a:pt x="182018" y="644213"/>
                  </a:cubicBezTo>
                  <a:cubicBezTo>
                    <a:pt x="180920" y="643885"/>
                    <a:pt x="179808" y="643590"/>
                    <a:pt x="178690" y="643336"/>
                  </a:cubicBezTo>
                  <a:cubicBezTo>
                    <a:pt x="177571" y="643074"/>
                    <a:pt x="176446" y="642860"/>
                    <a:pt x="175314" y="642679"/>
                  </a:cubicBezTo>
                  <a:cubicBezTo>
                    <a:pt x="174182" y="642498"/>
                    <a:pt x="173051" y="642351"/>
                    <a:pt x="171905" y="642244"/>
                  </a:cubicBezTo>
                  <a:cubicBezTo>
                    <a:pt x="170767" y="642130"/>
                    <a:pt x="169622" y="642063"/>
                    <a:pt x="168476" y="642030"/>
                  </a:cubicBezTo>
                  <a:cubicBezTo>
                    <a:pt x="167331" y="641996"/>
                    <a:pt x="166179" y="642003"/>
                    <a:pt x="165034" y="642050"/>
                  </a:cubicBezTo>
                  <a:cubicBezTo>
                    <a:pt x="163889" y="642097"/>
                    <a:pt x="162750" y="642177"/>
                    <a:pt x="161605" y="642291"/>
                  </a:cubicBezTo>
                  <a:cubicBezTo>
                    <a:pt x="160466" y="642411"/>
                    <a:pt x="159335" y="642565"/>
                    <a:pt x="158203" y="642760"/>
                  </a:cubicBezTo>
                  <a:cubicBezTo>
                    <a:pt x="157071" y="642954"/>
                    <a:pt x="155952" y="643181"/>
                    <a:pt x="154834" y="643450"/>
                  </a:cubicBezTo>
                  <a:cubicBezTo>
                    <a:pt x="153716" y="643717"/>
                    <a:pt x="152611" y="644026"/>
                    <a:pt x="151519" y="644367"/>
                  </a:cubicBezTo>
                  <a:cubicBezTo>
                    <a:pt x="150427" y="644709"/>
                    <a:pt x="149342" y="645083"/>
                    <a:pt x="148271" y="645492"/>
                  </a:cubicBezTo>
                  <a:close/>
                  <a:moveTo>
                    <a:pt x="220132" y="1021798"/>
                  </a:moveTo>
                  <a:cubicBezTo>
                    <a:pt x="201702" y="1026232"/>
                    <a:pt x="189225" y="1032601"/>
                    <a:pt x="179259" y="1049364"/>
                  </a:cubicBezTo>
                  <a:cubicBezTo>
                    <a:pt x="169253" y="1066195"/>
                    <a:pt x="168396" y="1087666"/>
                    <a:pt x="174330" y="1106030"/>
                  </a:cubicBezTo>
                  <a:cubicBezTo>
                    <a:pt x="180096" y="1123844"/>
                    <a:pt x="193109" y="1140293"/>
                    <a:pt x="210368" y="1148122"/>
                  </a:cubicBezTo>
                  <a:cubicBezTo>
                    <a:pt x="218712" y="1151906"/>
                    <a:pt x="227466" y="1152013"/>
                    <a:pt x="236474" y="1152174"/>
                  </a:cubicBezTo>
                  <a:cubicBezTo>
                    <a:pt x="256150" y="1144927"/>
                    <a:pt x="270094" y="1135417"/>
                    <a:pt x="279704" y="1116149"/>
                  </a:cubicBezTo>
                  <a:cubicBezTo>
                    <a:pt x="287748" y="1100016"/>
                    <a:pt x="289677" y="1081411"/>
                    <a:pt x="283843" y="1064205"/>
                  </a:cubicBezTo>
                  <a:cubicBezTo>
                    <a:pt x="283160" y="1062216"/>
                    <a:pt x="282377" y="1060274"/>
                    <a:pt x="281499" y="1058365"/>
                  </a:cubicBezTo>
                  <a:cubicBezTo>
                    <a:pt x="280622" y="1056456"/>
                    <a:pt x="279644" y="1054594"/>
                    <a:pt x="278579" y="1052786"/>
                  </a:cubicBezTo>
                  <a:cubicBezTo>
                    <a:pt x="277514" y="1050972"/>
                    <a:pt x="276363" y="1049217"/>
                    <a:pt x="275124" y="1047522"/>
                  </a:cubicBezTo>
                  <a:cubicBezTo>
                    <a:pt x="273885" y="1045828"/>
                    <a:pt x="272559" y="1044194"/>
                    <a:pt x="271159" y="1042633"/>
                  </a:cubicBezTo>
                  <a:cubicBezTo>
                    <a:pt x="269752" y="1041073"/>
                    <a:pt x="268272" y="1039580"/>
                    <a:pt x="266725" y="1038166"/>
                  </a:cubicBezTo>
                  <a:cubicBezTo>
                    <a:pt x="265172" y="1036753"/>
                    <a:pt x="263551" y="1035414"/>
                    <a:pt x="261863" y="1034161"/>
                  </a:cubicBezTo>
                  <a:cubicBezTo>
                    <a:pt x="260182" y="1032909"/>
                    <a:pt x="258434" y="1031743"/>
                    <a:pt x="256633" y="1030665"/>
                  </a:cubicBezTo>
                  <a:cubicBezTo>
                    <a:pt x="254831" y="1029587"/>
                    <a:pt x="252976" y="1028596"/>
                    <a:pt x="251074" y="1027705"/>
                  </a:cubicBezTo>
                  <a:cubicBezTo>
                    <a:pt x="241349" y="1023124"/>
                    <a:pt x="230687" y="1022595"/>
                    <a:pt x="220132" y="1021798"/>
                  </a:cubicBezTo>
                  <a:close/>
                </a:path>
              </a:pathLst>
            </a:custGeom>
            <a:solidFill>
              <a:srgbClr val="892C2A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18423986-3942-28F7-59F3-8703F2E4EC6F}"/>
                </a:ext>
              </a:extLst>
            </p:cNvPr>
            <p:cNvSpPr/>
            <p:nvPr/>
          </p:nvSpPr>
          <p:spPr>
            <a:xfrm>
              <a:off x="1033819" y="3415159"/>
              <a:ext cx="408625" cy="1837984"/>
            </a:xfrm>
            <a:custGeom>
              <a:avLst/>
              <a:gdLst>
                <a:gd name="connsiteX0" fmla="*/ 30024 w 408625"/>
                <a:gd name="connsiteY0" fmla="*/ 3195 h 1837984"/>
                <a:gd name="connsiteX1" fmla="*/ 307887 w 408625"/>
                <a:gd name="connsiteY1" fmla="*/ 0 h 1837984"/>
                <a:gd name="connsiteX2" fmla="*/ 315153 w 408625"/>
                <a:gd name="connsiteY2" fmla="*/ 51710 h 1837984"/>
                <a:gd name="connsiteX3" fmla="*/ 256190 w 408625"/>
                <a:gd name="connsiteY3" fmla="*/ 224445 h 1837984"/>
                <a:gd name="connsiteX4" fmla="*/ 189928 w 408625"/>
                <a:gd name="connsiteY4" fmla="*/ 217172 h 1837984"/>
                <a:gd name="connsiteX5" fmla="*/ 151900 w 408625"/>
                <a:gd name="connsiteY5" fmla="*/ 251683 h 1837984"/>
                <a:gd name="connsiteX6" fmla="*/ 150527 w 408625"/>
                <a:gd name="connsiteY6" fmla="*/ 313124 h 1837984"/>
                <a:gd name="connsiteX7" fmla="*/ 153622 w 408625"/>
                <a:gd name="connsiteY7" fmla="*/ 320223 h 1837984"/>
                <a:gd name="connsiteX8" fmla="*/ 157419 w 408625"/>
                <a:gd name="connsiteY8" fmla="*/ 326968 h 1837984"/>
                <a:gd name="connsiteX9" fmla="*/ 161893 w 408625"/>
                <a:gd name="connsiteY9" fmla="*/ 333283 h 1837984"/>
                <a:gd name="connsiteX10" fmla="*/ 166989 w 408625"/>
                <a:gd name="connsiteY10" fmla="*/ 339110 h 1837984"/>
                <a:gd name="connsiteX11" fmla="*/ 172655 w 408625"/>
                <a:gd name="connsiteY11" fmla="*/ 344380 h 1837984"/>
                <a:gd name="connsiteX12" fmla="*/ 178830 w 408625"/>
                <a:gd name="connsiteY12" fmla="*/ 349048 h 1837984"/>
                <a:gd name="connsiteX13" fmla="*/ 185454 w 408625"/>
                <a:gd name="connsiteY13" fmla="*/ 353060 h 1837984"/>
                <a:gd name="connsiteX14" fmla="*/ 192452 w 408625"/>
                <a:gd name="connsiteY14" fmla="*/ 356368 h 1837984"/>
                <a:gd name="connsiteX15" fmla="*/ 245193 w 408625"/>
                <a:gd name="connsiteY15" fmla="*/ 360152 h 1837984"/>
                <a:gd name="connsiteX16" fmla="*/ 229207 w 408625"/>
                <a:gd name="connsiteY16" fmla="*/ 689879 h 1837984"/>
                <a:gd name="connsiteX17" fmla="*/ 173358 w 408625"/>
                <a:gd name="connsiteY17" fmla="*/ 735300 h 1837984"/>
                <a:gd name="connsiteX18" fmla="*/ 170619 w 408625"/>
                <a:gd name="connsiteY18" fmla="*/ 803478 h 1837984"/>
                <a:gd name="connsiteX19" fmla="*/ 210327 w 408625"/>
                <a:gd name="connsiteY19" fmla="*/ 846233 h 1837984"/>
                <a:gd name="connsiteX20" fmla="*/ 271386 w 408625"/>
                <a:gd name="connsiteY20" fmla="*/ 847787 h 1837984"/>
                <a:gd name="connsiteX21" fmla="*/ 287239 w 408625"/>
                <a:gd name="connsiteY21" fmla="*/ 844144 h 1837984"/>
                <a:gd name="connsiteX22" fmla="*/ 295021 w 408625"/>
                <a:gd name="connsiteY22" fmla="*/ 859032 h 1837984"/>
                <a:gd name="connsiteX23" fmla="*/ 297841 w 408625"/>
                <a:gd name="connsiteY23" fmla="*/ 950550 h 1837984"/>
                <a:gd name="connsiteX24" fmla="*/ 346469 w 408625"/>
                <a:gd name="connsiteY24" fmla="*/ 1169745 h 1837984"/>
                <a:gd name="connsiteX25" fmla="*/ 405653 w 408625"/>
                <a:gd name="connsiteY25" fmla="*/ 1326460 h 1837984"/>
                <a:gd name="connsiteX26" fmla="*/ 405573 w 408625"/>
                <a:gd name="connsiteY26" fmla="*/ 1450480 h 1837984"/>
                <a:gd name="connsiteX27" fmla="*/ 221083 w 408625"/>
                <a:gd name="connsiteY27" fmla="*/ 1720200 h 1837984"/>
                <a:gd name="connsiteX28" fmla="*/ 198179 w 408625"/>
                <a:gd name="connsiteY28" fmla="*/ 1642833 h 1837984"/>
                <a:gd name="connsiteX29" fmla="*/ 210301 w 408625"/>
                <a:gd name="connsiteY29" fmla="*/ 1726388 h 1837984"/>
                <a:gd name="connsiteX30" fmla="*/ 41041 w 408625"/>
                <a:gd name="connsiteY30" fmla="*/ 1820116 h 1837984"/>
                <a:gd name="connsiteX31" fmla="*/ 0 w 408625"/>
                <a:gd name="connsiteY31" fmla="*/ 1837985 h 1837984"/>
                <a:gd name="connsiteX32" fmla="*/ 20447 w 408625"/>
                <a:gd name="connsiteY32" fmla="*/ 1677243 h 1837984"/>
                <a:gd name="connsiteX33" fmla="*/ 41664 w 408625"/>
                <a:gd name="connsiteY33" fmla="*/ 1429244 h 1837984"/>
                <a:gd name="connsiteX34" fmla="*/ 46432 w 408625"/>
                <a:gd name="connsiteY34" fmla="*/ 935682 h 1837984"/>
                <a:gd name="connsiteX35" fmla="*/ 42775 w 408625"/>
                <a:gd name="connsiteY35" fmla="*/ 379541 h 1837984"/>
                <a:gd name="connsiteX36" fmla="*/ 26160 w 408625"/>
                <a:gd name="connsiteY36" fmla="*/ 38235 h 1837984"/>
                <a:gd name="connsiteX37" fmla="*/ 22463 w 408625"/>
                <a:gd name="connsiteY37" fmla="*/ 38965 h 1837984"/>
                <a:gd name="connsiteX38" fmla="*/ 30024 w 408625"/>
                <a:gd name="connsiteY38" fmla="*/ 3195 h 1837984"/>
                <a:gd name="connsiteX39" fmla="*/ 208131 w 408625"/>
                <a:gd name="connsiteY39" fmla="*/ 1081810 h 1837984"/>
                <a:gd name="connsiteX40" fmla="*/ 164505 w 408625"/>
                <a:gd name="connsiteY40" fmla="*/ 1107487 h 1837984"/>
                <a:gd name="connsiteX41" fmla="*/ 158651 w 408625"/>
                <a:gd name="connsiteY41" fmla="*/ 1150255 h 1837984"/>
                <a:gd name="connsiteX42" fmla="*/ 197408 w 408625"/>
                <a:gd name="connsiteY42" fmla="*/ 1199949 h 1837984"/>
                <a:gd name="connsiteX43" fmla="*/ 240666 w 408625"/>
                <a:gd name="connsiteY43" fmla="*/ 1205274 h 1837984"/>
                <a:gd name="connsiteX44" fmla="*/ 278251 w 408625"/>
                <a:gd name="connsiteY44" fmla="*/ 1170877 h 1837984"/>
                <a:gd name="connsiteX45" fmla="*/ 281104 w 408625"/>
                <a:gd name="connsiteY45" fmla="*/ 1166048 h 1837984"/>
                <a:gd name="connsiteX46" fmla="*/ 282778 w 408625"/>
                <a:gd name="connsiteY46" fmla="*/ 1163128 h 1837984"/>
                <a:gd name="connsiteX47" fmla="*/ 266276 w 408625"/>
                <a:gd name="connsiteY47" fmla="*/ 1099370 h 1837984"/>
                <a:gd name="connsiteX48" fmla="*/ 211553 w 408625"/>
                <a:gd name="connsiteY48" fmla="*/ 1081629 h 1837984"/>
                <a:gd name="connsiteX49" fmla="*/ 208131 w 408625"/>
                <a:gd name="connsiteY49" fmla="*/ 1081810 h 1837984"/>
                <a:gd name="connsiteX50" fmla="*/ 300030 w 408625"/>
                <a:gd name="connsiteY50" fmla="*/ 1252141 h 1837984"/>
                <a:gd name="connsiteX51" fmla="*/ 286797 w 408625"/>
                <a:gd name="connsiteY51" fmla="*/ 1301734 h 1837984"/>
                <a:gd name="connsiteX52" fmla="*/ 304752 w 408625"/>
                <a:gd name="connsiteY52" fmla="*/ 1329742 h 1837984"/>
                <a:gd name="connsiteX53" fmla="*/ 350930 w 408625"/>
                <a:gd name="connsiteY53" fmla="*/ 1329588 h 1837984"/>
                <a:gd name="connsiteX54" fmla="*/ 370821 w 408625"/>
                <a:gd name="connsiteY54" fmla="*/ 1295258 h 1837984"/>
                <a:gd name="connsiteX55" fmla="*/ 357982 w 408625"/>
                <a:gd name="connsiteY55" fmla="*/ 1267933 h 1837984"/>
                <a:gd name="connsiteX56" fmla="*/ 300030 w 408625"/>
                <a:gd name="connsiteY56" fmla="*/ 1252141 h 1837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8625" h="1837984">
                  <a:moveTo>
                    <a:pt x="30024" y="3195"/>
                  </a:moveTo>
                  <a:cubicBezTo>
                    <a:pt x="122687" y="3161"/>
                    <a:pt x="215250" y="282"/>
                    <a:pt x="307887" y="0"/>
                  </a:cubicBezTo>
                  <a:cubicBezTo>
                    <a:pt x="311021" y="16495"/>
                    <a:pt x="315829" y="34920"/>
                    <a:pt x="315153" y="51710"/>
                  </a:cubicBezTo>
                  <a:cubicBezTo>
                    <a:pt x="312930" y="106989"/>
                    <a:pt x="279839" y="174718"/>
                    <a:pt x="256190" y="224445"/>
                  </a:cubicBezTo>
                  <a:cubicBezTo>
                    <a:pt x="235349" y="214112"/>
                    <a:pt x="212658" y="209424"/>
                    <a:pt x="189928" y="217172"/>
                  </a:cubicBezTo>
                  <a:cubicBezTo>
                    <a:pt x="173211" y="222872"/>
                    <a:pt x="159428" y="235844"/>
                    <a:pt x="151900" y="251683"/>
                  </a:cubicBezTo>
                  <a:cubicBezTo>
                    <a:pt x="142806" y="270831"/>
                    <a:pt x="142960" y="293494"/>
                    <a:pt x="150527" y="313124"/>
                  </a:cubicBezTo>
                  <a:cubicBezTo>
                    <a:pt x="151439" y="315542"/>
                    <a:pt x="152470" y="317913"/>
                    <a:pt x="153622" y="320223"/>
                  </a:cubicBezTo>
                  <a:cubicBezTo>
                    <a:pt x="154774" y="322534"/>
                    <a:pt x="156039" y="324784"/>
                    <a:pt x="157419" y="326968"/>
                  </a:cubicBezTo>
                  <a:cubicBezTo>
                    <a:pt x="158805" y="329144"/>
                    <a:pt x="160292" y="331253"/>
                    <a:pt x="161893" y="333283"/>
                  </a:cubicBezTo>
                  <a:cubicBezTo>
                    <a:pt x="163494" y="335312"/>
                    <a:pt x="165188" y="337255"/>
                    <a:pt x="166989" y="339110"/>
                  </a:cubicBezTo>
                  <a:cubicBezTo>
                    <a:pt x="168791" y="340965"/>
                    <a:pt x="170680" y="342719"/>
                    <a:pt x="172655" y="344380"/>
                  </a:cubicBezTo>
                  <a:cubicBezTo>
                    <a:pt x="174631" y="346041"/>
                    <a:pt x="176694" y="347595"/>
                    <a:pt x="178830" y="349048"/>
                  </a:cubicBezTo>
                  <a:cubicBezTo>
                    <a:pt x="180967" y="350502"/>
                    <a:pt x="183177" y="351834"/>
                    <a:pt x="185454" y="353060"/>
                  </a:cubicBezTo>
                  <a:cubicBezTo>
                    <a:pt x="187731" y="354286"/>
                    <a:pt x="190061" y="355384"/>
                    <a:pt x="192452" y="356368"/>
                  </a:cubicBezTo>
                  <a:cubicBezTo>
                    <a:pt x="209711" y="363655"/>
                    <a:pt x="227044" y="362315"/>
                    <a:pt x="245193" y="360152"/>
                  </a:cubicBezTo>
                  <a:cubicBezTo>
                    <a:pt x="237847" y="469940"/>
                    <a:pt x="225082" y="579715"/>
                    <a:pt x="229207" y="689879"/>
                  </a:cubicBezTo>
                  <a:cubicBezTo>
                    <a:pt x="204246" y="698826"/>
                    <a:pt x="185240" y="710573"/>
                    <a:pt x="173358" y="735300"/>
                  </a:cubicBezTo>
                  <a:cubicBezTo>
                    <a:pt x="163199" y="756443"/>
                    <a:pt x="162549" y="781544"/>
                    <a:pt x="170619" y="803478"/>
                  </a:cubicBezTo>
                  <a:cubicBezTo>
                    <a:pt x="177625" y="822512"/>
                    <a:pt x="191669" y="838062"/>
                    <a:pt x="210327" y="846233"/>
                  </a:cubicBezTo>
                  <a:cubicBezTo>
                    <a:pt x="229770" y="854752"/>
                    <a:pt x="251268" y="852127"/>
                    <a:pt x="271386" y="847787"/>
                  </a:cubicBezTo>
                  <a:lnTo>
                    <a:pt x="287239" y="844144"/>
                  </a:lnTo>
                  <a:cubicBezTo>
                    <a:pt x="293367" y="849280"/>
                    <a:pt x="293963" y="850493"/>
                    <a:pt x="295021" y="859032"/>
                  </a:cubicBezTo>
                  <a:cubicBezTo>
                    <a:pt x="298644" y="888272"/>
                    <a:pt x="295229" y="920466"/>
                    <a:pt x="297841" y="950550"/>
                  </a:cubicBezTo>
                  <a:cubicBezTo>
                    <a:pt x="304397" y="1025914"/>
                    <a:pt x="323799" y="1097890"/>
                    <a:pt x="346469" y="1169745"/>
                  </a:cubicBezTo>
                  <a:cubicBezTo>
                    <a:pt x="362824" y="1221581"/>
                    <a:pt x="392674" y="1275053"/>
                    <a:pt x="405653" y="1326460"/>
                  </a:cubicBezTo>
                  <a:cubicBezTo>
                    <a:pt x="415552" y="1365640"/>
                    <a:pt x="396813" y="1411054"/>
                    <a:pt x="405573" y="1450480"/>
                  </a:cubicBezTo>
                  <a:cubicBezTo>
                    <a:pt x="371156" y="1560423"/>
                    <a:pt x="310277" y="1648197"/>
                    <a:pt x="221083" y="1720200"/>
                  </a:cubicBezTo>
                  <a:cubicBezTo>
                    <a:pt x="217400" y="1691716"/>
                    <a:pt x="211794" y="1668490"/>
                    <a:pt x="198179" y="1642833"/>
                  </a:cubicBezTo>
                  <a:cubicBezTo>
                    <a:pt x="202378" y="1670486"/>
                    <a:pt x="207876" y="1698547"/>
                    <a:pt x="210301" y="1726388"/>
                  </a:cubicBezTo>
                  <a:cubicBezTo>
                    <a:pt x="163058" y="1766190"/>
                    <a:pt x="95824" y="1791050"/>
                    <a:pt x="41041" y="1820116"/>
                  </a:cubicBezTo>
                  <a:cubicBezTo>
                    <a:pt x="27130" y="1825374"/>
                    <a:pt x="13589" y="1831930"/>
                    <a:pt x="0" y="1837985"/>
                  </a:cubicBezTo>
                  <a:cubicBezTo>
                    <a:pt x="3415" y="1784386"/>
                    <a:pt x="13930" y="1730614"/>
                    <a:pt x="20447" y="1677243"/>
                  </a:cubicBezTo>
                  <a:cubicBezTo>
                    <a:pt x="29876" y="1594780"/>
                    <a:pt x="36949" y="1512109"/>
                    <a:pt x="41664" y="1429244"/>
                  </a:cubicBezTo>
                  <a:cubicBezTo>
                    <a:pt x="50919" y="1265174"/>
                    <a:pt x="46499" y="1099999"/>
                    <a:pt x="46432" y="935682"/>
                  </a:cubicBezTo>
                  <a:cubicBezTo>
                    <a:pt x="46365" y="750040"/>
                    <a:pt x="49298" y="565122"/>
                    <a:pt x="42775" y="379541"/>
                  </a:cubicBezTo>
                  <a:cubicBezTo>
                    <a:pt x="39152" y="276410"/>
                    <a:pt x="44925" y="136651"/>
                    <a:pt x="26160" y="38235"/>
                  </a:cubicBezTo>
                  <a:lnTo>
                    <a:pt x="22463" y="38965"/>
                  </a:lnTo>
                  <a:cubicBezTo>
                    <a:pt x="23708" y="26897"/>
                    <a:pt x="27157" y="14982"/>
                    <a:pt x="30024" y="3195"/>
                  </a:cubicBezTo>
                  <a:close/>
                  <a:moveTo>
                    <a:pt x="208131" y="1081810"/>
                  </a:moveTo>
                  <a:cubicBezTo>
                    <a:pt x="190182" y="1085828"/>
                    <a:pt x="175046" y="1091420"/>
                    <a:pt x="164505" y="1107487"/>
                  </a:cubicBezTo>
                  <a:cubicBezTo>
                    <a:pt x="156093" y="1120319"/>
                    <a:pt x="155129" y="1135642"/>
                    <a:pt x="158651" y="1150255"/>
                  </a:cubicBezTo>
                  <a:cubicBezTo>
                    <a:pt x="163587" y="1170722"/>
                    <a:pt x="178810" y="1190064"/>
                    <a:pt x="197408" y="1199949"/>
                  </a:cubicBezTo>
                  <a:cubicBezTo>
                    <a:pt x="210656" y="1206988"/>
                    <a:pt x="226133" y="1205622"/>
                    <a:pt x="240666" y="1205274"/>
                  </a:cubicBezTo>
                  <a:cubicBezTo>
                    <a:pt x="261381" y="1198014"/>
                    <a:pt x="267395" y="1189515"/>
                    <a:pt x="278251" y="1170877"/>
                  </a:cubicBezTo>
                  <a:lnTo>
                    <a:pt x="281104" y="1166048"/>
                  </a:lnTo>
                  <a:lnTo>
                    <a:pt x="282778" y="1163128"/>
                  </a:lnTo>
                  <a:cubicBezTo>
                    <a:pt x="283582" y="1138850"/>
                    <a:pt x="284955" y="1117995"/>
                    <a:pt x="266276" y="1099370"/>
                  </a:cubicBezTo>
                  <a:cubicBezTo>
                    <a:pt x="253230" y="1086364"/>
                    <a:pt x="229241" y="1081662"/>
                    <a:pt x="211553" y="1081629"/>
                  </a:cubicBezTo>
                  <a:cubicBezTo>
                    <a:pt x="210408" y="1081629"/>
                    <a:pt x="209269" y="1081749"/>
                    <a:pt x="208131" y="1081810"/>
                  </a:cubicBezTo>
                  <a:close/>
                  <a:moveTo>
                    <a:pt x="300030" y="1252141"/>
                  </a:moveTo>
                  <a:cubicBezTo>
                    <a:pt x="289871" y="1266112"/>
                    <a:pt x="284353" y="1284268"/>
                    <a:pt x="286797" y="1301734"/>
                  </a:cubicBezTo>
                  <a:cubicBezTo>
                    <a:pt x="288371" y="1312972"/>
                    <a:pt x="294733" y="1323996"/>
                    <a:pt x="304752" y="1329742"/>
                  </a:cubicBezTo>
                  <a:cubicBezTo>
                    <a:pt x="317135" y="1336848"/>
                    <a:pt x="338038" y="1333868"/>
                    <a:pt x="350930" y="1329588"/>
                  </a:cubicBezTo>
                  <a:cubicBezTo>
                    <a:pt x="361204" y="1319268"/>
                    <a:pt x="370546" y="1310903"/>
                    <a:pt x="370821" y="1295258"/>
                  </a:cubicBezTo>
                  <a:cubicBezTo>
                    <a:pt x="371015" y="1284275"/>
                    <a:pt x="366086" y="1274999"/>
                    <a:pt x="357982" y="1267933"/>
                  </a:cubicBezTo>
                  <a:cubicBezTo>
                    <a:pt x="340060" y="1252315"/>
                    <a:pt x="322694" y="1251083"/>
                    <a:pt x="300030" y="1252141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EF5B2947-974B-3399-1C16-F190AC000856}"/>
                </a:ext>
              </a:extLst>
            </p:cNvPr>
            <p:cNvSpPr/>
            <p:nvPr/>
          </p:nvSpPr>
          <p:spPr>
            <a:xfrm>
              <a:off x="631861" y="3416746"/>
              <a:ext cx="119935" cy="106352"/>
            </a:xfrm>
            <a:custGeom>
              <a:avLst/>
              <a:gdLst>
                <a:gd name="connsiteX0" fmla="*/ 76075 w 119935"/>
                <a:gd name="connsiteY0" fmla="*/ 844 h 106352"/>
                <a:gd name="connsiteX1" fmla="*/ 111571 w 119935"/>
                <a:gd name="connsiteY1" fmla="*/ 22336 h 106352"/>
                <a:gd name="connsiteX2" fmla="*/ 113875 w 119935"/>
                <a:gd name="connsiteY2" fmla="*/ 25745 h 106352"/>
                <a:gd name="connsiteX3" fmla="*/ 115837 w 119935"/>
                <a:gd name="connsiteY3" fmla="*/ 29368 h 106352"/>
                <a:gd name="connsiteX4" fmla="*/ 117431 w 119935"/>
                <a:gd name="connsiteY4" fmla="*/ 33165 h 106352"/>
                <a:gd name="connsiteX5" fmla="*/ 118643 w 119935"/>
                <a:gd name="connsiteY5" fmla="*/ 37096 h 106352"/>
                <a:gd name="connsiteX6" fmla="*/ 119460 w 119935"/>
                <a:gd name="connsiteY6" fmla="*/ 41135 h 106352"/>
                <a:gd name="connsiteX7" fmla="*/ 119876 w 119935"/>
                <a:gd name="connsiteY7" fmla="*/ 45227 h 106352"/>
                <a:gd name="connsiteX8" fmla="*/ 119889 w 119935"/>
                <a:gd name="connsiteY8" fmla="*/ 49346 h 106352"/>
                <a:gd name="connsiteX9" fmla="*/ 119501 w 119935"/>
                <a:gd name="connsiteY9" fmla="*/ 53444 h 106352"/>
                <a:gd name="connsiteX10" fmla="*/ 92062 w 119935"/>
                <a:gd name="connsiteY10" fmla="*/ 95838 h 106352"/>
                <a:gd name="connsiteX11" fmla="*/ 42837 w 119935"/>
                <a:gd name="connsiteY11" fmla="*/ 104404 h 106352"/>
                <a:gd name="connsiteX12" fmla="*/ 8487 w 119935"/>
                <a:gd name="connsiteY12" fmla="*/ 75124 h 106352"/>
                <a:gd name="connsiteX13" fmla="*/ 2332 w 119935"/>
                <a:gd name="connsiteY13" fmla="*/ 33212 h 106352"/>
                <a:gd name="connsiteX14" fmla="*/ 41216 w 119935"/>
                <a:gd name="connsiteY14" fmla="*/ 0 h 106352"/>
                <a:gd name="connsiteX15" fmla="*/ 76075 w 119935"/>
                <a:gd name="connsiteY15" fmla="*/ 844 h 106352"/>
                <a:gd name="connsiteX16" fmla="*/ 59339 w 119935"/>
                <a:gd name="connsiteY16" fmla="*/ 15879 h 106352"/>
                <a:gd name="connsiteX17" fmla="*/ 23395 w 119935"/>
                <a:gd name="connsiteY17" fmla="*/ 34270 h 106352"/>
                <a:gd name="connsiteX18" fmla="*/ 18586 w 119935"/>
                <a:gd name="connsiteY18" fmla="*/ 57161 h 106352"/>
                <a:gd name="connsiteX19" fmla="*/ 43426 w 119935"/>
                <a:gd name="connsiteY19" fmla="*/ 81560 h 106352"/>
                <a:gd name="connsiteX20" fmla="*/ 51617 w 119935"/>
                <a:gd name="connsiteY20" fmla="*/ 84781 h 106352"/>
                <a:gd name="connsiteX21" fmla="*/ 70202 w 119935"/>
                <a:gd name="connsiteY21" fmla="*/ 82095 h 106352"/>
                <a:gd name="connsiteX22" fmla="*/ 94205 w 119935"/>
                <a:gd name="connsiteY22" fmla="*/ 61689 h 106352"/>
                <a:gd name="connsiteX23" fmla="*/ 92665 w 119935"/>
                <a:gd name="connsiteY23" fmla="*/ 37599 h 106352"/>
                <a:gd name="connsiteX24" fmla="*/ 59339 w 119935"/>
                <a:gd name="connsiteY24" fmla="*/ 15879 h 10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9935" h="106352">
                  <a:moveTo>
                    <a:pt x="76075" y="844"/>
                  </a:moveTo>
                  <a:cubicBezTo>
                    <a:pt x="90079" y="5545"/>
                    <a:pt x="102295" y="9999"/>
                    <a:pt x="111571" y="22336"/>
                  </a:cubicBezTo>
                  <a:cubicBezTo>
                    <a:pt x="112395" y="23434"/>
                    <a:pt x="113165" y="24572"/>
                    <a:pt x="113875" y="25745"/>
                  </a:cubicBezTo>
                  <a:cubicBezTo>
                    <a:pt x="114592" y="26917"/>
                    <a:pt x="115241" y="28129"/>
                    <a:pt x="115837" y="29368"/>
                  </a:cubicBezTo>
                  <a:cubicBezTo>
                    <a:pt x="116433" y="30607"/>
                    <a:pt x="116962" y="31873"/>
                    <a:pt x="117431" y="33165"/>
                  </a:cubicBezTo>
                  <a:cubicBezTo>
                    <a:pt x="117900" y="34458"/>
                    <a:pt x="118302" y="35764"/>
                    <a:pt x="118643" y="37096"/>
                  </a:cubicBezTo>
                  <a:cubicBezTo>
                    <a:pt x="118985" y="38429"/>
                    <a:pt x="119253" y="39775"/>
                    <a:pt x="119460" y="41135"/>
                  </a:cubicBezTo>
                  <a:cubicBezTo>
                    <a:pt x="119668" y="42494"/>
                    <a:pt x="119802" y="43854"/>
                    <a:pt x="119876" y="45227"/>
                  </a:cubicBezTo>
                  <a:cubicBezTo>
                    <a:pt x="119949" y="46600"/>
                    <a:pt x="119956" y="47973"/>
                    <a:pt x="119889" y="49346"/>
                  </a:cubicBezTo>
                  <a:cubicBezTo>
                    <a:pt x="119829" y="50718"/>
                    <a:pt x="119695" y="52085"/>
                    <a:pt x="119501" y="53444"/>
                  </a:cubicBezTo>
                  <a:cubicBezTo>
                    <a:pt x="117157" y="70442"/>
                    <a:pt x="106233" y="86395"/>
                    <a:pt x="92062" y="95838"/>
                  </a:cubicBezTo>
                  <a:cubicBezTo>
                    <a:pt x="77870" y="105281"/>
                    <a:pt x="59379" y="108965"/>
                    <a:pt x="42837" y="104404"/>
                  </a:cubicBezTo>
                  <a:cubicBezTo>
                    <a:pt x="27293" y="100118"/>
                    <a:pt x="15988" y="89101"/>
                    <a:pt x="8487" y="75124"/>
                  </a:cubicBezTo>
                  <a:cubicBezTo>
                    <a:pt x="1240" y="61615"/>
                    <a:pt x="-2858" y="48254"/>
                    <a:pt x="2332" y="33212"/>
                  </a:cubicBezTo>
                  <a:cubicBezTo>
                    <a:pt x="8406" y="15591"/>
                    <a:pt x="25203" y="6691"/>
                    <a:pt x="41216" y="0"/>
                  </a:cubicBezTo>
                  <a:cubicBezTo>
                    <a:pt x="53566" y="1721"/>
                    <a:pt x="63699" y="2632"/>
                    <a:pt x="76075" y="844"/>
                  </a:cubicBezTo>
                  <a:close/>
                  <a:moveTo>
                    <a:pt x="59339" y="15879"/>
                  </a:moveTo>
                  <a:cubicBezTo>
                    <a:pt x="45951" y="19148"/>
                    <a:pt x="31619" y="21914"/>
                    <a:pt x="23395" y="34270"/>
                  </a:cubicBezTo>
                  <a:cubicBezTo>
                    <a:pt x="18566" y="41523"/>
                    <a:pt x="16128" y="48455"/>
                    <a:pt x="18586" y="57161"/>
                  </a:cubicBezTo>
                  <a:cubicBezTo>
                    <a:pt x="22055" y="69464"/>
                    <a:pt x="32342" y="76684"/>
                    <a:pt x="43426" y="81560"/>
                  </a:cubicBezTo>
                  <a:cubicBezTo>
                    <a:pt x="46112" y="82738"/>
                    <a:pt x="48851" y="83810"/>
                    <a:pt x="51617" y="84781"/>
                  </a:cubicBezTo>
                  <a:cubicBezTo>
                    <a:pt x="57692" y="84091"/>
                    <a:pt x="64288" y="83642"/>
                    <a:pt x="70202" y="82095"/>
                  </a:cubicBezTo>
                  <a:cubicBezTo>
                    <a:pt x="81085" y="79242"/>
                    <a:pt x="89805" y="72203"/>
                    <a:pt x="94205" y="61689"/>
                  </a:cubicBezTo>
                  <a:cubicBezTo>
                    <a:pt x="97922" y="52808"/>
                    <a:pt x="96824" y="46004"/>
                    <a:pt x="92665" y="37599"/>
                  </a:cubicBezTo>
                  <a:cubicBezTo>
                    <a:pt x="86028" y="24164"/>
                    <a:pt x="72472" y="20159"/>
                    <a:pt x="59339" y="15879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F4BD465F-3C6B-2CFF-2C2D-8934EA6B3B19}"/>
                </a:ext>
              </a:extLst>
            </p:cNvPr>
            <p:cNvSpPr/>
            <p:nvPr/>
          </p:nvSpPr>
          <p:spPr>
            <a:xfrm>
              <a:off x="649478" y="3432626"/>
              <a:ext cx="41722" cy="68901"/>
            </a:xfrm>
            <a:custGeom>
              <a:avLst/>
              <a:gdLst>
                <a:gd name="connsiteX0" fmla="*/ 34000 w 41722"/>
                <a:gd name="connsiteY0" fmla="*/ 68901 h 68901"/>
                <a:gd name="connsiteX1" fmla="*/ 25810 w 41722"/>
                <a:gd name="connsiteY1" fmla="*/ 65680 h 68901"/>
                <a:gd name="connsiteX2" fmla="*/ 970 w 41722"/>
                <a:gd name="connsiteY2" fmla="*/ 41282 h 68901"/>
                <a:gd name="connsiteX3" fmla="*/ 5778 w 41722"/>
                <a:gd name="connsiteY3" fmla="*/ 18391 h 68901"/>
                <a:gd name="connsiteX4" fmla="*/ 41722 w 41722"/>
                <a:gd name="connsiteY4" fmla="*/ 0 h 68901"/>
                <a:gd name="connsiteX5" fmla="*/ 34000 w 41722"/>
                <a:gd name="connsiteY5" fmla="*/ 68901 h 6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722" h="68901">
                  <a:moveTo>
                    <a:pt x="34000" y="68901"/>
                  </a:moveTo>
                  <a:cubicBezTo>
                    <a:pt x="31234" y="67930"/>
                    <a:pt x="28495" y="66859"/>
                    <a:pt x="25810" y="65680"/>
                  </a:cubicBezTo>
                  <a:cubicBezTo>
                    <a:pt x="14726" y="60804"/>
                    <a:pt x="4439" y="53585"/>
                    <a:pt x="970" y="41282"/>
                  </a:cubicBezTo>
                  <a:cubicBezTo>
                    <a:pt x="-1488" y="32576"/>
                    <a:pt x="949" y="25644"/>
                    <a:pt x="5778" y="18391"/>
                  </a:cubicBezTo>
                  <a:cubicBezTo>
                    <a:pt x="14002" y="6034"/>
                    <a:pt x="28335" y="3268"/>
                    <a:pt x="41722" y="0"/>
                  </a:cubicBezTo>
                  <a:cubicBezTo>
                    <a:pt x="35956" y="23340"/>
                    <a:pt x="34061" y="44872"/>
                    <a:pt x="34000" y="68901"/>
                  </a:cubicBezTo>
                  <a:close/>
                </a:path>
              </a:pathLst>
            </a:custGeom>
            <a:solidFill>
              <a:srgbClr val="F7E58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4612426C-26DE-5E95-E3C0-9B185CCAFACF}"/>
                </a:ext>
              </a:extLst>
            </p:cNvPr>
            <p:cNvSpPr/>
            <p:nvPr/>
          </p:nvSpPr>
          <p:spPr>
            <a:xfrm>
              <a:off x="683478" y="3432626"/>
              <a:ext cx="44853" cy="68901"/>
            </a:xfrm>
            <a:custGeom>
              <a:avLst/>
              <a:gdLst>
                <a:gd name="connsiteX0" fmla="*/ 7722 w 44853"/>
                <a:gd name="connsiteY0" fmla="*/ 0 h 68901"/>
                <a:gd name="connsiteX1" fmla="*/ 41048 w 44853"/>
                <a:gd name="connsiteY1" fmla="*/ 21719 h 68901"/>
                <a:gd name="connsiteX2" fmla="*/ 42588 w 44853"/>
                <a:gd name="connsiteY2" fmla="*/ 45809 h 68901"/>
                <a:gd name="connsiteX3" fmla="*/ 18585 w 44853"/>
                <a:gd name="connsiteY3" fmla="*/ 66216 h 68901"/>
                <a:gd name="connsiteX4" fmla="*/ 0 w 44853"/>
                <a:gd name="connsiteY4" fmla="*/ 68901 h 68901"/>
                <a:gd name="connsiteX5" fmla="*/ 7722 w 44853"/>
                <a:gd name="connsiteY5" fmla="*/ 0 h 6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853" h="68901">
                  <a:moveTo>
                    <a:pt x="7722" y="0"/>
                  </a:moveTo>
                  <a:cubicBezTo>
                    <a:pt x="20855" y="4279"/>
                    <a:pt x="34411" y="8285"/>
                    <a:pt x="41048" y="21719"/>
                  </a:cubicBezTo>
                  <a:cubicBezTo>
                    <a:pt x="45207" y="30124"/>
                    <a:pt x="46305" y="36929"/>
                    <a:pt x="42588" y="45809"/>
                  </a:cubicBezTo>
                  <a:cubicBezTo>
                    <a:pt x="38188" y="56324"/>
                    <a:pt x="29468" y="63363"/>
                    <a:pt x="18585" y="66216"/>
                  </a:cubicBezTo>
                  <a:cubicBezTo>
                    <a:pt x="12671" y="67763"/>
                    <a:pt x="6075" y="68212"/>
                    <a:pt x="0" y="68901"/>
                  </a:cubicBezTo>
                  <a:cubicBezTo>
                    <a:pt x="60" y="44872"/>
                    <a:pt x="1956" y="23340"/>
                    <a:pt x="7722" y="0"/>
                  </a:cubicBezTo>
                  <a:close/>
                </a:path>
              </a:pathLst>
            </a:custGeom>
            <a:solidFill>
              <a:srgbClr val="FA9012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39249A70-4ECE-0088-B28C-42AA5A328556}"/>
                </a:ext>
              </a:extLst>
            </p:cNvPr>
            <p:cNvSpPr/>
            <p:nvPr/>
          </p:nvSpPr>
          <p:spPr>
            <a:xfrm>
              <a:off x="1012983" y="3453394"/>
              <a:ext cx="118579" cy="1885514"/>
            </a:xfrm>
            <a:custGeom>
              <a:avLst/>
              <a:gdLst>
                <a:gd name="connsiteX0" fmla="*/ 43298 w 118579"/>
                <a:gd name="connsiteY0" fmla="*/ 730 h 1885514"/>
                <a:gd name="connsiteX1" fmla="*/ 46995 w 118579"/>
                <a:gd name="connsiteY1" fmla="*/ 0 h 1885514"/>
                <a:gd name="connsiteX2" fmla="*/ 63611 w 118579"/>
                <a:gd name="connsiteY2" fmla="*/ 341306 h 1885514"/>
                <a:gd name="connsiteX3" fmla="*/ 67268 w 118579"/>
                <a:gd name="connsiteY3" fmla="*/ 897447 h 1885514"/>
                <a:gd name="connsiteX4" fmla="*/ 62500 w 118579"/>
                <a:gd name="connsiteY4" fmla="*/ 1391009 h 1885514"/>
                <a:gd name="connsiteX5" fmla="*/ 41282 w 118579"/>
                <a:gd name="connsiteY5" fmla="*/ 1639008 h 1885514"/>
                <a:gd name="connsiteX6" fmla="*/ 20836 w 118579"/>
                <a:gd name="connsiteY6" fmla="*/ 1799750 h 1885514"/>
                <a:gd name="connsiteX7" fmla="*/ 61877 w 118579"/>
                <a:gd name="connsiteY7" fmla="*/ 1781881 h 1885514"/>
                <a:gd name="connsiteX8" fmla="*/ 114343 w 118579"/>
                <a:gd name="connsiteY8" fmla="*/ 1804545 h 1885514"/>
                <a:gd name="connsiteX9" fmla="*/ 116124 w 118579"/>
                <a:gd name="connsiteY9" fmla="*/ 1848445 h 1885514"/>
                <a:gd name="connsiteX10" fmla="*/ 90675 w 118579"/>
                <a:gd name="connsiteY10" fmla="*/ 1882474 h 1885514"/>
                <a:gd name="connsiteX11" fmla="*/ 62051 w 118579"/>
                <a:gd name="connsiteY11" fmla="*/ 1881135 h 1885514"/>
                <a:gd name="connsiteX12" fmla="*/ 31578 w 118579"/>
                <a:gd name="connsiteY12" fmla="*/ 1841895 h 1885514"/>
                <a:gd name="connsiteX13" fmla="*/ 23267 w 118579"/>
                <a:gd name="connsiteY13" fmla="*/ 1811992 h 1885514"/>
                <a:gd name="connsiteX14" fmla="*/ 4889 w 118579"/>
                <a:gd name="connsiteY14" fmla="*/ 1874605 h 1885514"/>
                <a:gd name="connsiteX15" fmla="*/ 2324 w 118579"/>
                <a:gd name="connsiteY15" fmla="*/ 1885515 h 1885514"/>
                <a:gd name="connsiteX16" fmla="*/ 7113 w 118579"/>
                <a:gd name="connsiteY16" fmla="*/ 1806922 h 1885514"/>
                <a:gd name="connsiteX17" fmla="*/ 51837 w 118579"/>
                <a:gd name="connsiteY17" fmla="*/ 956396 h 1885514"/>
                <a:gd name="connsiteX18" fmla="*/ 46084 w 118579"/>
                <a:gd name="connsiteY18" fmla="*/ 346034 h 1885514"/>
                <a:gd name="connsiteX19" fmla="*/ 41423 w 118579"/>
                <a:gd name="connsiteY19" fmla="*/ 151680 h 1885514"/>
                <a:gd name="connsiteX20" fmla="*/ 39266 w 118579"/>
                <a:gd name="connsiteY20" fmla="*/ 21431 h 1885514"/>
                <a:gd name="connsiteX21" fmla="*/ 43298 w 118579"/>
                <a:gd name="connsiteY21" fmla="*/ 730 h 188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8579" h="1885514">
                  <a:moveTo>
                    <a:pt x="43298" y="730"/>
                  </a:moveTo>
                  <a:lnTo>
                    <a:pt x="46995" y="0"/>
                  </a:lnTo>
                  <a:cubicBezTo>
                    <a:pt x="65761" y="98416"/>
                    <a:pt x="59988" y="238175"/>
                    <a:pt x="63611" y="341306"/>
                  </a:cubicBezTo>
                  <a:cubicBezTo>
                    <a:pt x="70134" y="526887"/>
                    <a:pt x="67201" y="711805"/>
                    <a:pt x="67268" y="897447"/>
                  </a:cubicBezTo>
                  <a:cubicBezTo>
                    <a:pt x="67335" y="1061764"/>
                    <a:pt x="71755" y="1226939"/>
                    <a:pt x="62500" y="1391009"/>
                  </a:cubicBezTo>
                  <a:cubicBezTo>
                    <a:pt x="57784" y="1473874"/>
                    <a:pt x="50712" y="1556545"/>
                    <a:pt x="41282" y="1639008"/>
                  </a:cubicBezTo>
                  <a:cubicBezTo>
                    <a:pt x="34766" y="1692379"/>
                    <a:pt x="24251" y="1746151"/>
                    <a:pt x="20836" y="1799750"/>
                  </a:cubicBezTo>
                  <a:cubicBezTo>
                    <a:pt x="34424" y="1793695"/>
                    <a:pt x="47966" y="1787139"/>
                    <a:pt x="61877" y="1781881"/>
                  </a:cubicBezTo>
                  <a:cubicBezTo>
                    <a:pt x="78298" y="1792302"/>
                    <a:pt x="96220" y="1797894"/>
                    <a:pt x="114343" y="1804545"/>
                  </a:cubicBezTo>
                  <a:cubicBezTo>
                    <a:pt x="118890" y="1818897"/>
                    <a:pt x="120223" y="1833778"/>
                    <a:pt x="116124" y="1848445"/>
                  </a:cubicBezTo>
                  <a:cubicBezTo>
                    <a:pt x="112347" y="1861987"/>
                    <a:pt x="104029" y="1876453"/>
                    <a:pt x="90675" y="1882474"/>
                  </a:cubicBezTo>
                  <a:cubicBezTo>
                    <a:pt x="81479" y="1886613"/>
                    <a:pt x="70871" y="1885615"/>
                    <a:pt x="62051" y="1881135"/>
                  </a:cubicBezTo>
                  <a:cubicBezTo>
                    <a:pt x="46634" y="1873299"/>
                    <a:pt x="36032" y="1858223"/>
                    <a:pt x="31578" y="1841895"/>
                  </a:cubicBezTo>
                  <a:lnTo>
                    <a:pt x="23267" y="1811992"/>
                  </a:lnTo>
                  <a:cubicBezTo>
                    <a:pt x="14540" y="1831367"/>
                    <a:pt x="7421" y="1853421"/>
                    <a:pt x="4889" y="1874605"/>
                  </a:cubicBezTo>
                  <a:cubicBezTo>
                    <a:pt x="4327" y="1879280"/>
                    <a:pt x="4494" y="1881309"/>
                    <a:pt x="2324" y="1885515"/>
                  </a:cubicBezTo>
                  <a:cubicBezTo>
                    <a:pt x="-3804" y="1862503"/>
                    <a:pt x="3744" y="1830302"/>
                    <a:pt x="7113" y="1806922"/>
                  </a:cubicBezTo>
                  <a:cubicBezTo>
                    <a:pt x="46828" y="1521813"/>
                    <a:pt x="50893" y="1243374"/>
                    <a:pt x="51837" y="956396"/>
                  </a:cubicBezTo>
                  <a:cubicBezTo>
                    <a:pt x="52514" y="752719"/>
                    <a:pt x="52514" y="549638"/>
                    <a:pt x="46084" y="346034"/>
                  </a:cubicBezTo>
                  <a:cubicBezTo>
                    <a:pt x="43921" y="281265"/>
                    <a:pt x="42367" y="216476"/>
                    <a:pt x="41423" y="151680"/>
                  </a:cubicBezTo>
                  <a:cubicBezTo>
                    <a:pt x="41142" y="108676"/>
                    <a:pt x="43934" y="64126"/>
                    <a:pt x="39266" y="21431"/>
                  </a:cubicBezTo>
                  <a:lnTo>
                    <a:pt x="43298" y="730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76960DFF-1666-577E-A206-C26AD73BAD44}"/>
                </a:ext>
              </a:extLst>
            </p:cNvPr>
            <p:cNvSpPr/>
            <p:nvPr/>
          </p:nvSpPr>
          <p:spPr>
            <a:xfrm>
              <a:off x="564613" y="3474825"/>
              <a:ext cx="500498" cy="1841346"/>
            </a:xfrm>
            <a:custGeom>
              <a:avLst/>
              <a:gdLst>
                <a:gd name="connsiteX0" fmla="*/ 9479 w 500498"/>
                <a:gd name="connsiteY0" fmla="*/ 1353799 h 1841346"/>
                <a:gd name="connsiteX1" fmla="*/ 13564 w 500498"/>
                <a:gd name="connsiteY1" fmla="*/ 1355889 h 1841346"/>
                <a:gd name="connsiteX2" fmla="*/ 262207 w 500498"/>
                <a:gd name="connsiteY2" fmla="*/ 1315430 h 1841346"/>
                <a:gd name="connsiteX3" fmla="*/ 327639 w 500498"/>
                <a:gd name="connsiteY3" fmla="*/ 1247868 h 1841346"/>
                <a:gd name="connsiteX4" fmla="*/ 379904 w 500498"/>
                <a:gd name="connsiteY4" fmla="*/ 1016927 h 1841346"/>
                <a:gd name="connsiteX5" fmla="*/ 469876 w 500498"/>
                <a:gd name="connsiteY5" fmla="*/ 250090 h 1841346"/>
                <a:gd name="connsiteX6" fmla="*/ 487637 w 500498"/>
                <a:gd name="connsiteY6" fmla="*/ 0 h 1841346"/>
                <a:gd name="connsiteX7" fmla="*/ 489793 w 500498"/>
                <a:gd name="connsiteY7" fmla="*/ 130249 h 1841346"/>
                <a:gd name="connsiteX8" fmla="*/ 494454 w 500498"/>
                <a:gd name="connsiteY8" fmla="*/ 324603 h 1841346"/>
                <a:gd name="connsiteX9" fmla="*/ 500208 w 500498"/>
                <a:gd name="connsiteY9" fmla="*/ 934965 h 1841346"/>
                <a:gd name="connsiteX10" fmla="*/ 455483 w 500498"/>
                <a:gd name="connsiteY10" fmla="*/ 1785491 h 1841346"/>
                <a:gd name="connsiteX11" fmla="*/ 196808 w 500498"/>
                <a:gd name="connsiteY11" fmla="*/ 1832218 h 1841346"/>
                <a:gd name="connsiteX12" fmla="*/ 42081 w 500498"/>
                <a:gd name="connsiteY12" fmla="*/ 1841346 h 1841346"/>
                <a:gd name="connsiteX13" fmla="*/ 24240 w 500498"/>
                <a:gd name="connsiteY13" fmla="*/ 1745040 h 1841346"/>
                <a:gd name="connsiteX14" fmla="*/ 9479 w 500498"/>
                <a:gd name="connsiteY14" fmla="*/ 1353799 h 1841346"/>
                <a:gd name="connsiteX15" fmla="*/ 58516 w 500498"/>
                <a:gd name="connsiteY15" fmla="*/ 1470445 h 1841346"/>
                <a:gd name="connsiteX16" fmla="*/ 25813 w 500498"/>
                <a:gd name="connsiteY16" fmla="*/ 1510682 h 1841346"/>
                <a:gd name="connsiteX17" fmla="*/ 31647 w 500498"/>
                <a:gd name="connsiteY17" fmla="*/ 1555219 h 1841346"/>
                <a:gd name="connsiteX18" fmla="*/ 34614 w 500498"/>
                <a:gd name="connsiteY18" fmla="*/ 1559184 h 1841346"/>
                <a:gd name="connsiteX19" fmla="*/ 37989 w 500498"/>
                <a:gd name="connsiteY19" fmla="*/ 1562807 h 1841346"/>
                <a:gd name="connsiteX20" fmla="*/ 41726 w 500498"/>
                <a:gd name="connsiteY20" fmla="*/ 1566055 h 1841346"/>
                <a:gd name="connsiteX21" fmla="*/ 45791 w 500498"/>
                <a:gd name="connsiteY21" fmla="*/ 1568882 h 1841346"/>
                <a:gd name="connsiteX22" fmla="*/ 50138 w 500498"/>
                <a:gd name="connsiteY22" fmla="*/ 1571259 h 1841346"/>
                <a:gd name="connsiteX23" fmla="*/ 54705 w 500498"/>
                <a:gd name="connsiteY23" fmla="*/ 1573161 h 1841346"/>
                <a:gd name="connsiteX24" fmla="*/ 59460 w 500498"/>
                <a:gd name="connsiteY24" fmla="*/ 1574561 h 1841346"/>
                <a:gd name="connsiteX25" fmla="*/ 64330 w 500498"/>
                <a:gd name="connsiteY25" fmla="*/ 1575452 h 1841346"/>
                <a:gd name="connsiteX26" fmla="*/ 86531 w 500498"/>
                <a:gd name="connsiteY26" fmla="*/ 1574815 h 1841346"/>
                <a:gd name="connsiteX27" fmla="*/ 119897 w 500498"/>
                <a:gd name="connsiteY27" fmla="*/ 1537324 h 1841346"/>
                <a:gd name="connsiteX28" fmla="*/ 121363 w 500498"/>
                <a:gd name="connsiteY28" fmla="*/ 1531993 h 1841346"/>
                <a:gd name="connsiteX29" fmla="*/ 122254 w 500498"/>
                <a:gd name="connsiteY29" fmla="*/ 1526542 h 1841346"/>
                <a:gd name="connsiteX30" fmla="*/ 122562 w 500498"/>
                <a:gd name="connsiteY30" fmla="*/ 1521016 h 1841346"/>
                <a:gd name="connsiteX31" fmla="*/ 122274 w 500498"/>
                <a:gd name="connsiteY31" fmla="*/ 1515498 h 1841346"/>
                <a:gd name="connsiteX32" fmla="*/ 121404 w 500498"/>
                <a:gd name="connsiteY32" fmla="*/ 1510039 h 1841346"/>
                <a:gd name="connsiteX33" fmla="*/ 119950 w 500498"/>
                <a:gd name="connsiteY33" fmla="*/ 1504709 h 1841346"/>
                <a:gd name="connsiteX34" fmla="*/ 117941 w 500498"/>
                <a:gd name="connsiteY34" fmla="*/ 1499558 h 1841346"/>
                <a:gd name="connsiteX35" fmla="*/ 115396 w 500498"/>
                <a:gd name="connsiteY35" fmla="*/ 1494649 h 1841346"/>
                <a:gd name="connsiteX36" fmla="*/ 84950 w 500498"/>
                <a:gd name="connsiteY36" fmla="*/ 1471483 h 1841346"/>
                <a:gd name="connsiteX37" fmla="*/ 58516 w 500498"/>
                <a:gd name="connsiteY37" fmla="*/ 1470445 h 1841346"/>
                <a:gd name="connsiteX38" fmla="*/ 106723 w 500498"/>
                <a:gd name="connsiteY38" fmla="*/ 1669374 h 1841346"/>
                <a:gd name="connsiteX39" fmla="*/ 103970 w 500498"/>
                <a:gd name="connsiteY39" fmla="*/ 1670640 h 1841346"/>
                <a:gd name="connsiteX40" fmla="*/ 101419 w 500498"/>
                <a:gd name="connsiteY40" fmla="*/ 1672267 h 1841346"/>
                <a:gd name="connsiteX41" fmla="*/ 99095 w 500498"/>
                <a:gd name="connsiteY41" fmla="*/ 1674209 h 1841346"/>
                <a:gd name="connsiteX42" fmla="*/ 97059 w 500498"/>
                <a:gd name="connsiteY42" fmla="*/ 1676453 h 1841346"/>
                <a:gd name="connsiteX43" fmla="*/ 95331 w 500498"/>
                <a:gd name="connsiteY43" fmla="*/ 1678938 h 1841346"/>
                <a:gd name="connsiteX44" fmla="*/ 93958 w 500498"/>
                <a:gd name="connsiteY44" fmla="*/ 1681637 h 1841346"/>
                <a:gd name="connsiteX45" fmla="*/ 92947 w 500498"/>
                <a:gd name="connsiteY45" fmla="*/ 1684490 h 1841346"/>
                <a:gd name="connsiteX46" fmla="*/ 92331 w 500498"/>
                <a:gd name="connsiteY46" fmla="*/ 1687457 h 1841346"/>
                <a:gd name="connsiteX47" fmla="*/ 92110 w 500498"/>
                <a:gd name="connsiteY47" fmla="*/ 1690477 h 1841346"/>
                <a:gd name="connsiteX48" fmla="*/ 92297 w 500498"/>
                <a:gd name="connsiteY48" fmla="*/ 1693504 h 1841346"/>
                <a:gd name="connsiteX49" fmla="*/ 92880 w 500498"/>
                <a:gd name="connsiteY49" fmla="*/ 1696471 h 1841346"/>
                <a:gd name="connsiteX50" fmla="*/ 93851 w 500498"/>
                <a:gd name="connsiteY50" fmla="*/ 1699338 h 1841346"/>
                <a:gd name="connsiteX51" fmla="*/ 95197 w 500498"/>
                <a:gd name="connsiteY51" fmla="*/ 1702057 h 1841346"/>
                <a:gd name="connsiteX52" fmla="*/ 96892 w 500498"/>
                <a:gd name="connsiteY52" fmla="*/ 1704562 h 1841346"/>
                <a:gd name="connsiteX53" fmla="*/ 98907 w 500498"/>
                <a:gd name="connsiteY53" fmla="*/ 1706825 h 1841346"/>
                <a:gd name="connsiteX54" fmla="*/ 101205 w 500498"/>
                <a:gd name="connsiteY54" fmla="*/ 1708801 h 1841346"/>
                <a:gd name="connsiteX55" fmla="*/ 103743 w 500498"/>
                <a:gd name="connsiteY55" fmla="*/ 1710455 h 1841346"/>
                <a:gd name="connsiteX56" fmla="*/ 106482 w 500498"/>
                <a:gd name="connsiteY56" fmla="*/ 1711754 h 1841346"/>
                <a:gd name="connsiteX57" fmla="*/ 109362 w 500498"/>
                <a:gd name="connsiteY57" fmla="*/ 1712679 h 1841346"/>
                <a:gd name="connsiteX58" fmla="*/ 112349 w 500498"/>
                <a:gd name="connsiteY58" fmla="*/ 1713208 h 1841346"/>
                <a:gd name="connsiteX59" fmla="*/ 115376 w 500498"/>
                <a:gd name="connsiteY59" fmla="*/ 1713342 h 1841346"/>
                <a:gd name="connsiteX60" fmla="*/ 118390 w 500498"/>
                <a:gd name="connsiteY60" fmla="*/ 1713067 h 1841346"/>
                <a:gd name="connsiteX61" fmla="*/ 121343 w 500498"/>
                <a:gd name="connsiteY61" fmla="*/ 1712397 h 1841346"/>
                <a:gd name="connsiteX62" fmla="*/ 124183 w 500498"/>
                <a:gd name="connsiteY62" fmla="*/ 1711339 h 1841346"/>
                <a:gd name="connsiteX63" fmla="*/ 126132 w 500498"/>
                <a:gd name="connsiteY63" fmla="*/ 1710341 h 1841346"/>
                <a:gd name="connsiteX64" fmla="*/ 127980 w 500498"/>
                <a:gd name="connsiteY64" fmla="*/ 1709169 h 1841346"/>
                <a:gd name="connsiteX65" fmla="*/ 129701 w 500498"/>
                <a:gd name="connsiteY65" fmla="*/ 1707816 h 1841346"/>
                <a:gd name="connsiteX66" fmla="*/ 131289 w 500498"/>
                <a:gd name="connsiteY66" fmla="*/ 1706310 h 1841346"/>
                <a:gd name="connsiteX67" fmla="*/ 132722 w 500498"/>
                <a:gd name="connsiteY67" fmla="*/ 1704655 h 1841346"/>
                <a:gd name="connsiteX68" fmla="*/ 133994 w 500498"/>
                <a:gd name="connsiteY68" fmla="*/ 1702867 h 1841346"/>
                <a:gd name="connsiteX69" fmla="*/ 135079 w 500498"/>
                <a:gd name="connsiteY69" fmla="*/ 1700965 h 1841346"/>
                <a:gd name="connsiteX70" fmla="*/ 135983 w 500498"/>
                <a:gd name="connsiteY70" fmla="*/ 1698969 h 1841346"/>
                <a:gd name="connsiteX71" fmla="*/ 136687 w 500498"/>
                <a:gd name="connsiteY71" fmla="*/ 1696900 h 1841346"/>
                <a:gd name="connsiteX72" fmla="*/ 137196 w 500498"/>
                <a:gd name="connsiteY72" fmla="*/ 1694770 h 1841346"/>
                <a:gd name="connsiteX73" fmla="*/ 137490 w 500498"/>
                <a:gd name="connsiteY73" fmla="*/ 1692600 h 1841346"/>
                <a:gd name="connsiteX74" fmla="*/ 137577 w 500498"/>
                <a:gd name="connsiteY74" fmla="*/ 1690410 h 1841346"/>
                <a:gd name="connsiteX75" fmla="*/ 137450 w 500498"/>
                <a:gd name="connsiteY75" fmla="*/ 1688227 h 1841346"/>
                <a:gd name="connsiteX76" fmla="*/ 137115 w 500498"/>
                <a:gd name="connsiteY76" fmla="*/ 1686057 h 1841346"/>
                <a:gd name="connsiteX77" fmla="*/ 136573 w 500498"/>
                <a:gd name="connsiteY77" fmla="*/ 1683941 h 1841346"/>
                <a:gd name="connsiteX78" fmla="*/ 135829 w 500498"/>
                <a:gd name="connsiteY78" fmla="*/ 1681878 h 1841346"/>
                <a:gd name="connsiteX79" fmla="*/ 134892 w 500498"/>
                <a:gd name="connsiteY79" fmla="*/ 1679902 h 1841346"/>
                <a:gd name="connsiteX80" fmla="*/ 133767 w 500498"/>
                <a:gd name="connsiteY80" fmla="*/ 1678020 h 1841346"/>
                <a:gd name="connsiteX81" fmla="*/ 132467 w 500498"/>
                <a:gd name="connsiteY81" fmla="*/ 1676259 h 1841346"/>
                <a:gd name="connsiteX82" fmla="*/ 131007 w 500498"/>
                <a:gd name="connsiteY82" fmla="*/ 1674625 h 1841346"/>
                <a:gd name="connsiteX83" fmla="*/ 129393 w 500498"/>
                <a:gd name="connsiteY83" fmla="*/ 1673145 h 1841346"/>
                <a:gd name="connsiteX84" fmla="*/ 127645 w 500498"/>
                <a:gd name="connsiteY84" fmla="*/ 1671825 h 1841346"/>
                <a:gd name="connsiteX85" fmla="*/ 125784 w 500498"/>
                <a:gd name="connsiteY85" fmla="*/ 1670680 h 1841346"/>
                <a:gd name="connsiteX86" fmla="*/ 123815 w 500498"/>
                <a:gd name="connsiteY86" fmla="*/ 1669722 h 1841346"/>
                <a:gd name="connsiteX87" fmla="*/ 121758 w 500498"/>
                <a:gd name="connsiteY87" fmla="*/ 1668952 h 1841346"/>
                <a:gd name="connsiteX88" fmla="*/ 119649 w 500498"/>
                <a:gd name="connsiteY88" fmla="*/ 1668390 h 1841346"/>
                <a:gd name="connsiteX89" fmla="*/ 117486 w 500498"/>
                <a:gd name="connsiteY89" fmla="*/ 1668028 h 1841346"/>
                <a:gd name="connsiteX90" fmla="*/ 115302 w 500498"/>
                <a:gd name="connsiteY90" fmla="*/ 1667880 h 1841346"/>
                <a:gd name="connsiteX91" fmla="*/ 113112 w 500498"/>
                <a:gd name="connsiteY91" fmla="*/ 1667941 h 1841346"/>
                <a:gd name="connsiteX92" fmla="*/ 110942 w 500498"/>
                <a:gd name="connsiteY92" fmla="*/ 1668209 h 1841346"/>
                <a:gd name="connsiteX93" fmla="*/ 108806 w 500498"/>
                <a:gd name="connsiteY93" fmla="*/ 1668691 h 1841346"/>
                <a:gd name="connsiteX94" fmla="*/ 106723 w 500498"/>
                <a:gd name="connsiteY94" fmla="*/ 1669374 h 184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500498" h="1841346">
                  <a:moveTo>
                    <a:pt x="9479" y="1353799"/>
                  </a:moveTo>
                  <a:cubicBezTo>
                    <a:pt x="10838" y="1354495"/>
                    <a:pt x="12117" y="1355380"/>
                    <a:pt x="13564" y="1355889"/>
                  </a:cubicBezTo>
                  <a:cubicBezTo>
                    <a:pt x="45081" y="1367013"/>
                    <a:pt x="226825" y="1331196"/>
                    <a:pt x="262207" y="1315430"/>
                  </a:cubicBezTo>
                  <a:cubicBezTo>
                    <a:pt x="294863" y="1300884"/>
                    <a:pt x="313099" y="1279968"/>
                    <a:pt x="327639" y="1247868"/>
                  </a:cubicBezTo>
                  <a:cubicBezTo>
                    <a:pt x="359304" y="1177956"/>
                    <a:pt x="367140" y="1092324"/>
                    <a:pt x="379904" y="1016927"/>
                  </a:cubicBezTo>
                  <a:cubicBezTo>
                    <a:pt x="422492" y="762792"/>
                    <a:pt x="452483" y="507177"/>
                    <a:pt x="469876" y="250090"/>
                  </a:cubicBezTo>
                  <a:cubicBezTo>
                    <a:pt x="474992" y="177859"/>
                    <a:pt x="463379" y="63879"/>
                    <a:pt x="487637" y="0"/>
                  </a:cubicBezTo>
                  <a:cubicBezTo>
                    <a:pt x="492305" y="42695"/>
                    <a:pt x="489512" y="87246"/>
                    <a:pt x="489793" y="130249"/>
                  </a:cubicBezTo>
                  <a:cubicBezTo>
                    <a:pt x="490738" y="195045"/>
                    <a:pt x="492291" y="259834"/>
                    <a:pt x="494454" y="324603"/>
                  </a:cubicBezTo>
                  <a:cubicBezTo>
                    <a:pt x="500884" y="528207"/>
                    <a:pt x="500884" y="731288"/>
                    <a:pt x="500208" y="934965"/>
                  </a:cubicBezTo>
                  <a:cubicBezTo>
                    <a:pt x="499263" y="1221943"/>
                    <a:pt x="495198" y="1500382"/>
                    <a:pt x="455483" y="1785491"/>
                  </a:cubicBezTo>
                  <a:cubicBezTo>
                    <a:pt x="369993" y="1805603"/>
                    <a:pt x="284314" y="1823592"/>
                    <a:pt x="196808" y="1832218"/>
                  </a:cubicBezTo>
                  <a:cubicBezTo>
                    <a:pt x="145226" y="1837302"/>
                    <a:pt x="93717" y="1838031"/>
                    <a:pt x="42081" y="1841346"/>
                  </a:cubicBezTo>
                  <a:cubicBezTo>
                    <a:pt x="31131" y="1811899"/>
                    <a:pt x="28713" y="1776108"/>
                    <a:pt x="24240" y="1745040"/>
                  </a:cubicBezTo>
                  <a:cubicBezTo>
                    <a:pt x="6124" y="1619225"/>
                    <a:pt x="-11383" y="1480250"/>
                    <a:pt x="9479" y="1353799"/>
                  </a:cubicBezTo>
                  <a:close/>
                  <a:moveTo>
                    <a:pt x="58516" y="1470445"/>
                  </a:moveTo>
                  <a:cubicBezTo>
                    <a:pt x="41666" y="1481455"/>
                    <a:pt x="30810" y="1490416"/>
                    <a:pt x="25813" y="1510682"/>
                  </a:cubicBezTo>
                  <a:cubicBezTo>
                    <a:pt x="22170" y="1525430"/>
                    <a:pt x="23001" y="1542280"/>
                    <a:pt x="31647" y="1555219"/>
                  </a:cubicBezTo>
                  <a:cubicBezTo>
                    <a:pt x="32564" y="1556592"/>
                    <a:pt x="33556" y="1557918"/>
                    <a:pt x="34614" y="1559184"/>
                  </a:cubicBezTo>
                  <a:cubicBezTo>
                    <a:pt x="35672" y="1560450"/>
                    <a:pt x="36797" y="1561662"/>
                    <a:pt x="37989" y="1562807"/>
                  </a:cubicBezTo>
                  <a:cubicBezTo>
                    <a:pt x="39174" y="1563953"/>
                    <a:pt x="40420" y="1565037"/>
                    <a:pt x="41726" y="1566055"/>
                  </a:cubicBezTo>
                  <a:cubicBezTo>
                    <a:pt x="43032" y="1567067"/>
                    <a:pt x="44385" y="1568011"/>
                    <a:pt x="45791" y="1568882"/>
                  </a:cubicBezTo>
                  <a:cubicBezTo>
                    <a:pt x="47198" y="1569752"/>
                    <a:pt x="48644" y="1570542"/>
                    <a:pt x="50138" y="1571259"/>
                  </a:cubicBezTo>
                  <a:cubicBezTo>
                    <a:pt x="51625" y="1571976"/>
                    <a:pt x="53145" y="1572605"/>
                    <a:pt x="54705" y="1573161"/>
                  </a:cubicBezTo>
                  <a:cubicBezTo>
                    <a:pt x="56266" y="1573717"/>
                    <a:pt x="57846" y="1574179"/>
                    <a:pt x="59460" y="1574561"/>
                  </a:cubicBezTo>
                  <a:cubicBezTo>
                    <a:pt x="61068" y="1574943"/>
                    <a:pt x="62689" y="1575244"/>
                    <a:pt x="64330" y="1575452"/>
                  </a:cubicBezTo>
                  <a:cubicBezTo>
                    <a:pt x="71790" y="1576342"/>
                    <a:pt x="79117" y="1575927"/>
                    <a:pt x="86531" y="1574815"/>
                  </a:cubicBezTo>
                  <a:cubicBezTo>
                    <a:pt x="103093" y="1565808"/>
                    <a:pt x="113869" y="1555661"/>
                    <a:pt x="119897" y="1537324"/>
                  </a:cubicBezTo>
                  <a:cubicBezTo>
                    <a:pt x="120479" y="1535576"/>
                    <a:pt x="120968" y="1533794"/>
                    <a:pt x="121363" y="1531993"/>
                  </a:cubicBezTo>
                  <a:cubicBezTo>
                    <a:pt x="121758" y="1530192"/>
                    <a:pt x="122053" y="1528370"/>
                    <a:pt x="122254" y="1526542"/>
                  </a:cubicBezTo>
                  <a:cubicBezTo>
                    <a:pt x="122455" y="1524706"/>
                    <a:pt x="122556" y="1522865"/>
                    <a:pt x="122562" y="1521016"/>
                  </a:cubicBezTo>
                  <a:cubicBezTo>
                    <a:pt x="122562" y="1519174"/>
                    <a:pt x="122468" y="1517333"/>
                    <a:pt x="122274" y="1515498"/>
                  </a:cubicBezTo>
                  <a:cubicBezTo>
                    <a:pt x="122080" y="1513663"/>
                    <a:pt x="121792" y="1511841"/>
                    <a:pt x="121404" y="1510039"/>
                  </a:cubicBezTo>
                  <a:cubicBezTo>
                    <a:pt x="121015" y="1508238"/>
                    <a:pt x="120533" y="1506456"/>
                    <a:pt x="119950" y="1504709"/>
                  </a:cubicBezTo>
                  <a:cubicBezTo>
                    <a:pt x="119374" y="1502954"/>
                    <a:pt x="118705" y="1501239"/>
                    <a:pt x="117941" y="1499558"/>
                  </a:cubicBezTo>
                  <a:cubicBezTo>
                    <a:pt x="117184" y="1497877"/>
                    <a:pt x="116334" y="1496236"/>
                    <a:pt x="115396" y="1494649"/>
                  </a:cubicBezTo>
                  <a:cubicBezTo>
                    <a:pt x="108813" y="1483632"/>
                    <a:pt x="97561" y="1474484"/>
                    <a:pt x="84950" y="1471483"/>
                  </a:cubicBezTo>
                  <a:cubicBezTo>
                    <a:pt x="76224" y="1469400"/>
                    <a:pt x="67383" y="1469950"/>
                    <a:pt x="58516" y="1470445"/>
                  </a:cubicBezTo>
                  <a:close/>
                  <a:moveTo>
                    <a:pt x="106723" y="1669374"/>
                  </a:moveTo>
                  <a:cubicBezTo>
                    <a:pt x="105779" y="1669736"/>
                    <a:pt x="104861" y="1670158"/>
                    <a:pt x="103970" y="1670640"/>
                  </a:cubicBezTo>
                  <a:cubicBezTo>
                    <a:pt x="103080" y="1671129"/>
                    <a:pt x="102229" y="1671671"/>
                    <a:pt x="101419" y="1672267"/>
                  </a:cubicBezTo>
                  <a:cubicBezTo>
                    <a:pt x="100602" y="1672863"/>
                    <a:pt x="99825" y="1673506"/>
                    <a:pt x="99095" y="1674209"/>
                  </a:cubicBezTo>
                  <a:cubicBezTo>
                    <a:pt x="98365" y="1674913"/>
                    <a:pt x="97689" y="1675656"/>
                    <a:pt x="97059" y="1676453"/>
                  </a:cubicBezTo>
                  <a:cubicBezTo>
                    <a:pt x="96429" y="1677243"/>
                    <a:pt x="95854" y="1678074"/>
                    <a:pt x="95331" y="1678938"/>
                  </a:cubicBezTo>
                  <a:cubicBezTo>
                    <a:pt x="94815" y="1679808"/>
                    <a:pt x="94353" y="1680706"/>
                    <a:pt x="93958" y="1681637"/>
                  </a:cubicBezTo>
                  <a:cubicBezTo>
                    <a:pt x="93556" y="1682568"/>
                    <a:pt x="93221" y="1683519"/>
                    <a:pt x="92947" y="1684490"/>
                  </a:cubicBezTo>
                  <a:cubicBezTo>
                    <a:pt x="92672" y="1685468"/>
                    <a:pt x="92471" y="1686459"/>
                    <a:pt x="92331" y="1687457"/>
                  </a:cubicBezTo>
                  <a:cubicBezTo>
                    <a:pt x="92190" y="1688455"/>
                    <a:pt x="92116" y="1689466"/>
                    <a:pt x="92110" y="1690477"/>
                  </a:cubicBezTo>
                  <a:cubicBezTo>
                    <a:pt x="92103" y="1691488"/>
                    <a:pt x="92170" y="1692500"/>
                    <a:pt x="92297" y="1693504"/>
                  </a:cubicBezTo>
                  <a:cubicBezTo>
                    <a:pt x="92424" y="1694502"/>
                    <a:pt x="92619" y="1695494"/>
                    <a:pt x="92880" y="1696471"/>
                  </a:cubicBezTo>
                  <a:cubicBezTo>
                    <a:pt x="93141" y="1697449"/>
                    <a:pt x="93462" y="1698407"/>
                    <a:pt x="93851" y="1699338"/>
                  </a:cubicBezTo>
                  <a:cubicBezTo>
                    <a:pt x="94240" y="1700275"/>
                    <a:pt x="94688" y="1701180"/>
                    <a:pt x="95197" y="1702057"/>
                  </a:cubicBezTo>
                  <a:cubicBezTo>
                    <a:pt x="95706" y="1702927"/>
                    <a:pt x="96269" y="1703765"/>
                    <a:pt x="96892" y="1704562"/>
                  </a:cubicBezTo>
                  <a:cubicBezTo>
                    <a:pt x="97514" y="1705358"/>
                    <a:pt x="98184" y="1706115"/>
                    <a:pt x="98907" y="1706825"/>
                  </a:cubicBezTo>
                  <a:cubicBezTo>
                    <a:pt x="99631" y="1707535"/>
                    <a:pt x="100394" y="1708192"/>
                    <a:pt x="101205" y="1708801"/>
                  </a:cubicBezTo>
                  <a:cubicBezTo>
                    <a:pt x="102015" y="1709410"/>
                    <a:pt x="102859" y="1709959"/>
                    <a:pt x="103743" y="1710455"/>
                  </a:cubicBezTo>
                  <a:cubicBezTo>
                    <a:pt x="104627" y="1710944"/>
                    <a:pt x="105538" y="1711380"/>
                    <a:pt x="106482" y="1711754"/>
                  </a:cubicBezTo>
                  <a:cubicBezTo>
                    <a:pt x="107420" y="1712123"/>
                    <a:pt x="108377" y="1712431"/>
                    <a:pt x="109362" y="1712679"/>
                  </a:cubicBezTo>
                  <a:cubicBezTo>
                    <a:pt x="110346" y="1712920"/>
                    <a:pt x="111337" y="1713094"/>
                    <a:pt x="112349" y="1713208"/>
                  </a:cubicBezTo>
                  <a:cubicBezTo>
                    <a:pt x="113353" y="1713322"/>
                    <a:pt x="114365" y="1713362"/>
                    <a:pt x="115376" y="1713342"/>
                  </a:cubicBezTo>
                  <a:cubicBezTo>
                    <a:pt x="116387" y="1713322"/>
                    <a:pt x="117392" y="1713228"/>
                    <a:pt x="118390" y="1713067"/>
                  </a:cubicBezTo>
                  <a:cubicBezTo>
                    <a:pt x="119388" y="1712913"/>
                    <a:pt x="120372" y="1712685"/>
                    <a:pt x="121343" y="1712397"/>
                  </a:cubicBezTo>
                  <a:cubicBezTo>
                    <a:pt x="122314" y="1712109"/>
                    <a:pt x="123259" y="1711754"/>
                    <a:pt x="124183" y="1711339"/>
                  </a:cubicBezTo>
                  <a:cubicBezTo>
                    <a:pt x="124846" y="1711038"/>
                    <a:pt x="125496" y="1710710"/>
                    <a:pt x="126132" y="1710341"/>
                  </a:cubicBezTo>
                  <a:cubicBezTo>
                    <a:pt x="126768" y="1709979"/>
                    <a:pt x="127384" y="1709591"/>
                    <a:pt x="127980" y="1709169"/>
                  </a:cubicBezTo>
                  <a:cubicBezTo>
                    <a:pt x="128576" y="1708747"/>
                    <a:pt x="129145" y="1708292"/>
                    <a:pt x="129701" y="1707816"/>
                  </a:cubicBezTo>
                  <a:cubicBezTo>
                    <a:pt x="130257" y="1707341"/>
                    <a:pt x="130786" y="1706839"/>
                    <a:pt x="131289" y="1706310"/>
                  </a:cubicBezTo>
                  <a:cubicBezTo>
                    <a:pt x="131791" y="1705781"/>
                    <a:pt x="132273" y="1705225"/>
                    <a:pt x="132722" y="1704655"/>
                  </a:cubicBezTo>
                  <a:cubicBezTo>
                    <a:pt x="133171" y="1704079"/>
                    <a:pt x="133599" y="1703483"/>
                    <a:pt x="133994" y="1702867"/>
                  </a:cubicBezTo>
                  <a:cubicBezTo>
                    <a:pt x="134390" y="1702251"/>
                    <a:pt x="134751" y="1701615"/>
                    <a:pt x="135079" y="1700965"/>
                  </a:cubicBezTo>
                  <a:cubicBezTo>
                    <a:pt x="135414" y="1700315"/>
                    <a:pt x="135716" y="1699652"/>
                    <a:pt x="135983" y="1698969"/>
                  </a:cubicBezTo>
                  <a:cubicBezTo>
                    <a:pt x="136251" y="1698293"/>
                    <a:pt x="136486" y="1697603"/>
                    <a:pt x="136687" y="1696900"/>
                  </a:cubicBezTo>
                  <a:cubicBezTo>
                    <a:pt x="136894" y="1696197"/>
                    <a:pt x="137062" y="1695487"/>
                    <a:pt x="137196" y="1694770"/>
                  </a:cubicBezTo>
                  <a:cubicBezTo>
                    <a:pt x="137323" y="1694053"/>
                    <a:pt x="137423" y="1693330"/>
                    <a:pt x="137490" y="1692600"/>
                  </a:cubicBezTo>
                  <a:cubicBezTo>
                    <a:pt x="137551" y="1691870"/>
                    <a:pt x="137584" y="1691140"/>
                    <a:pt x="137577" y="1690410"/>
                  </a:cubicBezTo>
                  <a:cubicBezTo>
                    <a:pt x="137571" y="1689680"/>
                    <a:pt x="137524" y="1688950"/>
                    <a:pt x="137450" y="1688227"/>
                  </a:cubicBezTo>
                  <a:cubicBezTo>
                    <a:pt x="137376" y="1687497"/>
                    <a:pt x="137263" y="1686774"/>
                    <a:pt x="137115" y="1686057"/>
                  </a:cubicBezTo>
                  <a:cubicBezTo>
                    <a:pt x="136968" y="1685341"/>
                    <a:pt x="136787" y="1684637"/>
                    <a:pt x="136573" y="1683941"/>
                  </a:cubicBezTo>
                  <a:cubicBezTo>
                    <a:pt x="136358" y="1683237"/>
                    <a:pt x="136111" y="1682554"/>
                    <a:pt x="135829" y="1681878"/>
                  </a:cubicBezTo>
                  <a:cubicBezTo>
                    <a:pt x="135548" y="1681201"/>
                    <a:pt x="135233" y="1680545"/>
                    <a:pt x="134892" y="1679902"/>
                  </a:cubicBezTo>
                  <a:cubicBezTo>
                    <a:pt x="134550" y="1679252"/>
                    <a:pt x="134175" y="1678630"/>
                    <a:pt x="133767" y="1678020"/>
                  </a:cubicBezTo>
                  <a:cubicBezTo>
                    <a:pt x="133365" y="1677411"/>
                    <a:pt x="132929" y="1676828"/>
                    <a:pt x="132467" y="1676259"/>
                  </a:cubicBezTo>
                  <a:cubicBezTo>
                    <a:pt x="132005" y="1675690"/>
                    <a:pt x="131523" y="1675147"/>
                    <a:pt x="131007" y="1674625"/>
                  </a:cubicBezTo>
                  <a:cubicBezTo>
                    <a:pt x="130492" y="1674109"/>
                    <a:pt x="129956" y="1673613"/>
                    <a:pt x="129393" y="1673145"/>
                  </a:cubicBezTo>
                  <a:cubicBezTo>
                    <a:pt x="128831" y="1672676"/>
                    <a:pt x="128248" y="1672234"/>
                    <a:pt x="127645" y="1671825"/>
                  </a:cubicBezTo>
                  <a:cubicBezTo>
                    <a:pt x="127043" y="1671417"/>
                    <a:pt x="126420" y="1671035"/>
                    <a:pt x="125784" y="1670680"/>
                  </a:cubicBezTo>
                  <a:cubicBezTo>
                    <a:pt x="125141" y="1670325"/>
                    <a:pt x="124484" y="1670010"/>
                    <a:pt x="123815" y="1669722"/>
                  </a:cubicBezTo>
                  <a:cubicBezTo>
                    <a:pt x="123138" y="1669435"/>
                    <a:pt x="122455" y="1669173"/>
                    <a:pt x="121758" y="1668952"/>
                  </a:cubicBezTo>
                  <a:cubicBezTo>
                    <a:pt x="121069" y="1668731"/>
                    <a:pt x="120365" y="1668543"/>
                    <a:pt x="119649" y="1668390"/>
                  </a:cubicBezTo>
                  <a:cubicBezTo>
                    <a:pt x="118932" y="1668236"/>
                    <a:pt x="118216" y="1668115"/>
                    <a:pt x="117486" y="1668028"/>
                  </a:cubicBezTo>
                  <a:cubicBezTo>
                    <a:pt x="116762" y="1667941"/>
                    <a:pt x="116032" y="1667894"/>
                    <a:pt x="115302" y="1667880"/>
                  </a:cubicBezTo>
                  <a:cubicBezTo>
                    <a:pt x="114572" y="1667867"/>
                    <a:pt x="113842" y="1667887"/>
                    <a:pt x="113112" y="1667941"/>
                  </a:cubicBezTo>
                  <a:cubicBezTo>
                    <a:pt x="112382" y="1667994"/>
                    <a:pt x="111659" y="1668082"/>
                    <a:pt x="110942" y="1668209"/>
                  </a:cubicBezTo>
                  <a:cubicBezTo>
                    <a:pt x="110219" y="1668336"/>
                    <a:pt x="109509" y="1668497"/>
                    <a:pt x="108806" y="1668691"/>
                  </a:cubicBezTo>
                  <a:cubicBezTo>
                    <a:pt x="108103" y="1668885"/>
                    <a:pt x="107406" y="1669113"/>
                    <a:pt x="106723" y="1669374"/>
                  </a:cubicBezTo>
                  <a:close/>
                </a:path>
              </a:pathLst>
            </a:custGeom>
            <a:solidFill>
              <a:srgbClr val="67211D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CC4E602D-495D-52CF-DB91-D34400592448}"/>
                </a:ext>
              </a:extLst>
            </p:cNvPr>
            <p:cNvSpPr/>
            <p:nvPr/>
          </p:nvSpPr>
          <p:spPr>
            <a:xfrm>
              <a:off x="1178776" y="3628473"/>
              <a:ext cx="142700" cy="148551"/>
            </a:xfrm>
            <a:custGeom>
              <a:avLst/>
              <a:gdLst>
                <a:gd name="connsiteX0" fmla="*/ 100236 w 142700"/>
                <a:gd name="connsiteY0" fmla="*/ 146838 h 148551"/>
                <a:gd name="connsiteX1" fmla="*/ 47495 w 142700"/>
                <a:gd name="connsiteY1" fmla="*/ 143054 h 148551"/>
                <a:gd name="connsiteX2" fmla="*/ 40497 w 142700"/>
                <a:gd name="connsiteY2" fmla="*/ 139746 h 148551"/>
                <a:gd name="connsiteX3" fmla="*/ 33873 w 142700"/>
                <a:gd name="connsiteY3" fmla="*/ 135734 h 148551"/>
                <a:gd name="connsiteX4" fmla="*/ 27698 w 142700"/>
                <a:gd name="connsiteY4" fmla="*/ 131066 h 148551"/>
                <a:gd name="connsiteX5" fmla="*/ 22032 w 142700"/>
                <a:gd name="connsiteY5" fmla="*/ 125795 h 148551"/>
                <a:gd name="connsiteX6" fmla="*/ 16936 w 142700"/>
                <a:gd name="connsiteY6" fmla="*/ 119969 h 148551"/>
                <a:gd name="connsiteX7" fmla="*/ 12462 w 142700"/>
                <a:gd name="connsiteY7" fmla="*/ 113653 h 148551"/>
                <a:gd name="connsiteX8" fmla="*/ 8665 w 142700"/>
                <a:gd name="connsiteY8" fmla="*/ 106909 h 148551"/>
                <a:gd name="connsiteX9" fmla="*/ 5570 w 142700"/>
                <a:gd name="connsiteY9" fmla="*/ 99810 h 148551"/>
                <a:gd name="connsiteX10" fmla="*/ 6943 w 142700"/>
                <a:gd name="connsiteY10" fmla="*/ 38369 h 148551"/>
                <a:gd name="connsiteX11" fmla="*/ 44971 w 142700"/>
                <a:gd name="connsiteY11" fmla="*/ 3858 h 148551"/>
                <a:gd name="connsiteX12" fmla="*/ 111233 w 142700"/>
                <a:gd name="connsiteY12" fmla="*/ 11131 h 148551"/>
                <a:gd name="connsiteX13" fmla="*/ 142516 w 142700"/>
                <a:gd name="connsiteY13" fmla="*/ 83629 h 148551"/>
                <a:gd name="connsiteX14" fmla="*/ 114823 w 142700"/>
                <a:gd name="connsiteY14" fmla="*/ 136189 h 148551"/>
                <a:gd name="connsiteX15" fmla="*/ 100236 w 142700"/>
                <a:gd name="connsiteY15" fmla="*/ 146838 h 148551"/>
                <a:gd name="connsiteX16" fmla="*/ 82863 w 142700"/>
                <a:gd name="connsiteY16" fmla="*/ 22476 h 148551"/>
                <a:gd name="connsiteX17" fmla="*/ 36545 w 142700"/>
                <a:gd name="connsiteY17" fmla="*/ 32991 h 148551"/>
                <a:gd name="connsiteX18" fmla="*/ 20666 w 142700"/>
                <a:gd name="connsiteY18" fmla="*/ 56030 h 148551"/>
                <a:gd name="connsiteX19" fmla="*/ 21898 w 142700"/>
                <a:gd name="connsiteY19" fmla="*/ 76778 h 148551"/>
                <a:gd name="connsiteX20" fmla="*/ 48212 w 142700"/>
                <a:gd name="connsiteY20" fmla="*/ 118020 h 148551"/>
                <a:gd name="connsiteX21" fmla="*/ 85536 w 142700"/>
                <a:gd name="connsiteY21" fmla="*/ 121422 h 148551"/>
                <a:gd name="connsiteX22" fmla="*/ 90867 w 142700"/>
                <a:gd name="connsiteY22" fmla="*/ 119553 h 148551"/>
                <a:gd name="connsiteX23" fmla="*/ 95983 w 142700"/>
                <a:gd name="connsiteY23" fmla="*/ 117156 h 148551"/>
                <a:gd name="connsiteX24" fmla="*/ 100839 w 142700"/>
                <a:gd name="connsiteY24" fmla="*/ 114263 h 148551"/>
                <a:gd name="connsiteX25" fmla="*/ 105380 w 142700"/>
                <a:gd name="connsiteY25" fmla="*/ 110894 h 148551"/>
                <a:gd name="connsiteX26" fmla="*/ 109552 w 142700"/>
                <a:gd name="connsiteY26" fmla="*/ 107090 h 148551"/>
                <a:gd name="connsiteX27" fmla="*/ 113329 w 142700"/>
                <a:gd name="connsiteY27" fmla="*/ 102884 h 148551"/>
                <a:gd name="connsiteX28" fmla="*/ 116665 w 142700"/>
                <a:gd name="connsiteY28" fmla="*/ 98323 h 148551"/>
                <a:gd name="connsiteX29" fmla="*/ 119524 w 142700"/>
                <a:gd name="connsiteY29" fmla="*/ 93447 h 148551"/>
                <a:gd name="connsiteX30" fmla="*/ 122960 w 142700"/>
                <a:gd name="connsiteY30" fmla="*/ 59974 h 148551"/>
                <a:gd name="connsiteX31" fmla="*/ 82863 w 142700"/>
                <a:gd name="connsiteY31" fmla="*/ 22476 h 148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2700" h="148551">
                  <a:moveTo>
                    <a:pt x="100236" y="146838"/>
                  </a:moveTo>
                  <a:cubicBezTo>
                    <a:pt x="82087" y="149001"/>
                    <a:pt x="64754" y="150341"/>
                    <a:pt x="47495" y="143054"/>
                  </a:cubicBezTo>
                  <a:cubicBezTo>
                    <a:pt x="45104" y="142070"/>
                    <a:pt x="42774" y="140971"/>
                    <a:pt x="40497" y="139746"/>
                  </a:cubicBezTo>
                  <a:cubicBezTo>
                    <a:pt x="38219" y="138520"/>
                    <a:pt x="36010" y="137187"/>
                    <a:pt x="33873" y="135734"/>
                  </a:cubicBezTo>
                  <a:cubicBezTo>
                    <a:pt x="31737" y="134280"/>
                    <a:pt x="29674" y="132727"/>
                    <a:pt x="27698" y="131066"/>
                  </a:cubicBezTo>
                  <a:cubicBezTo>
                    <a:pt x="25722" y="129405"/>
                    <a:pt x="23834" y="127650"/>
                    <a:pt x="22032" y="125795"/>
                  </a:cubicBezTo>
                  <a:cubicBezTo>
                    <a:pt x="20231" y="123940"/>
                    <a:pt x="18536" y="121998"/>
                    <a:pt x="16936" y="119969"/>
                  </a:cubicBezTo>
                  <a:cubicBezTo>
                    <a:pt x="15335" y="117939"/>
                    <a:pt x="13848" y="115829"/>
                    <a:pt x="12462" y="113653"/>
                  </a:cubicBezTo>
                  <a:cubicBezTo>
                    <a:pt x="11082" y="111470"/>
                    <a:pt x="9816" y="109219"/>
                    <a:pt x="8665" y="106909"/>
                  </a:cubicBezTo>
                  <a:cubicBezTo>
                    <a:pt x="7513" y="104599"/>
                    <a:pt x="6481" y="102228"/>
                    <a:pt x="5570" y="99810"/>
                  </a:cubicBezTo>
                  <a:cubicBezTo>
                    <a:pt x="-1997" y="80180"/>
                    <a:pt x="-2151" y="57517"/>
                    <a:pt x="6943" y="38369"/>
                  </a:cubicBezTo>
                  <a:cubicBezTo>
                    <a:pt x="14471" y="22530"/>
                    <a:pt x="28254" y="9557"/>
                    <a:pt x="44971" y="3858"/>
                  </a:cubicBezTo>
                  <a:cubicBezTo>
                    <a:pt x="67701" y="-3891"/>
                    <a:pt x="90391" y="797"/>
                    <a:pt x="111233" y="11131"/>
                  </a:cubicBezTo>
                  <a:cubicBezTo>
                    <a:pt x="128606" y="32147"/>
                    <a:pt x="144605" y="54750"/>
                    <a:pt x="142516" y="83629"/>
                  </a:cubicBezTo>
                  <a:cubicBezTo>
                    <a:pt x="141076" y="103547"/>
                    <a:pt x="129724" y="123197"/>
                    <a:pt x="114823" y="136189"/>
                  </a:cubicBezTo>
                  <a:cubicBezTo>
                    <a:pt x="110295" y="140134"/>
                    <a:pt x="105232" y="143516"/>
                    <a:pt x="100236" y="146838"/>
                  </a:cubicBezTo>
                  <a:close/>
                  <a:moveTo>
                    <a:pt x="82863" y="22476"/>
                  </a:moveTo>
                  <a:cubicBezTo>
                    <a:pt x="66221" y="21840"/>
                    <a:pt x="49605" y="20816"/>
                    <a:pt x="36545" y="32991"/>
                  </a:cubicBezTo>
                  <a:cubicBezTo>
                    <a:pt x="29915" y="39180"/>
                    <a:pt x="25220" y="48281"/>
                    <a:pt x="20666" y="56030"/>
                  </a:cubicBezTo>
                  <a:cubicBezTo>
                    <a:pt x="20519" y="62928"/>
                    <a:pt x="20318" y="70020"/>
                    <a:pt x="21898" y="76778"/>
                  </a:cubicBezTo>
                  <a:cubicBezTo>
                    <a:pt x="25468" y="92068"/>
                    <a:pt x="34041" y="110070"/>
                    <a:pt x="48212" y="118020"/>
                  </a:cubicBezTo>
                  <a:cubicBezTo>
                    <a:pt x="59664" y="124456"/>
                    <a:pt x="73072" y="125032"/>
                    <a:pt x="85536" y="121422"/>
                  </a:cubicBezTo>
                  <a:cubicBezTo>
                    <a:pt x="87344" y="120886"/>
                    <a:pt x="89119" y="120263"/>
                    <a:pt x="90867" y="119553"/>
                  </a:cubicBezTo>
                  <a:cubicBezTo>
                    <a:pt x="92615" y="118837"/>
                    <a:pt x="94316" y="118040"/>
                    <a:pt x="95983" y="117156"/>
                  </a:cubicBezTo>
                  <a:cubicBezTo>
                    <a:pt x="97651" y="116272"/>
                    <a:pt x="99272" y="115307"/>
                    <a:pt x="100839" y="114263"/>
                  </a:cubicBezTo>
                  <a:cubicBezTo>
                    <a:pt x="102406" y="113211"/>
                    <a:pt x="103920" y="112092"/>
                    <a:pt x="105380" y="110894"/>
                  </a:cubicBezTo>
                  <a:cubicBezTo>
                    <a:pt x="106833" y="109695"/>
                    <a:pt x="108226" y="108429"/>
                    <a:pt x="109552" y="107090"/>
                  </a:cubicBezTo>
                  <a:cubicBezTo>
                    <a:pt x="110885" y="105750"/>
                    <a:pt x="112144" y="104350"/>
                    <a:pt x="113329" y="102884"/>
                  </a:cubicBezTo>
                  <a:cubicBezTo>
                    <a:pt x="114515" y="101417"/>
                    <a:pt x="115627" y="99897"/>
                    <a:pt x="116665" y="98323"/>
                  </a:cubicBezTo>
                  <a:cubicBezTo>
                    <a:pt x="117703" y="96749"/>
                    <a:pt x="118654" y="95122"/>
                    <a:pt x="119524" y="93447"/>
                  </a:cubicBezTo>
                  <a:cubicBezTo>
                    <a:pt x="124882" y="83120"/>
                    <a:pt x="126710" y="71145"/>
                    <a:pt x="122960" y="59974"/>
                  </a:cubicBezTo>
                  <a:cubicBezTo>
                    <a:pt x="116866" y="41838"/>
                    <a:pt x="99252" y="30386"/>
                    <a:pt x="82863" y="22476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D06161F9-F867-CAE8-0354-439D60DBBC83}"/>
                </a:ext>
              </a:extLst>
            </p:cNvPr>
            <p:cNvSpPr/>
            <p:nvPr/>
          </p:nvSpPr>
          <p:spPr>
            <a:xfrm>
              <a:off x="1199442" y="3650612"/>
              <a:ext cx="75488" cy="63599"/>
            </a:xfrm>
            <a:custGeom>
              <a:avLst/>
              <a:gdLst>
                <a:gd name="connsiteX0" fmla="*/ 0 w 75488"/>
                <a:gd name="connsiteY0" fmla="*/ 33891 h 63599"/>
                <a:gd name="connsiteX1" fmla="*/ 15879 w 75488"/>
                <a:gd name="connsiteY1" fmla="*/ 10853 h 63599"/>
                <a:gd name="connsiteX2" fmla="*/ 62197 w 75488"/>
                <a:gd name="connsiteY2" fmla="*/ 338 h 63599"/>
                <a:gd name="connsiteX3" fmla="*/ 74862 w 75488"/>
                <a:gd name="connsiteY3" fmla="*/ 35720 h 63599"/>
                <a:gd name="connsiteX4" fmla="*/ 57020 w 75488"/>
                <a:gd name="connsiteY4" fmla="*/ 59923 h 63599"/>
                <a:gd name="connsiteX5" fmla="*/ 22315 w 75488"/>
                <a:gd name="connsiteY5" fmla="*/ 59481 h 63599"/>
                <a:gd name="connsiteX6" fmla="*/ 0 w 75488"/>
                <a:gd name="connsiteY6" fmla="*/ 33891 h 6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488" h="63599">
                  <a:moveTo>
                    <a:pt x="0" y="33891"/>
                  </a:moveTo>
                  <a:cubicBezTo>
                    <a:pt x="4554" y="26142"/>
                    <a:pt x="9249" y="17041"/>
                    <a:pt x="15879" y="10853"/>
                  </a:cubicBezTo>
                  <a:cubicBezTo>
                    <a:pt x="28939" y="-1323"/>
                    <a:pt x="45555" y="-299"/>
                    <a:pt x="62197" y="338"/>
                  </a:cubicBezTo>
                  <a:cubicBezTo>
                    <a:pt x="70167" y="11998"/>
                    <a:pt x="77749" y="20892"/>
                    <a:pt x="74862" y="35720"/>
                  </a:cubicBezTo>
                  <a:cubicBezTo>
                    <a:pt x="72846" y="46080"/>
                    <a:pt x="66604" y="55175"/>
                    <a:pt x="57020" y="59923"/>
                  </a:cubicBezTo>
                  <a:cubicBezTo>
                    <a:pt x="46747" y="65013"/>
                    <a:pt x="32509" y="64772"/>
                    <a:pt x="22315" y="59481"/>
                  </a:cubicBezTo>
                  <a:cubicBezTo>
                    <a:pt x="11345" y="53782"/>
                    <a:pt x="6262" y="44111"/>
                    <a:pt x="0" y="33891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6877AE46-EA3E-7368-DD82-438D6183D303}"/>
                </a:ext>
              </a:extLst>
            </p:cNvPr>
            <p:cNvSpPr/>
            <p:nvPr/>
          </p:nvSpPr>
          <p:spPr>
            <a:xfrm>
              <a:off x="1199345" y="3650950"/>
              <a:ext cx="104368" cy="101160"/>
            </a:xfrm>
            <a:custGeom>
              <a:avLst/>
              <a:gdLst>
                <a:gd name="connsiteX0" fmla="*/ 62295 w 104368"/>
                <a:gd name="connsiteY0" fmla="*/ 0 h 101160"/>
                <a:gd name="connsiteX1" fmla="*/ 102392 w 104368"/>
                <a:gd name="connsiteY1" fmla="*/ 37498 h 101160"/>
                <a:gd name="connsiteX2" fmla="*/ 98956 w 104368"/>
                <a:gd name="connsiteY2" fmla="*/ 70971 h 101160"/>
                <a:gd name="connsiteX3" fmla="*/ 96096 w 104368"/>
                <a:gd name="connsiteY3" fmla="*/ 75847 h 101160"/>
                <a:gd name="connsiteX4" fmla="*/ 92761 w 104368"/>
                <a:gd name="connsiteY4" fmla="*/ 80407 h 101160"/>
                <a:gd name="connsiteX5" fmla="*/ 88984 w 104368"/>
                <a:gd name="connsiteY5" fmla="*/ 84613 h 101160"/>
                <a:gd name="connsiteX6" fmla="*/ 84811 w 104368"/>
                <a:gd name="connsiteY6" fmla="*/ 88417 h 101160"/>
                <a:gd name="connsiteX7" fmla="*/ 80271 w 104368"/>
                <a:gd name="connsiteY7" fmla="*/ 91786 h 101160"/>
                <a:gd name="connsiteX8" fmla="*/ 75422 w 104368"/>
                <a:gd name="connsiteY8" fmla="*/ 94679 h 101160"/>
                <a:gd name="connsiteX9" fmla="*/ 70298 w 104368"/>
                <a:gd name="connsiteY9" fmla="*/ 97077 h 101160"/>
                <a:gd name="connsiteX10" fmla="*/ 64967 w 104368"/>
                <a:gd name="connsiteY10" fmla="*/ 98945 h 101160"/>
                <a:gd name="connsiteX11" fmla="*/ 27643 w 104368"/>
                <a:gd name="connsiteY11" fmla="*/ 95543 h 101160"/>
                <a:gd name="connsiteX12" fmla="*/ 1330 w 104368"/>
                <a:gd name="connsiteY12" fmla="*/ 54301 h 101160"/>
                <a:gd name="connsiteX13" fmla="*/ 98 w 104368"/>
                <a:gd name="connsiteY13" fmla="*/ 33553 h 101160"/>
                <a:gd name="connsiteX14" fmla="*/ 22413 w 104368"/>
                <a:gd name="connsiteY14" fmla="*/ 59144 h 101160"/>
                <a:gd name="connsiteX15" fmla="*/ 57118 w 104368"/>
                <a:gd name="connsiteY15" fmla="*/ 59585 h 101160"/>
                <a:gd name="connsiteX16" fmla="*/ 74960 w 104368"/>
                <a:gd name="connsiteY16" fmla="*/ 35382 h 101160"/>
                <a:gd name="connsiteX17" fmla="*/ 62295 w 104368"/>
                <a:gd name="connsiteY17" fmla="*/ 0 h 10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4368" h="101160">
                  <a:moveTo>
                    <a:pt x="62295" y="0"/>
                  </a:moveTo>
                  <a:cubicBezTo>
                    <a:pt x="78684" y="7909"/>
                    <a:pt x="96297" y="19362"/>
                    <a:pt x="102392" y="37498"/>
                  </a:cubicBezTo>
                  <a:cubicBezTo>
                    <a:pt x="106142" y="48669"/>
                    <a:pt x="104314" y="60644"/>
                    <a:pt x="98956" y="70971"/>
                  </a:cubicBezTo>
                  <a:cubicBezTo>
                    <a:pt x="98085" y="72645"/>
                    <a:pt x="97135" y="74272"/>
                    <a:pt x="96096" y="75847"/>
                  </a:cubicBezTo>
                  <a:cubicBezTo>
                    <a:pt x="95058" y="77420"/>
                    <a:pt x="93947" y="78941"/>
                    <a:pt x="92761" y="80407"/>
                  </a:cubicBezTo>
                  <a:cubicBezTo>
                    <a:pt x="91576" y="81874"/>
                    <a:pt x="90317" y="83274"/>
                    <a:pt x="88984" y="84613"/>
                  </a:cubicBezTo>
                  <a:cubicBezTo>
                    <a:pt x="87658" y="85953"/>
                    <a:pt x="86265" y="87219"/>
                    <a:pt x="84811" y="88417"/>
                  </a:cubicBezTo>
                  <a:cubicBezTo>
                    <a:pt x="83351" y="89616"/>
                    <a:pt x="81838" y="90734"/>
                    <a:pt x="80271" y="91786"/>
                  </a:cubicBezTo>
                  <a:cubicBezTo>
                    <a:pt x="78704" y="92831"/>
                    <a:pt x="77089" y="93795"/>
                    <a:pt x="75422" y="94679"/>
                  </a:cubicBezTo>
                  <a:cubicBezTo>
                    <a:pt x="73754" y="95563"/>
                    <a:pt x="72046" y="96360"/>
                    <a:pt x="70298" y="97077"/>
                  </a:cubicBezTo>
                  <a:cubicBezTo>
                    <a:pt x="68551" y="97787"/>
                    <a:pt x="66776" y="98409"/>
                    <a:pt x="64967" y="98945"/>
                  </a:cubicBezTo>
                  <a:cubicBezTo>
                    <a:pt x="52504" y="102555"/>
                    <a:pt x="39096" y="101979"/>
                    <a:pt x="27643" y="95543"/>
                  </a:cubicBezTo>
                  <a:cubicBezTo>
                    <a:pt x="13472" y="87593"/>
                    <a:pt x="4900" y="69591"/>
                    <a:pt x="1330" y="54301"/>
                  </a:cubicBezTo>
                  <a:cubicBezTo>
                    <a:pt x="-251" y="47544"/>
                    <a:pt x="-49" y="40451"/>
                    <a:pt x="98" y="33553"/>
                  </a:cubicBezTo>
                  <a:cubicBezTo>
                    <a:pt x="6360" y="43773"/>
                    <a:pt x="11443" y="53444"/>
                    <a:pt x="22413" y="59144"/>
                  </a:cubicBezTo>
                  <a:cubicBezTo>
                    <a:pt x="32606" y="64434"/>
                    <a:pt x="46845" y="64675"/>
                    <a:pt x="57118" y="59585"/>
                  </a:cubicBezTo>
                  <a:cubicBezTo>
                    <a:pt x="66702" y="54837"/>
                    <a:pt x="72944" y="45742"/>
                    <a:pt x="74960" y="35382"/>
                  </a:cubicBezTo>
                  <a:cubicBezTo>
                    <a:pt x="77846" y="20554"/>
                    <a:pt x="70265" y="11660"/>
                    <a:pt x="62295" y="0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85A077B-66E8-2FD5-DE1A-019EBE345A3B}"/>
                </a:ext>
              </a:extLst>
            </p:cNvPr>
            <p:cNvSpPr/>
            <p:nvPr/>
          </p:nvSpPr>
          <p:spPr>
            <a:xfrm>
              <a:off x="874016" y="3696384"/>
              <a:ext cx="72002" cy="72002"/>
            </a:xfrm>
            <a:custGeom>
              <a:avLst/>
              <a:gdLst>
                <a:gd name="connsiteX0" fmla="*/ 44899 w 72002"/>
                <a:gd name="connsiteY0" fmla="*/ 70884 h 72002"/>
                <a:gd name="connsiteX1" fmla="*/ 43171 w 72002"/>
                <a:gd name="connsiteY1" fmla="*/ 71279 h 72002"/>
                <a:gd name="connsiteX2" fmla="*/ 41429 w 72002"/>
                <a:gd name="connsiteY2" fmla="*/ 71587 h 72002"/>
                <a:gd name="connsiteX3" fmla="*/ 39668 w 72002"/>
                <a:gd name="connsiteY3" fmla="*/ 71815 h 72002"/>
                <a:gd name="connsiteX4" fmla="*/ 37900 w 72002"/>
                <a:gd name="connsiteY4" fmla="*/ 71949 h 72002"/>
                <a:gd name="connsiteX5" fmla="*/ 36132 w 72002"/>
                <a:gd name="connsiteY5" fmla="*/ 72002 h 72002"/>
                <a:gd name="connsiteX6" fmla="*/ 34364 w 72002"/>
                <a:gd name="connsiteY6" fmla="*/ 71962 h 72002"/>
                <a:gd name="connsiteX7" fmla="*/ 32596 w 72002"/>
                <a:gd name="connsiteY7" fmla="*/ 71842 h 72002"/>
                <a:gd name="connsiteX8" fmla="*/ 30834 w 72002"/>
                <a:gd name="connsiteY8" fmla="*/ 71627 h 72002"/>
                <a:gd name="connsiteX9" fmla="*/ 29086 w 72002"/>
                <a:gd name="connsiteY9" fmla="*/ 71333 h 72002"/>
                <a:gd name="connsiteX10" fmla="*/ 27358 w 72002"/>
                <a:gd name="connsiteY10" fmla="*/ 70944 h 72002"/>
                <a:gd name="connsiteX11" fmla="*/ 25650 w 72002"/>
                <a:gd name="connsiteY11" fmla="*/ 70482 h 72002"/>
                <a:gd name="connsiteX12" fmla="*/ 23963 w 72002"/>
                <a:gd name="connsiteY12" fmla="*/ 69926 h 72002"/>
                <a:gd name="connsiteX13" fmla="*/ 22309 w 72002"/>
                <a:gd name="connsiteY13" fmla="*/ 69297 h 72002"/>
                <a:gd name="connsiteX14" fmla="*/ 20688 w 72002"/>
                <a:gd name="connsiteY14" fmla="*/ 68580 h 72002"/>
                <a:gd name="connsiteX15" fmla="*/ 19101 w 72002"/>
                <a:gd name="connsiteY15" fmla="*/ 67790 h 72002"/>
                <a:gd name="connsiteX16" fmla="*/ 17560 w 72002"/>
                <a:gd name="connsiteY16" fmla="*/ 66919 h 72002"/>
                <a:gd name="connsiteX17" fmla="*/ 16060 w 72002"/>
                <a:gd name="connsiteY17" fmla="*/ 65975 h 72002"/>
                <a:gd name="connsiteX18" fmla="*/ 14613 w 72002"/>
                <a:gd name="connsiteY18" fmla="*/ 64957 h 72002"/>
                <a:gd name="connsiteX19" fmla="*/ 13214 w 72002"/>
                <a:gd name="connsiteY19" fmla="*/ 63872 h 72002"/>
                <a:gd name="connsiteX20" fmla="*/ 11868 w 72002"/>
                <a:gd name="connsiteY20" fmla="*/ 62713 h 72002"/>
                <a:gd name="connsiteX21" fmla="*/ 10582 w 72002"/>
                <a:gd name="connsiteY21" fmla="*/ 61494 h 72002"/>
                <a:gd name="connsiteX22" fmla="*/ 9363 w 72002"/>
                <a:gd name="connsiteY22" fmla="*/ 60215 h 72002"/>
                <a:gd name="connsiteX23" fmla="*/ 8197 w 72002"/>
                <a:gd name="connsiteY23" fmla="*/ 58876 h 72002"/>
                <a:gd name="connsiteX24" fmla="*/ 7106 w 72002"/>
                <a:gd name="connsiteY24" fmla="*/ 57476 h 72002"/>
                <a:gd name="connsiteX25" fmla="*/ 6088 w 72002"/>
                <a:gd name="connsiteY25" fmla="*/ 56030 h 72002"/>
                <a:gd name="connsiteX26" fmla="*/ 5137 w 72002"/>
                <a:gd name="connsiteY26" fmla="*/ 54536 h 72002"/>
                <a:gd name="connsiteX27" fmla="*/ 4259 w 72002"/>
                <a:gd name="connsiteY27" fmla="*/ 52996 h 72002"/>
                <a:gd name="connsiteX28" fmla="*/ 3462 w 72002"/>
                <a:gd name="connsiteY28" fmla="*/ 51415 h 72002"/>
                <a:gd name="connsiteX29" fmla="*/ 2746 w 72002"/>
                <a:gd name="connsiteY29" fmla="*/ 49794 h 72002"/>
                <a:gd name="connsiteX30" fmla="*/ 2110 w 72002"/>
                <a:gd name="connsiteY30" fmla="*/ 48140 h 72002"/>
                <a:gd name="connsiteX31" fmla="*/ 1554 w 72002"/>
                <a:gd name="connsiteY31" fmla="*/ 46459 h 72002"/>
                <a:gd name="connsiteX32" fmla="*/ 1078 w 72002"/>
                <a:gd name="connsiteY32" fmla="*/ 44751 h 72002"/>
                <a:gd name="connsiteX33" fmla="*/ 690 w 72002"/>
                <a:gd name="connsiteY33" fmla="*/ 43023 h 72002"/>
                <a:gd name="connsiteX34" fmla="*/ 389 w 72002"/>
                <a:gd name="connsiteY34" fmla="*/ 41275 h 72002"/>
                <a:gd name="connsiteX35" fmla="*/ 174 w 72002"/>
                <a:gd name="connsiteY35" fmla="*/ 39521 h 72002"/>
                <a:gd name="connsiteX36" fmla="*/ 40 w 72002"/>
                <a:gd name="connsiteY36" fmla="*/ 37753 h 72002"/>
                <a:gd name="connsiteX37" fmla="*/ 0 w 72002"/>
                <a:gd name="connsiteY37" fmla="*/ 35978 h 72002"/>
                <a:gd name="connsiteX38" fmla="*/ 47 w 72002"/>
                <a:gd name="connsiteY38" fmla="*/ 34209 h 72002"/>
                <a:gd name="connsiteX39" fmla="*/ 174 w 72002"/>
                <a:gd name="connsiteY39" fmla="*/ 32442 h 72002"/>
                <a:gd name="connsiteX40" fmla="*/ 395 w 72002"/>
                <a:gd name="connsiteY40" fmla="*/ 30687 h 72002"/>
                <a:gd name="connsiteX41" fmla="*/ 697 w 72002"/>
                <a:gd name="connsiteY41" fmla="*/ 28939 h 72002"/>
                <a:gd name="connsiteX42" fmla="*/ 1092 w 72002"/>
                <a:gd name="connsiteY42" fmla="*/ 27211 h 72002"/>
                <a:gd name="connsiteX43" fmla="*/ 1567 w 72002"/>
                <a:gd name="connsiteY43" fmla="*/ 25503 h 72002"/>
                <a:gd name="connsiteX44" fmla="*/ 2123 w 72002"/>
                <a:gd name="connsiteY44" fmla="*/ 23822 h 72002"/>
                <a:gd name="connsiteX45" fmla="*/ 2759 w 72002"/>
                <a:gd name="connsiteY45" fmla="*/ 22174 h 72002"/>
                <a:gd name="connsiteX46" fmla="*/ 3483 w 72002"/>
                <a:gd name="connsiteY46" fmla="*/ 20554 h 72002"/>
                <a:gd name="connsiteX47" fmla="*/ 4280 w 72002"/>
                <a:gd name="connsiteY47" fmla="*/ 18973 h 72002"/>
                <a:gd name="connsiteX48" fmla="*/ 5157 w 72002"/>
                <a:gd name="connsiteY48" fmla="*/ 17433 h 72002"/>
                <a:gd name="connsiteX49" fmla="*/ 6108 w 72002"/>
                <a:gd name="connsiteY49" fmla="*/ 15940 h 72002"/>
                <a:gd name="connsiteX50" fmla="*/ 7133 w 72002"/>
                <a:gd name="connsiteY50" fmla="*/ 14493 h 72002"/>
                <a:gd name="connsiteX51" fmla="*/ 8224 w 72002"/>
                <a:gd name="connsiteY51" fmla="*/ 13100 h 72002"/>
                <a:gd name="connsiteX52" fmla="*/ 9383 w 72002"/>
                <a:gd name="connsiteY52" fmla="*/ 11760 h 72002"/>
                <a:gd name="connsiteX53" fmla="*/ 10609 w 72002"/>
                <a:gd name="connsiteY53" fmla="*/ 10481 h 72002"/>
                <a:gd name="connsiteX54" fmla="*/ 11894 w 72002"/>
                <a:gd name="connsiteY54" fmla="*/ 9262 h 72002"/>
                <a:gd name="connsiteX55" fmla="*/ 13240 w 72002"/>
                <a:gd name="connsiteY55" fmla="*/ 8110 h 72002"/>
                <a:gd name="connsiteX56" fmla="*/ 14640 w 72002"/>
                <a:gd name="connsiteY56" fmla="*/ 7019 h 72002"/>
                <a:gd name="connsiteX57" fmla="*/ 16094 w 72002"/>
                <a:gd name="connsiteY57" fmla="*/ 6007 h 72002"/>
                <a:gd name="connsiteX58" fmla="*/ 17594 w 72002"/>
                <a:gd name="connsiteY58" fmla="*/ 5063 h 72002"/>
                <a:gd name="connsiteX59" fmla="*/ 19134 w 72002"/>
                <a:gd name="connsiteY59" fmla="*/ 4192 h 72002"/>
                <a:gd name="connsiteX60" fmla="*/ 20721 w 72002"/>
                <a:gd name="connsiteY60" fmla="*/ 3402 h 72002"/>
                <a:gd name="connsiteX61" fmla="*/ 22342 w 72002"/>
                <a:gd name="connsiteY61" fmla="*/ 2692 h 72002"/>
                <a:gd name="connsiteX62" fmla="*/ 23996 w 72002"/>
                <a:gd name="connsiteY62" fmla="*/ 2063 h 72002"/>
                <a:gd name="connsiteX63" fmla="*/ 25684 w 72002"/>
                <a:gd name="connsiteY63" fmla="*/ 1514 h 72002"/>
                <a:gd name="connsiteX64" fmla="*/ 27392 w 72002"/>
                <a:gd name="connsiteY64" fmla="*/ 1045 h 72002"/>
                <a:gd name="connsiteX65" fmla="*/ 29113 w 72002"/>
                <a:gd name="connsiteY65" fmla="*/ 663 h 72002"/>
                <a:gd name="connsiteX66" fmla="*/ 30848 w 72002"/>
                <a:gd name="connsiteY66" fmla="*/ 368 h 72002"/>
                <a:gd name="connsiteX67" fmla="*/ 32602 w 72002"/>
                <a:gd name="connsiteY67" fmla="*/ 161 h 72002"/>
                <a:gd name="connsiteX68" fmla="*/ 34357 w 72002"/>
                <a:gd name="connsiteY68" fmla="*/ 40 h 72002"/>
                <a:gd name="connsiteX69" fmla="*/ 36118 w 72002"/>
                <a:gd name="connsiteY69" fmla="*/ 0 h 72002"/>
                <a:gd name="connsiteX70" fmla="*/ 37880 w 72002"/>
                <a:gd name="connsiteY70" fmla="*/ 47 h 72002"/>
                <a:gd name="connsiteX71" fmla="*/ 39641 w 72002"/>
                <a:gd name="connsiteY71" fmla="*/ 181 h 72002"/>
                <a:gd name="connsiteX72" fmla="*/ 41389 w 72002"/>
                <a:gd name="connsiteY72" fmla="*/ 402 h 72002"/>
                <a:gd name="connsiteX73" fmla="*/ 43124 w 72002"/>
                <a:gd name="connsiteY73" fmla="*/ 710 h 72002"/>
                <a:gd name="connsiteX74" fmla="*/ 44838 w 72002"/>
                <a:gd name="connsiteY74" fmla="*/ 1098 h 72002"/>
                <a:gd name="connsiteX75" fmla="*/ 46539 w 72002"/>
                <a:gd name="connsiteY75" fmla="*/ 1574 h 72002"/>
                <a:gd name="connsiteX76" fmla="*/ 48214 w 72002"/>
                <a:gd name="connsiteY76" fmla="*/ 2130 h 72002"/>
                <a:gd name="connsiteX77" fmla="*/ 49854 w 72002"/>
                <a:gd name="connsiteY77" fmla="*/ 2773 h 72002"/>
                <a:gd name="connsiteX78" fmla="*/ 51462 w 72002"/>
                <a:gd name="connsiteY78" fmla="*/ 3489 h 72002"/>
                <a:gd name="connsiteX79" fmla="*/ 53036 w 72002"/>
                <a:gd name="connsiteY79" fmla="*/ 4286 h 72002"/>
                <a:gd name="connsiteX80" fmla="*/ 54569 w 72002"/>
                <a:gd name="connsiteY80" fmla="*/ 5157 h 72002"/>
                <a:gd name="connsiteX81" fmla="*/ 56056 w 72002"/>
                <a:gd name="connsiteY81" fmla="*/ 6101 h 72002"/>
                <a:gd name="connsiteX82" fmla="*/ 57496 w 72002"/>
                <a:gd name="connsiteY82" fmla="*/ 7119 h 72002"/>
                <a:gd name="connsiteX83" fmla="*/ 58882 w 72002"/>
                <a:gd name="connsiteY83" fmla="*/ 8204 h 72002"/>
                <a:gd name="connsiteX84" fmla="*/ 60215 w 72002"/>
                <a:gd name="connsiteY84" fmla="*/ 9356 h 72002"/>
                <a:gd name="connsiteX85" fmla="*/ 61488 w 72002"/>
                <a:gd name="connsiteY85" fmla="*/ 10575 h 72002"/>
                <a:gd name="connsiteX86" fmla="*/ 62707 w 72002"/>
                <a:gd name="connsiteY86" fmla="*/ 11854 h 72002"/>
                <a:gd name="connsiteX87" fmla="*/ 63852 w 72002"/>
                <a:gd name="connsiteY87" fmla="*/ 13187 h 72002"/>
                <a:gd name="connsiteX88" fmla="*/ 64937 w 72002"/>
                <a:gd name="connsiteY88" fmla="*/ 14580 h 72002"/>
                <a:gd name="connsiteX89" fmla="*/ 65948 w 72002"/>
                <a:gd name="connsiteY89" fmla="*/ 16020 h 72002"/>
                <a:gd name="connsiteX90" fmla="*/ 66892 w 72002"/>
                <a:gd name="connsiteY90" fmla="*/ 17507 h 72002"/>
                <a:gd name="connsiteX91" fmla="*/ 67763 w 72002"/>
                <a:gd name="connsiteY91" fmla="*/ 19040 h 72002"/>
                <a:gd name="connsiteX92" fmla="*/ 68553 w 72002"/>
                <a:gd name="connsiteY92" fmla="*/ 20614 h 72002"/>
                <a:gd name="connsiteX93" fmla="*/ 69263 w 72002"/>
                <a:gd name="connsiteY93" fmla="*/ 22228 h 72002"/>
                <a:gd name="connsiteX94" fmla="*/ 69899 w 72002"/>
                <a:gd name="connsiteY94" fmla="*/ 23876 h 72002"/>
                <a:gd name="connsiteX95" fmla="*/ 70455 w 72002"/>
                <a:gd name="connsiteY95" fmla="*/ 25544 h 72002"/>
                <a:gd name="connsiteX96" fmla="*/ 70924 w 72002"/>
                <a:gd name="connsiteY96" fmla="*/ 27244 h 72002"/>
                <a:gd name="connsiteX97" fmla="*/ 71313 w 72002"/>
                <a:gd name="connsiteY97" fmla="*/ 28966 h 72002"/>
                <a:gd name="connsiteX98" fmla="*/ 71614 w 72002"/>
                <a:gd name="connsiteY98" fmla="*/ 30700 h 72002"/>
                <a:gd name="connsiteX99" fmla="*/ 71828 w 72002"/>
                <a:gd name="connsiteY99" fmla="*/ 32448 h 72002"/>
                <a:gd name="connsiteX100" fmla="*/ 71962 w 72002"/>
                <a:gd name="connsiteY100" fmla="*/ 34209 h 72002"/>
                <a:gd name="connsiteX101" fmla="*/ 72002 w 72002"/>
                <a:gd name="connsiteY101" fmla="*/ 35971 h 72002"/>
                <a:gd name="connsiteX102" fmla="*/ 71962 w 72002"/>
                <a:gd name="connsiteY102" fmla="*/ 37732 h 72002"/>
                <a:gd name="connsiteX103" fmla="*/ 71835 w 72002"/>
                <a:gd name="connsiteY103" fmla="*/ 39487 h 72002"/>
                <a:gd name="connsiteX104" fmla="*/ 71621 w 72002"/>
                <a:gd name="connsiteY104" fmla="*/ 41235 h 72002"/>
                <a:gd name="connsiteX105" fmla="*/ 71319 w 72002"/>
                <a:gd name="connsiteY105" fmla="*/ 42976 h 72002"/>
                <a:gd name="connsiteX106" fmla="*/ 70937 w 72002"/>
                <a:gd name="connsiteY106" fmla="*/ 44698 h 72002"/>
                <a:gd name="connsiteX107" fmla="*/ 70468 w 72002"/>
                <a:gd name="connsiteY107" fmla="*/ 46392 h 72002"/>
                <a:gd name="connsiteX108" fmla="*/ 69919 w 72002"/>
                <a:gd name="connsiteY108" fmla="*/ 48066 h 72002"/>
                <a:gd name="connsiteX109" fmla="*/ 69290 w 72002"/>
                <a:gd name="connsiteY109" fmla="*/ 49714 h 72002"/>
                <a:gd name="connsiteX110" fmla="*/ 68580 w 72002"/>
                <a:gd name="connsiteY110" fmla="*/ 51328 h 72002"/>
                <a:gd name="connsiteX111" fmla="*/ 67790 w 72002"/>
                <a:gd name="connsiteY111" fmla="*/ 52902 h 72002"/>
                <a:gd name="connsiteX112" fmla="*/ 66926 w 72002"/>
                <a:gd name="connsiteY112" fmla="*/ 54435 h 72002"/>
                <a:gd name="connsiteX113" fmla="*/ 65981 w 72002"/>
                <a:gd name="connsiteY113" fmla="*/ 55929 h 72002"/>
                <a:gd name="connsiteX114" fmla="*/ 64970 w 72002"/>
                <a:gd name="connsiteY114" fmla="*/ 57376 h 72002"/>
                <a:gd name="connsiteX115" fmla="*/ 63892 w 72002"/>
                <a:gd name="connsiteY115" fmla="*/ 58762 h 72002"/>
                <a:gd name="connsiteX116" fmla="*/ 62747 w 72002"/>
                <a:gd name="connsiteY116" fmla="*/ 60101 h 72002"/>
                <a:gd name="connsiteX117" fmla="*/ 61534 w 72002"/>
                <a:gd name="connsiteY117" fmla="*/ 61380 h 72002"/>
                <a:gd name="connsiteX118" fmla="*/ 60262 w 72002"/>
                <a:gd name="connsiteY118" fmla="*/ 62599 h 72002"/>
                <a:gd name="connsiteX119" fmla="*/ 58929 w 72002"/>
                <a:gd name="connsiteY119" fmla="*/ 63758 h 72002"/>
                <a:gd name="connsiteX120" fmla="*/ 57543 w 72002"/>
                <a:gd name="connsiteY120" fmla="*/ 64843 h 72002"/>
                <a:gd name="connsiteX121" fmla="*/ 56103 w 72002"/>
                <a:gd name="connsiteY121" fmla="*/ 65868 h 72002"/>
                <a:gd name="connsiteX122" fmla="*/ 54616 w 72002"/>
                <a:gd name="connsiteY122" fmla="*/ 66812 h 72002"/>
                <a:gd name="connsiteX123" fmla="*/ 53089 w 72002"/>
                <a:gd name="connsiteY123" fmla="*/ 67689 h 72002"/>
                <a:gd name="connsiteX124" fmla="*/ 51515 w 72002"/>
                <a:gd name="connsiteY124" fmla="*/ 68486 h 72002"/>
                <a:gd name="connsiteX125" fmla="*/ 49908 w 72002"/>
                <a:gd name="connsiteY125" fmla="*/ 69209 h 72002"/>
                <a:gd name="connsiteX126" fmla="*/ 48267 w 72002"/>
                <a:gd name="connsiteY126" fmla="*/ 69846 h 72002"/>
                <a:gd name="connsiteX127" fmla="*/ 46593 w 72002"/>
                <a:gd name="connsiteY127" fmla="*/ 70408 h 72002"/>
                <a:gd name="connsiteX128" fmla="*/ 44899 w 72002"/>
                <a:gd name="connsiteY128" fmla="*/ 70884 h 72002"/>
                <a:gd name="connsiteX129" fmla="*/ 26936 w 72002"/>
                <a:gd name="connsiteY129" fmla="*/ 20721 h 72002"/>
                <a:gd name="connsiteX130" fmla="*/ 25731 w 72002"/>
                <a:gd name="connsiteY130" fmla="*/ 21411 h 72002"/>
                <a:gd name="connsiteX131" fmla="*/ 24592 w 72002"/>
                <a:gd name="connsiteY131" fmla="*/ 22215 h 72002"/>
                <a:gd name="connsiteX132" fmla="*/ 23534 w 72002"/>
                <a:gd name="connsiteY132" fmla="*/ 23119 h 72002"/>
                <a:gd name="connsiteX133" fmla="*/ 22570 w 72002"/>
                <a:gd name="connsiteY133" fmla="*/ 24123 h 72002"/>
                <a:gd name="connsiteX134" fmla="*/ 21706 w 72002"/>
                <a:gd name="connsiteY134" fmla="*/ 25215 h 72002"/>
                <a:gd name="connsiteX135" fmla="*/ 20956 w 72002"/>
                <a:gd name="connsiteY135" fmla="*/ 26381 h 72002"/>
                <a:gd name="connsiteX136" fmla="*/ 20313 w 72002"/>
                <a:gd name="connsiteY136" fmla="*/ 27620 h 72002"/>
                <a:gd name="connsiteX137" fmla="*/ 19790 w 72002"/>
                <a:gd name="connsiteY137" fmla="*/ 28905 h 72002"/>
                <a:gd name="connsiteX138" fmla="*/ 19395 w 72002"/>
                <a:gd name="connsiteY138" fmla="*/ 30245 h 72002"/>
                <a:gd name="connsiteX139" fmla="*/ 19127 w 72002"/>
                <a:gd name="connsiteY139" fmla="*/ 31604 h 72002"/>
                <a:gd name="connsiteX140" fmla="*/ 18993 w 72002"/>
                <a:gd name="connsiteY140" fmla="*/ 32991 h 72002"/>
                <a:gd name="connsiteX141" fmla="*/ 18993 w 72002"/>
                <a:gd name="connsiteY141" fmla="*/ 34384 h 72002"/>
                <a:gd name="connsiteX142" fmla="*/ 19121 w 72002"/>
                <a:gd name="connsiteY142" fmla="*/ 35770 h 72002"/>
                <a:gd name="connsiteX143" fmla="*/ 19382 w 72002"/>
                <a:gd name="connsiteY143" fmla="*/ 37136 h 72002"/>
                <a:gd name="connsiteX144" fmla="*/ 19777 w 72002"/>
                <a:gd name="connsiteY144" fmla="*/ 38469 h 72002"/>
                <a:gd name="connsiteX145" fmla="*/ 20293 w 72002"/>
                <a:gd name="connsiteY145" fmla="*/ 39762 h 72002"/>
                <a:gd name="connsiteX146" fmla="*/ 20929 w 72002"/>
                <a:gd name="connsiteY146" fmla="*/ 41001 h 72002"/>
                <a:gd name="connsiteX147" fmla="*/ 21679 w 72002"/>
                <a:gd name="connsiteY147" fmla="*/ 42166 h 72002"/>
                <a:gd name="connsiteX148" fmla="*/ 22543 w 72002"/>
                <a:gd name="connsiteY148" fmla="*/ 43264 h 72002"/>
                <a:gd name="connsiteX149" fmla="*/ 23501 w 72002"/>
                <a:gd name="connsiteY149" fmla="*/ 44269 h 72002"/>
                <a:gd name="connsiteX150" fmla="*/ 24559 w 72002"/>
                <a:gd name="connsiteY150" fmla="*/ 45180 h 72002"/>
                <a:gd name="connsiteX151" fmla="*/ 25691 w 72002"/>
                <a:gd name="connsiteY151" fmla="*/ 45984 h 72002"/>
                <a:gd name="connsiteX152" fmla="*/ 26896 w 72002"/>
                <a:gd name="connsiteY152" fmla="*/ 46680 h 72002"/>
                <a:gd name="connsiteX153" fmla="*/ 28162 w 72002"/>
                <a:gd name="connsiteY153" fmla="*/ 47256 h 72002"/>
                <a:gd name="connsiteX154" fmla="*/ 29475 w 72002"/>
                <a:gd name="connsiteY154" fmla="*/ 47705 h 72002"/>
                <a:gd name="connsiteX155" fmla="*/ 30827 w 72002"/>
                <a:gd name="connsiteY155" fmla="*/ 48033 h 72002"/>
                <a:gd name="connsiteX156" fmla="*/ 32207 w 72002"/>
                <a:gd name="connsiteY156" fmla="*/ 48227 h 72002"/>
                <a:gd name="connsiteX157" fmla="*/ 33593 w 72002"/>
                <a:gd name="connsiteY157" fmla="*/ 48287 h 72002"/>
                <a:gd name="connsiteX158" fmla="*/ 34987 w 72002"/>
                <a:gd name="connsiteY158" fmla="*/ 48220 h 72002"/>
                <a:gd name="connsiteX159" fmla="*/ 36360 w 72002"/>
                <a:gd name="connsiteY159" fmla="*/ 48013 h 72002"/>
                <a:gd name="connsiteX160" fmla="*/ 37712 w 72002"/>
                <a:gd name="connsiteY160" fmla="*/ 47685 h 72002"/>
                <a:gd name="connsiteX161" fmla="*/ 39025 w 72002"/>
                <a:gd name="connsiteY161" fmla="*/ 47223 h 72002"/>
                <a:gd name="connsiteX162" fmla="*/ 40786 w 72002"/>
                <a:gd name="connsiteY162" fmla="*/ 46365 h 72002"/>
                <a:gd name="connsiteX163" fmla="*/ 42421 w 72002"/>
                <a:gd name="connsiteY163" fmla="*/ 45287 h 72002"/>
                <a:gd name="connsiteX164" fmla="*/ 43894 w 72002"/>
                <a:gd name="connsiteY164" fmla="*/ 43988 h 72002"/>
                <a:gd name="connsiteX165" fmla="*/ 45180 w 72002"/>
                <a:gd name="connsiteY165" fmla="*/ 42514 h 72002"/>
                <a:gd name="connsiteX166" fmla="*/ 46251 w 72002"/>
                <a:gd name="connsiteY166" fmla="*/ 40874 h 72002"/>
                <a:gd name="connsiteX167" fmla="*/ 47095 w 72002"/>
                <a:gd name="connsiteY167" fmla="*/ 39105 h 72002"/>
                <a:gd name="connsiteX168" fmla="*/ 47698 w 72002"/>
                <a:gd name="connsiteY168" fmla="*/ 37243 h 72002"/>
                <a:gd name="connsiteX169" fmla="*/ 48046 w 72002"/>
                <a:gd name="connsiteY169" fmla="*/ 35315 h 72002"/>
                <a:gd name="connsiteX170" fmla="*/ 48133 w 72002"/>
                <a:gd name="connsiteY170" fmla="*/ 33359 h 72002"/>
                <a:gd name="connsiteX171" fmla="*/ 47952 w 72002"/>
                <a:gd name="connsiteY171" fmla="*/ 31404 h 72002"/>
                <a:gd name="connsiteX172" fmla="*/ 47510 w 72002"/>
                <a:gd name="connsiteY172" fmla="*/ 29495 h 72002"/>
                <a:gd name="connsiteX173" fmla="*/ 46821 w 72002"/>
                <a:gd name="connsiteY173" fmla="*/ 27660 h 72002"/>
                <a:gd name="connsiteX174" fmla="*/ 45890 w 72002"/>
                <a:gd name="connsiteY174" fmla="*/ 25938 h 72002"/>
                <a:gd name="connsiteX175" fmla="*/ 44731 w 72002"/>
                <a:gd name="connsiteY175" fmla="*/ 24351 h 72002"/>
                <a:gd name="connsiteX176" fmla="*/ 43378 w 72002"/>
                <a:gd name="connsiteY176" fmla="*/ 22938 h 72002"/>
                <a:gd name="connsiteX177" fmla="*/ 41845 w 72002"/>
                <a:gd name="connsiteY177" fmla="*/ 21719 h 72002"/>
                <a:gd name="connsiteX178" fmla="*/ 40164 w 72002"/>
                <a:gd name="connsiteY178" fmla="*/ 20715 h 72002"/>
                <a:gd name="connsiteX179" fmla="*/ 38362 w 72002"/>
                <a:gd name="connsiteY179" fmla="*/ 19945 h 72002"/>
                <a:gd name="connsiteX180" fmla="*/ 36473 w 72002"/>
                <a:gd name="connsiteY180" fmla="*/ 19429 h 72002"/>
                <a:gd name="connsiteX181" fmla="*/ 34531 w 72002"/>
                <a:gd name="connsiteY181" fmla="*/ 19168 h 72002"/>
                <a:gd name="connsiteX182" fmla="*/ 32569 w 72002"/>
                <a:gd name="connsiteY182" fmla="*/ 19168 h 72002"/>
                <a:gd name="connsiteX183" fmla="*/ 30627 w 72002"/>
                <a:gd name="connsiteY183" fmla="*/ 19429 h 72002"/>
                <a:gd name="connsiteX184" fmla="*/ 28738 w 72002"/>
                <a:gd name="connsiteY184" fmla="*/ 19951 h 72002"/>
                <a:gd name="connsiteX185" fmla="*/ 26936 w 72002"/>
                <a:gd name="connsiteY185" fmla="*/ 20721 h 7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</a:cxnLst>
              <a:rect l="l" t="t" r="r" b="b"/>
              <a:pathLst>
                <a:path w="72002" h="72002">
                  <a:moveTo>
                    <a:pt x="44899" y="70884"/>
                  </a:moveTo>
                  <a:cubicBezTo>
                    <a:pt x="44329" y="71031"/>
                    <a:pt x="43753" y="71165"/>
                    <a:pt x="43171" y="71279"/>
                  </a:cubicBezTo>
                  <a:cubicBezTo>
                    <a:pt x="42595" y="71393"/>
                    <a:pt x="42012" y="71500"/>
                    <a:pt x="41429" y="71587"/>
                  </a:cubicBezTo>
                  <a:cubicBezTo>
                    <a:pt x="40847" y="71674"/>
                    <a:pt x="40257" y="71754"/>
                    <a:pt x="39668" y="71815"/>
                  </a:cubicBezTo>
                  <a:cubicBezTo>
                    <a:pt x="39085" y="71875"/>
                    <a:pt x="38496" y="71915"/>
                    <a:pt x="37900" y="71949"/>
                  </a:cubicBezTo>
                  <a:cubicBezTo>
                    <a:pt x="37311" y="71982"/>
                    <a:pt x="36721" y="71996"/>
                    <a:pt x="36132" y="72002"/>
                  </a:cubicBezTo>
                  <a:cubicBezTo>
                    <a:pt x="35542" y="72002"/>
                    <a:pt x="34953" y="71989"/>
                    <a:pt x="34364" y="71962"/>
                  </a:cubicBezTo>
                  <a:cubicBezTo>
                    <a:pt x="33768" y="71936"/>
                    <a:pt x="33178" y="71895"/>
                    <a:pt x="32596" y="71842"/>
                  </a:cubicBezTo>
                  <a:cubicBezTo>
                    <a:pt x="32006" y="71781"/>
                    <a:pt x="31417" y="71714"/>
                    <a:pt x="30834" y="71627"/>
                  </a:cubicBezTo>
                  <a:cubicBezTo>
                    <a:pt x="30252" y="71540"/>
                    <a:pt x="29669" y="71446"/>
                    <a:pt x="29086" y="71333"/>
                  </a:cubicBezTo>
                  <a:cubicBezTo>
                    <a:pt x="28504" y="71219"/>
                    <a:pt x="27928" y="71085"/>
                    <a:pt x="27358" y="70944"/>
                  </a:cubicBezTo>
                  <a:cubicBezTo>
                    <a:pt x="26782" y="70804"/>
                    <a:pt x="26213" y="70650"/>
                    <a:pt x="25650" y="70482"/>
                  </a:cubicBezTo>
                  <a:cubicBezTo>
                    <a:pt x="25081" y="70315"/>
                    <a:pt x="24519" y="70127"/>
                    <a:pt x="23963" y="69926"/>
                  </a:cubicBezTo>
                  <a:cubicBezTo>
                    <a:pt x="23407" y="69732"/>
                    <a:pt x="22858" y="69518"/>
                    <a:pt x="22309" y="69297"/>
                  </a:cubicBezTo>
                  <a:cubicBezTo>
                    <a:pt x="21766" y="69076"/>
                    <a:pt x="21224" y="68835"/>
                    <a:pt x="20688" y="68580"/>
                  </a:cubicBezTo>
                  <a:cubicBezTo>
                    <a:pt x="20152" y="68332"/>
                    <a:pt x="19623" y="68064"/>
                    <a:pt x="19101" y="67790"/>
                  </a:cubicBezTo>
                  <a:cubicBezTo>
                    <a:pt x="18585" y="67515"/>
                    <a:pt x="18069" y="67220"/>
                    <a:pt x="17560" y="66919"/>
                  </a:cubicBezTo>
                  <a:cubicBezTo>
                    <a:pt x="17051" y="66618"/>
                    <a:pt x="16549" y="66303"/>
                    <a:pt x="16060" y="65975"/>
                  </a:cubicBezTo>
                  <a:cubicBezTo>
                    <a:pt x="15571" y="65647"/>
                    <a:pt x="15089" y="65312"/>
                    <a:pt x="14613" y="64957"/>
                  </a:cubicBezTo>
                  <a:cubicBezTo>
                    <a:pt x="14138" y="64608"/>
                    <a:pt x="13669" y="64247"/>
                    <a:pt x="13214" y="63872"/>
                  </a:cubicBezTo>
                  <a:cubicBezTo>
                    <a:pt x="12752" y="63497"/>
                    <a:pt x="12303" y="63108"/>
                    <a:pt x="11868" y="62713"/>
                  </a:cubicBezTo>
                  <a:cubicBezTo>
                    <a:pt x="11432" y="62318"/>
                    <a:pt x="11004" y="61916"/>
                    <a:pt x="10582" y="61494"/>
                  </a:cubicBezTo>
                  <a:cubicBezTo>
                    <a:pt x="10166" y="61079"/>
                    <a:pt x="9758" y="60650"/>
                    <a:pt x="9363" y="60215"/>
                  </a:cubicBezTo>
                  <a:cubicBezTo>
                    <a:pt x="8968" y="59780"/>
                    <a:pt x="8579" y="59331"/>
                    <a:pt x="8197" y="58876"/>
                  </a:cubicBezTo>
                  <a:cubicBezTo>
                    <a:pt x="7822" y="58420"/>
                    <a:pt x="7461" y="57952"/>
                    <a:pt x="7106" y="57476"/>
                  </a:cubicBezTo>
                  <a:cubicBezTo>
                    <a:pt x="6751" y="57000"/>
                    <a:pt x="6416" y="56518"/>
                    <a:pt x="6088" y="56030"/>
                  </a:cubicBezTo>
                  <a:cubicBezTo>
                    <a:pt x="5760" y="55540"/>
                    <a:pt x="5438" y="55038"/>
                    <a:pt x="5137" y="54536"/>
                  </a:cubicBezTo>
                  <a:cubicBezTo>
                    <a:pt x="4836" y="54033"/>
                    <a:pt x="4541" y="53518"/>
                    <a:pt x="4259" y="52996"/>
                  </a:cubicBezTo>
                  <a:cubicBezTo>
                    <a:pt x="3985" y="52473"/>
                    <a:pt x="3717" y="51944"/>
                    <a:pt x="3462" y="51415"/>
                  </a:cubicBezTo>
                  <a:cubicBezTo>
                    <a:pt x="3215" y="50879"/>
                    <a:pt x="2974" y="50337"/>
                    <a:pt x="2746" y="49794"/>
                  </a:cubicBezTo>
                  <a:cubicBezTo>
                    <a:pt x="2518" y="49252"/>
                    <a:pt x="2304" y="48696"/>
                    <a:pt x="2110" y="48140"/>
                  </a:cubicBezTo>
                  <a:cubicBezTo>
                    <a:pt x="1909" y="47584"/>
                    <a:pt x="1721" y="47028"/>
                    <a:pt x="1554" y="46459"/>
                  </a:cubicBezTo>
                  <a:cubicBezTo>
                    <a:pt x="1380" y="45890"/>
                    <a:pt x="1219" y="45321"/>
                    <a:pt x="1078" y="44751"/>
                  </a:cubicBezTo>
                  <a:cubicBezTo>
                    <a:pt x="938" y="44182"/>
                    <a:pt x="804" y="43606"/>
                    <a:pt x="690" y="43023"/>
                  </a:cubicBezTo>
                  <a:cubicBezTo>
                    <a:pt x="576" y="42440"/>
                    <a:pt x="476" y="41858"/>
                    <a:pt x="389" y="41275"/>
                  </a:cubicBezTo>
                  <a:cubicBezTo>
                    <a:pt x="301" y="40693"/>
                    <a:pt x="228" y="40103"/>
                    <a:pt x="174" y="39521"/>
                  </a:cubicBezTo>
                  <a:cubicBezTo>
                    <a:pt x="114" y="38931"/>
                    <a:pt x="74" y="38342"/>
                    <a:pt x="40" y="37753"/>
                  </a:cubicBezTo>
                  <a:cubicBezTo>
                    <a:pt x="13" y="37163"/>
                    <a:pt x="0" y="36574"/>
                    <a:pt x="0" y="35978"/>
                  </a:cubicBezTo>
                  <a:cubicBezTo>
                    <a:pt x="0" y="35388"/>
                    <a:pt x="13" y="34799"/>
                    <a:pt x="47" y="34209"/>
                  </a:cubicBezTo>
                  <a:cubicBezTo>
                    <a:pt x="74" y="33620"/>
                    <a:pt x="114" y="33031"/>
                    <a:pt x="174" y="32442"/>
                  </a:cubicBezTo>
                  <a:cubicBezTo>
                    <a:pt x="234" y="31859"/>
                    <a:pt x="308" y="31270"/>
                    <a:pt x="395" y="30687"/>
                  </a:cubicBezTo>
                  <a:cubicBezTo>
                    <a:pt x="482" y="30104"/>
                    <a:pt x="583" y="29522"/>
                    <a:pt x="697" y="28939"/>
                  </a:cubicBezTo>
                  <a:cubicBezTo>
                    <a:pt x="810" y="28356"/>
                    <a:pt x="944" y="27780"/>
                    <a:pt x="1092" y="27211"/>
                  </a:cubicBezTo>
                  <a:cubicBezTo>
                    <a:pt x="1232" y="26642"/>
                    <a:pt x="1393" y="26072"/>
                    <a:pt x="1567" y="25503"/>
                  </a:cubicBezTo>
                  <a:cubicBezTo>
                    <a:pt x="1735" y="24941"/>
                    <a:pt x="1922" y="24378"/>
                    <a:pt x="2123" y="23822"/>
                  </a:cubicBezTo>
                  <a:cubicBezTo>
                    <a:pt x="2324" y="23266"/>
                    <a:pt x="2538" y="22717"/>
                    <a:pt x="2759" y="22174"/>
                  </a:cubicBezTo>
                  <a:cubicBezTo>
                    <a:pt x="2987" y="21625"/>
                    <a:pt x="3228" y="21083"/>
                    <a:pt x="3483" y="20554"/>
                  </a:cubicBezTo>
                  <a:cubicBezTo>
                    <a:pt x="3737" y="20018"/>
                    <a:pt x="4005" y="19489"/>
                    <a:pt x="4280" y="18973"/>
                  </a:cubicBezTo>
                  <a:cubicBezTo>
                    <a:pt x="4561" y="18451"/>
                    <a:pt x="4856" y="17935"/>
                    <a:pt x="5157" y="17433"/>
                  </a:cubicBezTo>
                  <a:cubicBezTo>
                    <a:pt x="5458" y="16931"/>
                    <a:pt x="5780" y="16428"/>
                    <a:pt x="6108" y="15940"/>
                  </a:cubicBezTo>
                  <a:cubicBezTo>
                    <a:pt x="6436" y="15451"/>
                    <a:pt x="6778" y="14968"/>
                    <a:pt x="7133" y="14493"/>
                  </a:cubicBezTo>
                  <a:cubicBezTo>
                    <a:pt x="7488" y="14017"/>
                    <a:pt x="7849" y="13555"/>
                    <a:pt x="8224" y="13100"/>
                  </a:cubicBezTo>
                  <a:cubicBezTo>
                    <a:pt x="8599" y="12644"/>
                    <a:pt x="8988" y="12196"/>
                    <a:pt x="9383" y="11760"/>
                  </a:cubicBezTo>
                  <a:cubicBezTo>
                    <a:pt x="9778" y="11325"/>
                    <a:pt x="10187" y="10897"/>
                    <a:pt x="10609" y="10481"/>
                  </a:cubicBezTo>
                  <a:cubicBezTo>
                    <a:pt x="11030" y="10059"/>
                    <a:pt x="11459" y="9658"/>
                    <a:pt x="11894" y="9262"/>
                  </a:cubicBezTo>
                  <a:cubicBezTo>
                    <a:pt x="12336" y="8867"/>
                    <a:pt x="12785" y="8479"/>
                    <a:pt x="13240" y="8110"/>
                  </a:cubicBezTo>
                  <a:cubicBezTo>
                    <a:pt x="13703" y="7735"/>
                    <a:pt x="14165" y="7374"/>
                    <a:pt x="14640" y="7019"/>
                  </a:cubicBezTo>
                  <a:cubicBezTo>
                    <a:pt x="15116" y="6670"/>
                    <a:pt x="15605" y="6336"/>
                    <a:pt x="16094" y="6007"/>
                  </a:cubicBezTo>
                  <a:cubicBezTo>
                    <a:pt x="16583" y="5679"/>
                    <a:pt x="17085" y="5365"/>
                    <a:pt x="17594" y="5063"/>
                  </a:cubicBezTo>
                  <a:cubicBezTo>
                    <a:pt x="18096" y="4762"/>
                    <a:pt x="18612" y="4467"/>
                    <a:pt x="19134" y="4192"/>
                  </a:cubicBezTo>
                  <a:cubicBezTo>
                    <a:pt x="19656" y="3918"/>
                    <a:pt x="20186" y="3650"/>
                    <a:pt x="20721" y="3402"/>
                  </a:cubicBezTo>
                  <a:cubicBezTo>
                    <a:pt x="21257" y="3154"/>
                    <a:pt x="21800" y="2913"/>
                    <a:pt x="22342" y="2692"/>
                  </a:cubicBezTo>
                  <a:cubicBezTo>
                    <a:pt x="22891" y="2471"/>
                    <a:pt x="23440" y="2257"/>
                    <a:pt x="23996" y="2063"/>
                  </a:cubicBezTo>
                  <a:cubicBezTo>
                    <a:pt x="24552" y="1862"/>
                    <a:pt x="25115" y="1681"/>
                    <a:pt x="25684" y="1514"/>
                  </a:cubicBezTo>
                  <a:cubicBezTo>
                    <a:pt x="26247" y="1346"/>
                    <a:pt x="26816" y="1185"/>
                    <a:pt x="27392" y="1045"/>
                  </a:cubicBezTo>
                  <a:cubicBezTo>
                    <a:pt x="27961" y="904"/>
                    <a:pt x="28537" y="777"/>
                    <a:pt x="29113" y="663"/>
                  </a:cubicBezTo>
                  <a:cubicBezTo>
                    <a:pt x="29689" y="549"/>
                    <a:pt x="30265" y="455"/>
                    <a:pt x="30848" y="368"/>
                  </a:cubicBezTo>
                  <a:cubicBezTo>
                    <a:pt x="31430" y="281"/>
                    <a:pt x="32020" y="214"/>
                    <a:pt x="32602" y="161"/>
                  </a:cubicBezTo>
                  <a:cubicBezTo>
                    <a:pt x="33185" y="107"/>
                    <a:pt x="33774" y="67"/>
                    <a:pt x="34357" y="40"/>
                  </a:cubicBezTo>
                  <a:cubicBezTo>
                    <a:pt x="34946" y="13"/>
                    <a:pt x="35536" y="0"/>
                    <a:pt x="36118" y="0"/>
                  </a:cubicBezTo>
                  <a:cubicBezTo>
                    <a:pt x="36708" y="0"/>
                    <a:pt x="37297" y="13"/>
                    <a:pt x="37880" y="47"/>
                  </a:cubicBezTo>
                  <a:cubicBezTo>
                    <a:pt x="38469" y="81"/>
                    <a:pt x="39058" y="121"/>
                    <a:pt x="39641" y="181"/>
                  </a:cubicBezTo>
                  <a:cubicBezTo>
                    <a:pt x="40224" y="241"/>
                    <a:pt x="40806" y="315"/>
                    <a:pt x="41389" y="402"/>
                  </a:cubicBezTo>
                  <a:cubicBezTo>
                    <a:pt x="41972" y="489"/>
                    <a:pt x="42548" y="596"/>
                    <a:pt x="43124" y="710"/>
                  </a:cubicBezTo>
                  <a:cubicBezTo>
                    <a:pt x="43700" y="824"/>
                    <a:pt x="44269" y="958"/>
                    <a:pt x="44838" y="1098"/>
                  </a:cubicBezTo>
                  <a:cubicBezTo>
                    <a:pt x="45407" y="1246"/>
                    <a:pt x="45977" y="1407"/>
                    <a:pt x="46539" y="1574"/>
                  </a:cubicBezTo>
                  <a:cubicBezTo>
                    <a:pt x="47102" y="1748"/>
                    <a:pt x="47658" y="1936"/>
                    <a:pt x="48214" y="2130"/>
                  </a:cubicBezTo>
                  <a:cubicBezTo>
                    <a:pt x="48763" y="2331"/>
                    <a:pt x="49312" y="2545"/>
                    <a:pt x="49854" y="2773"/>
                  </a:cubicBezTo>
                  <a:cubicBezTo>
                    <a:pt x="50397" y="2994"/>
                    <a:pt x="50933" y="3235"/>
                    <a:pt x="51462" y="3489"/>
                  </a:cubicBezTo>
                  <a:cubicBezTo>
                    <a:pt x="51991" y="3737"/>
                    <a:pt x="52520" y="4005"/>
                    <a:pt x="53036" y="4286"/>
                  </a:cubicBezTo>
                  <a:cubicBezTo>
                    <a:pt x="53551" y="4561"/>
                    <a:pt x="54067" y="4855"/>
                    <a:pt x="54569" y="5157"/>
                  </a:cubicBezTo>
                  <a:cubicBezTo>
                    <a:pt x="55072" y="5458"/>
                    <a:pt x="55567" y="5773"/>
                    <a:pt x="56056" y="6101"/>
                  </a:cubicBezTo>
                  <a:cubicBezTo>
                    <a:pt x="56545" y="6430"/>
                    <a:pt x="57021" y="6764"/>
                    <a:pt x="57496" y="7119"/>
                  </a:cubicBezTo>
                  <a:cubicBezTo>
                    <a:pt x="57965" y="7467"/>
                    <a:pt x="58427" y="7829"/>
                    <a:pt x="58882" y="8204"/>
                  </a:cubicBezTo>
                  <a:cubicBezTo>
                    <a:pt x="59338" y="8579"/>
                    <a:pt x="59780" y="8961"/>
                    <a:pt x="60215" y="9356"/>
                  </a:cubicBezTo>
                  <a:cubicBezTo>
                    <a:pt x="60650" y="9751"/>
                    <a:pt x="61072" y="10160"/>
                    <a:pt x="61488" y="10575"/>
                  </a:cubicBezTo>
                  <a:cubicBezTo>
                    <a:pt x="61903" y="10990"/>
                    <a:pt x="62311" y="11419"/>
                    <a:pt x="62707" y="11854"/>
                  </a:cubicBezTo>
                  <a:cubicBezTo>
                    <a:pt x="63102" y="12290"/>
                    <a:pt x="63483" y="12732"/>
                    <a:pt x="63852" y="13187"/>
                  </a:cubicBezTo>
                  <a:cubicBezTo>
                    <a:pt x="64227" y="13642"/>
                    <a:pt x="64589" y="14105"/>
                    <a:pt x="64937" y="14580"/>
                  </a:cubicBezTo>
                  <a:cubicBezTo>
                    <a:pt x="65285" y="15049"/>
                    <a:pt x="65620" y="15531"/>
                    <a:pt x="65948" y="16020"/>
                  </a:cubicBezTo>
                  <a:cubicBezTo>
                    <a:pt x="66276" y="16509"/>
                    <a:pt x="66591" y="17004"/>
                    <a:pt x="66892" y="17507"/>
                  </a:cubicBezTo>
                  <a:cubicBezTo>
                    <a:pt x="67194" y="18009"/>
                    <a:pt x="67489" y="18525"/>
                    <a:pt x="67763" y="19040"/>
                  </a:cubicBezTo>
                  <a:cubicBezTo>
                    <a:pt x="68038" y="19556"/>
                    <a:pt x="68305" y="20085"/>
                    <a:pt x="68553" y="20614"/>
                  </a:cubicBezTo>
                  <a:cubicBezTo>
                    <a:pt x="68801" y="21143"/>
                    <a:pt x="69042" y="21686"/>
                    <a:pt x="69263" y="22228"/>
                  </a:cubicBezTo>
                  <a:cubicBezTo>
                    <a:pt x="69491" y="22771"/>
                    <a:pt x="69705" y="23320"/>
                    <a:pt x="69899" y="23876"/>
                  </a:cubicBezTo>
                  <a:cubicBezTo>
                    <a:pt x="70100" y="24425"/>
                    <a:pt x="70288" y="24981"/>
                    <a:pt x="70455" y="25544"/>
                  </a:cubicBezTo>
                  <a:cubicBezTo>
                    <a:pt x="70623" y="26106"/>
                    <a:pt x="70784" y="26675"/>
                    <a:pt x="70924" y="27244"/>
                  </a:cubicBezTo>
                  <a:cubicBezTo>
                    <a:pt x="71065" y="27814"/>
                    <a:pt x="71199" y="28390"/>
                    <a:pt x="71313" y="28966"/>
                  </a:cubicBezTo>
                  <a:cubicBezTo>
                    <a:pt x="71426" y="29542"/>
                    <a:pt x="71527" y="30118"/>
                    <a:pt x="71614" y="30700"/>
                  </a:cubicBezTo>
                  <a:cubicBezTo>
                    <a:pt x="71701" y="31283"/>
                    <a:pt x="71768" y="31866"/>
                    <a:pt x="71828" y="32448"/>
                  </a:cubicBezTo>
                  <a:cubicBezTo>
                    <a:pt x="71889" y="33031"/>
                    <a:pt x="71929" y="33620"/>
                    <a:pt x="71962" y="34209"/>
                  </a:cubicBezTo>
                  <a:cubicBezTo>
                    <a:pt x="71989" y="34792"/>
                    <a:pt x="72002" y="35382"/>
                    <a:pt x="72002" y="35971"/>
                  </a:cubicBezTo>
                  <a:cubicBezTo>
                    <a:pt x="72002" y="36554"/>
                    <a:pt x="71989" y="37143"/>
                    <a:pt x="71962" y="37732"/>
                  </a:cubicBezTo>
                  <a:cubicBezTo>
                    <a:pt x="71936" y="38315"/>
                    <a:pt x="71895" y="38905"/>
                    <a:pt x="71835" y="39487"/>
                  </a:cubicBezTo>
                  <a:cubicBezTo>
                    <a:pt x="71774" y="40070"/>
                    <a:pt x="71708" y="40652"/>
                    <a:pt x="71621" y="41235"/>
                  </a:cubicBezTo>
                  <a:cubicBezTo>
                    <a:pt x="71534" y="41818"/>
                    <a:pt x="71433" y="42400"/>
                    <a:pt x="71319" y="42976"/>
                  </a:cubicBezTo>
                  <a:cubicBezTo>
                    <a:pt x="71205" y="43552"/>
                    <a:pt x="71078" y="44128"/>
                    <a:pt x="70937" y="44698"/>
                  </a:cubicBezTo>
                  <a:cubicBezTo>
                    <a:pt x="70797" y="45267"/>
                    <a:pt x="70636" y="45830"/>
                    <a:pt x="70468" y="46392"/>
                  </a:cubicBezTo>
                  <a:cubicBezTo>
                    <a:pt x="70301" y="46954"/>
                    <a:pt x="70114" y="47510"/>
                    <a:pt x="69919" y="48066"/>
                  </a:cubicBezTo>
                  <a:cubicBezTo>
                    <a:pt x="69725" y="48622"/>
                    <a:pt x="69511" y="49171"/>
                    <a:pt x="69290" y="49714"/>
                  </a:cubicBezTo>
                  <a:cubicBezTo>
                    <a:pt x="69069" y="50256"/>
                    <a:pt x="68828" y="50799"/>
                    <a:pt x="68580" y="51328"/>
                  </a:cubicBezTo>
                  <a:cubicBezTo>
                    <a:pt x="68332" y="51857"/>
                    <a:pt x="68064" y="52386"/>
                    <a:pt x="67790" y="52902"/>
                  </a:cubicBezTo>
                  <a:cubicBezTo>
                    <a:pt x="67515" y="53417"/>
                    <a:pt x="67227" y="53933"/>
                    <a:pt x="66926" y="54435"/>
                  </a:cubicBezTo>
                  <a:cubicBezTo>
                    <a:pt x="66624" y="54944"/>
                    <a:pt x="66310" y="55440"/>
                    <a:pt x="65981" y="55929"/>
                  </a:cubicBezTo>
                  <a:cubicBezTo>
                    <a:pt x="65653" y="56418"/>
                    <a:pt x="65318" y="56900"/>
                    <a:pt x="64970" y="57376"/>
                  </a:cubicBezTo>
                  <a:cubicBezTo>
                    <a:pt x="64622" y="57851"/>
                    <a:pt x="64260" y="58313"/>
                    <a:pt x="63892" y="58762"/>
                  </a:cubicBezTo>
                  <a:cubicBezTo>
                    <a:pt x="63524" y="59217"/>
                    <a:pt x="63142" y="59666"/>
                    <a:pt x="62747" y="60101"/>
                  </a:cubicBezTo>
                  <a:cubicBezTo>
                    <a:pt x="62352" y="60537"/>
                    <a:pt x="61943" y="60965"/>
                    <a:pt x="61534" y="61380"/>
                  </a:cubicBezTo>
                  <a:cubicBezTo>
                    <a:pt x="61119" y="61803"/>
                    <a:pt x="60697" y="62204"/>
                    <a:pt x="60262" y="62599"/>
                  </a:cubicBezTo>
                  <a:cubicBezTo>
                    <a:pt x="59827" y="62995"/>
                    <a:pt x="59378" y="63383"/>
                    <a:pt x="58929" y="63758"/>
                  </a:cubicBezTo>
                  <a:cubicBezTo>
                    <a:pt x="58474" y="64133"/>
                    <a:pt x="58012" y="64495"/>
                    <a:pt x="57543" y="64843"/>
                  </a:cubicBezTo>
                  <a:cubicBezTo>
                    <a:pt x="57067" y="65198"/>
                    <a:pt x="56592" y="65540"/>
                    <a:pt x="56103" y="65868"/>
                  </a:cubicBezTo>
                  <a:cubicBezTo>
                    <a:pt x="55614" y="66196"/>
                    <a:pt x="55119" y="66510"/>
                    <a:pt x="54616" y="66812"/>
                  </a:cubicBezTo>
                  <a:cubicBezTo>
                    <a:pt x="54114" y="67113"/>
                    <a:pt x="53605" y="67408"/>
                    <a:pt x="53089" y="67689"/>
                  </a:cubicBezTo>
                  <a:cubicBezTo>
                    <a:pt x="52574" y="67964"/>
                    <a:pt x="52044" y="68232"/>
                    <a:pt x="51515" y="68486"/>
                  </a:cubicBezTo>
                  <a:cubicBezTo>
                    <a:pt x="50986" y="68741"/>
                    <a:pt x="50450" y="68982"/>
                    <a:pt x="49908" y="69209"/>
                  </a:cubicBezTo>
                  <a:cubicBezTo>
                    <a:pt x="49366" y="69431"/>
                    <a:pt x="48823" y="69645"/>
                    <a:pt x="48267" y="69846"/>
                  </a:cubicBezTo>
                  <a:cubicBezTo>
                    <a:pt x="47711" y="70047"/>
                    <a:pt x="47156" y="70234"/>
                    <a:pt x="46593" y="70408"/>
                  </a:cubicBezTo>
                  <a:cubicBezTo>
                    <a:pt x="46037" y="70576"/>
                    <a:pt x="45468" y="70737"/>
                    <a:pt x="44899" y="70884"/>
                  </a:cubicBezTo>
                  <a:close/>
                  <a:moveTo>
                    <a:pt x="26936" y="20721"/>
                  </a:moveTo>
                  <a:cubicBezTo>
                    <a:pt x="26521" y="20929"/>
                    <a:pt x="26119" y="21163"/>
                    <a:pt x="25731" y="21411"/>
                  </a:cubicBezTo>
                  <a:cubicBezTo>
                    <a:pt x="25336" y="21659"/>
                    <a:pt x="24961" y="21927"/>
                    <a:pt x="24592" y="22215"/>
                  </a:cubicBezTo>
                  <a:cubicBezTo>
                    <a:pt x="24224" y="22503"/>
                    <a:pt x="23876" y="22804"/>
                    <a:pt x="23534" y="23119"/>
                  </a:cubicBezTo>
                  <a:cubicBezTo>
                    <a:pt x="23199" y="23440"/>
                    <a:pt x="22878" y="23775"/>
                    <a:pt x="22570" y="24123"/>
                  </a:cubicBezTo>
                  <a:cubicBezTo>
                    <a:pt x="22268" y="24472"/>
                    <a:pt x="21981" y="24834"/>
                    <a:pt x="21706" y="25215"/>
                  </a:cubicBezTo>
                  <a:cubicBezTo>
                    <a:pt x="21438" y="25590"/>
                    <a:pt x="21190" y="25979"/>
                    <a:pt x="20956" y="26381"/>
                  </a:cubicBezTo>
                  <a:cubicBezTo>
                    <a:pt x="20721" y="26783"/>
                    <a:pt x="20507" y="27197"/>
                    <a:pt x="20313" y="27620"/>
                  </a:cubicBezTo>
                  <a:cubicBezTo>
                    <a:pt x="20119" y="28042"/>
                    <a:pt x="19944" y="28470"/>
                    <a:pt x="19790" y="28905"/>
                  </a:cubicBezTo>
                  <a:cubicBezTo>
                    <a:pt x="19636" y="29341"/>
                    <a:pt x="19509" y="29789"/>
                    <a:pt x="19395" y="30245"/>
                  </a:cubicBezTo>
                  <a:cubicBezTo>
                    <a:pt x="19281" y="30694"/>
                    <a:pt x="19194" y="31142"/>
                    <a:pt x="19127" y="31604"/>
                  </a:cubicBezTo>
                  <a:cubicBezTo>
                    <a:pt x="19060" y="32067"/>
                    <a:pt x="19013" y="32529"/>
                    <a:pt x="18993" y="32991"/>
                  </a:cubicBezTo>
                  <a:cubicBezTo>
                    <a:pt x="18973" y="33453"/>
                    <a:pt x="18973" y="33922"/>
                    <a:pt x="18993" y="34384"/>
                  </a:cubicBezTo>
                  <a:cubicBezTo>
                    <a:pt x="19013" y="34846"/>
                    <a:pt x="19060" y="35308"/>
                    <a:pt x="19121" y="35770"/>
                  </a:cubicBezTo>
                  <a:cubicBezTo>
                    <a:pt x="19188" y="36232"/>
                    <a:pt x="19275" y="36688"/>
                    <a:pt x="19382" y="37136"/>
                  </a:cubicBezTo>
                  <a:cubicBezTo>
                    <a:pt x="19496" y="37585"/>
                    <a:pt x="19623" y="38034"/>
                    <a:pt x="19777" y="38469"/>
                  </a:cubicBezTo>
                  <a:cubicBezTo>
                    <a:pt x="19931" y="38905"/>
                    <a:pt x="20099" y="39340"/>
                    <a:pt x="20293" y="39762"/>
                  </a:cubicBezTo>
                  <a:cubicBezTo>
                    <a:pt x="20487" y="40184"/>
                    <a:pt x="20695" y="40599"/>
                    <a:pt x="20929" y="41001"/>
                  </a:cubicBezTo>
                  <a:cubicBezTo>
                    <a:pt x="21163" y="41403"/>
                    <a:pt x="21411" y="41791"/>
                    <a:pt x="21679" y="42166"/>
                  </a:cubicBezTo>
                  <a:cubicBezTo>
                    <a:pt x="21954" y="42548"/>
                    <a:pt x="22242" y="42909"/>
                    <a:pt x="22543" y="43264"/>
                  </a:cubicBezTo>
                  <a:cubicBezTo>
                    <a:pt x="22844" y="43613"/>
                    <a:pt x="23166" y="43948"/>
                    <a:pt x="23501" y="44269"/>
                  </a:cubicBezTo>
                  <a:cubicBezTo>
                    <a:pt x="23842" y="44591"/>
                    <a:pt x="24191" y="44892"/>
                    <a:pt x="24559" y="45180"/>
                  </a:cubicBezTo>
                  <a:cubicBezTo>
                    <a:pt x="24921" y="45468"/>
                    <a:pt x="25296" y="45735"/>
                    <a:pt x="25691" y="45984"/>
                  </a:cubicBezTo>
                  <a:cubicBezTo>
                    <a:pt x="26079" y="46231"/>
                    <a:pt x="26481" y="46466"/>
                    <a:pt x="26896" y="46680"/>
                  </a:cubicBezTo>
                  <a:cubicBezTo>
                    <a:pt x="27305" y="46887"/>
                    <a:pt x="27727" y="47082"/>
                    <a:pt x="28162" y="47256"/>
                  </a:cubicBezTo>
                  <a:cubicBezTo>
                    <a:pt x="28597" y="47423"/>
                    <a:pt x="29033" y="47577"/>
                    <a:pt x="29475" y="47705"/>
                  </a:cubicBezTo>
                  <a:cubicBezTo>
                    <a:pt x="29923" y="47832"/>
                    <a:pt x="30372" y="47946"/>
                    <a:pt x="30827" y="48033"/>
                  </a:cubicBezTo>
                  <a:cubicBezTo>
                    <a:pt x="31283" y="48120"/>
                    <a:pt x="31745" y="48180"/>
                    <a:pt x="32207" y="48227"/>
                  </a:cubicBezTo>
                  <a:cubicBezTo>
                    <a:pt x="32669" y="48267"/>
                    <a:pt x="33131" y="48287"/>
                    <a:pt x="33593" y="48287"/>
                  </a:cubicBezTo>
                  <a:cubicBezTo>
                    <a:pt x="34056" y="48287"/>
                    <a:pt x="34524" y="48267"/>
                    <a:pt x="34987" y="48220"/>
                  </a:cubicBezTo>
                  <a:cubicBezTo>
                    <a:pt x="35449" y="48173"/>
                    <a:pt x="35904" y="48100"/>
                    <a:pt x="36360" y="48013"/>
                  </a:cubicBezTo>
                  <a:cubicBezTo>
                    <a:pt x="36815" y="47926"/>
                    <a:pt x="37264" y="47812"/>
                    <a:pt x="37712" y="47685"/>
                  </a:cubicBezTo>
                  <a:cubicBezTo>
                    <a:pt x="38161" y="47550"/>
                    <a:pt x="38596" y="47397"/>
                    <a:pt x="39025" y="47223"/>
                  </a:cubicBezTo>
                  <a:cubicBezTo>
                    <a:pt x="39634" y="46974"/>
                    <a:pt x="40217" y="46693"/>
                    <a:pt x="40786" y="46365"/>
                  </a:cubicBezTo>
                  <a:cubicBezTo>
                    <a:pt x="41356" y="46044"/>
                    <a:pt x="41898" y="45682"/>
                    <a:pt x="42421" y="45287"/>
                  </a:cubicBezTo>
                  <a:cubicBezTo>
                    <a:pt x="42936" y="44885"/>
                    <a:pt x="43432" y="44450"/>
                    <a:pt x="43894" y="43988"/>
                  </a:cubicBezTo>
                  <a:cubicBezTo>
                    <a:pt x="44356" y="43526"/>
                    <a:pt x="44785" y="43037"/>
                    <a:pt x="45180" y="42514"/>
                  </a:cubicBezTo>
                  <a:cubicBezTo>
                    <a:pt x="45575" y="41992"/>
                    <a:pt x="45930" y="41443"/>
                    <a:pt x="46251" y="40874"/>
                  </a:cubicBezTo>
                  <a:cubicBezTo>
                    <a:pt x="46573" y="40304"/>
                    <a:pt x="46854" y="39715"/>
                    <a:pt x="47095" y="39105"/>
                  </a:cubicBezTo>
                  <a:cubicBezTo>
                    <a:pt x="47343" y="38496"/>
                    <a:pt x="47544" y="37880"/>
                    <a:pt x="47698" y="37243"/>
                  </a:cubicBezTo>
                  <a:cubicBezTo>
                    <a:pt x="47859" y="36607"/>
                    <a:pt x="47972" y="35964"/>
                    <a:pt x="48046" y="35315"/>
                  </a:cubicBezTo>
                  <a:cubicBezTo>
                    <a:pt x="48120" y="34665"/>
                    <a:pt x="48147" y="34009"/>
                    <a:pt x="48133" y="33359"/>
                  </a:cubicBezTo>
                  <a:cubicBezTo>
                    <a:pt x="48113" y="32703"/>
                    <a:pt x="48053" y="32053"/>
                    <a:pt x="47952" y="31404"/>
                  </a:cubicBezTo>
                  <a:cubicBezTo>
                    <a:pt x="47852" y="30754"/>
                    <a:pt x="47705" y="30118"/>
                    <a:pt x="47510" y="29495"/>
                  </a:cubicBezTo>
                  <a:cubicBezTo>
                    <a:pt x="47323" y="28872"/>
                    <a:pt x="47095" y="28256"/>
                    <a:pt x="46821" y="27660"/>
                  </a:cubicBezTo>
                  <a:cubicBezTo>
                    <a:pt x="46546" y="27064"/>
                    <a:pt x="46238" y="26494"/>
                    <a:pt x="45890" y="25938"/>
                  </a:cubicBezTo>
                  <a:cubicBezTo>
                    <a:pt x="45541" y="25382"/>
                    <a:pt x="45153" y="24854"/>
                    <a:pt x="44731" y="24351"/>
                  </a:cubicBezTo>
                  <a:cubicBezTo>
                    <a:pt x="44309" y="23849"/>
                    <a:pt x="43860" y="23380"/>
                    <a:pt x="43378" y="22938"/>
                  </a:cubicBezTo>
                  <a:cubicBezTo>
                    <a:pt x="42896" y="22496"/>
                    <a:pt x="42387" y="22087"/>
                    <a:pt x="41845" y="21719"/>
                  </a:cubicBezTo>
                  <a:cubicBezTo>
                    <a:pt x="41302" y="21351"/>
                    <a:pt x="40746" y="21016"/>
                    <a:pt x="40164" y="20715"/>
                  </a:cubicBezTo>
                  <a:cubicBezTo>
                    <a:pt x="39581" y="20420"/>
                    <a:pt x="38978" y="20165"/>
                    <a:pt x="38362" y="19945"/>
                  </a:cubicBezTo>
                  <a:cubicBezTo>
                    <a:pt x="37739" y="19730"/>
                    <a:pt x="37110" y="19556"/>
                    <a:pt x="36473" y="19429"/>
                  </a:cubicBezTo>
                  <a:cubicBezTo>
                    <a:pt x="35830" y="19302"/>
                    <a:pt x="35181" y="19215"/>
                    <a:pt x="34531" y="19168"/>
                  </a:cubicBezTo>
                  <a:cubicBezTo>
                    <a:pt x="33875" y="19121"/>
                    <a:pt x="33218" y="19121"/>
                    <a:pt x="32569" y="19168"/>
                  </a:cubicBezTo>
                  <a:cubicBezTo>
                    <a:pt x="31919" y="19215"/>
                    <a:pt x="31270" y="19302"/>
                    <a:pt x="30627" y="19429"/>
                  </a:cubicBezTo>
                  <a:cubicBezTo>
                    <a:pt x="29984" y="19563"/>
                    <a:pt x="29354" y="19737"/>
                    <a:pt x="28738" y="19951"/>
                  </a:cubicBezTo>
                  <a:cubicBezTo>
                    <a:pt x="28122" y="20165"/>
                    <a:pt x="27519" y="20420"/>
                    <a:pt x="26936" y="20721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16286E1E-0EC9-074F-7F7B-404C434E543A}"/>
                </a:ext>
              </a:extLst>
            </p:cNvPr>
            <p:cNvSpPr/>
            <p:nvPr/>
          </p:nvSpPr>
          <p:spPr>
            <a:xfrm>
              <a:off x="892994" y="3715516"/>
              <a:ext cx="29158" cy="29155"/>
            </a:xfrm>
            <a:custGeom>
              <a:avLst/>
              <a:gdLst>
                <a:gd name="connsiteX0" fmla="*/ 20047 w 29158"/>
                <a:gd name="connsiteY0" fmla="*/ 28090 h 29155"/>
                <a:gd name="connsiteX1" fmla="*/ 18734 w 29158"/>
                <a:gd name="connsiteY1" fmla="*/ 28552 h 29155"/>
                <a:gd name="connsiteX2" fmla="*/ 17381 w 29158"/>
                <a:gd name="connsiteY2" fmla="*/ 28880 h 29155"/>
                <a:gd name="connsiteX3" fmla="*/ 16008 w 29158"/>
                <a:gd name="connsiteY3" fmla="*/ 29088 h 29155"/>
                <a:gd name="connsiteX4" fmla="*/ 14615 w 29158"/>
                <a:gd name="connsiteY4" fmla="*/ 29155 h 29155"/>
                <a:gd name="connsiteX5" fmla="*/ 13229 w 29158"/>
                <a:gd name="connsiteY5" fmla="*/ 29095 h 29155"/>
                <a:gd name="connsiteX6" fmla="*/ 11849 w 29158"/>
                <a:gd name="connsiteY6" fmla="*/ 28900 h 29155"/>
                <a:gd name="connsiteX7" fmla="*/ 10496 w 29158"/>
                <a:gd name="connsiteY7" fmla="*/ 28572 h 29155"/>
                <a:gd name="connsiteX8" fmla="*/ 9183 w 29158"/>
                <a:gd name="connsiteY8" fmla="*/ 28123 h 29155"/>
                <a:gd name="connsiteX9" fmla="*/ 7918 w 29158"/>
                <a:gd name="connsiteY9" fmla="*/ 27547 h 29155"/>
                <a:gd name="connsiteX10" fmla="*/ 6712 w 29158"/>
                <a:gd name="connsiteY10" fmla="*/ 26851 h 29155"/>
                <a:gd name="connsiteX11" fmla="*/ 5580 w 29158"/>
                <a:gd name="connsiteY11" fmla="*/ 26047 h 29155"/>
                <a:gd name="connsiteX12" fmla="*/ 4522 w 29158"/>
                <a:gd name="connsiteY12" fmla="*/ 25137 h 29155"/>
                <a:gd name="connsiteX13" fmla="*/ 3565 w 29158"/>
                <a:gd name="connsiteY13" fmla="*/ 24132 h 29155"/>
                <a:gd name="connsiteX14" fmla="*/ 2701 w 29158"/>
                <a:gd name="connsiteY14" fmla="*/ 23034 h 29155"/>
                <a:gd name="connsiteX15" fmla="*/ 1951 w 29158"/>
                <a:gd name="connsiteY15" fmla="*/ 21868 h 29155"/>
                <a:gd name="connsiteX16" fmla="*/ 1314 w 29158"/>
                <a:gd name="connsiteY16" fmla="*/ 20629 h 29155"/>
                <a:gd name="connsiteX17" fmla="*/ 799 w 29158"/>
                <a:gd name="connsiteY17" fmla="*/ 19337 h 29155"/>
                <a:gd name="connsiteX18" fmla="*/ 404 w 29158"/>
                <a:gd name="connsiteY18" fmla="*/ 18004 h 29155"/>
                <a:gd name="connsiteX19" fmla="*/ 142 w 29158"/>
                <a:gd name="connsiteY19" fmla="*/ 16638 h 29155"/>
                <a:gd name="connsiteX20" fmla="*/ 15 w 29158"/>
                <a:gd name="connsiteY20" fmla="*/ 15251 h 29155"/>
                <a:gd name="connsiteX21" fmla="*/ 15 w 29158"/>
                <a:gd name="connsiteY21" fmla="*/ 13859 h 29155"/>
                <a:gd name="connsiteX22" fmla="*/ 149 w 29158"/>
                <a:gd name="connsiteY22" fmla="*/ 12472 h 29155"/>
                <a:gd name="connsiteX23" fmla="*/ 417 w 29158"/>
                <a:gd name="connsiteY23" fmla="*/ 11106 h 29155"/>
                <a:gd name="connsiteX24" fmla="*/ 812 w 29158"/>
                <a:gd name="connsiteY24" fmla="*/ 9773 h 29155"/>
                <a:gd name="connsiteX25" fmla="*/ 1334 w 29158"/>
                <a:gd name="connsiteY25" fmla="*/ 8487 h 29155"/>
                <a:gd name="connsiteX26" fmla="*/ 1977 w 29158"/>
                <a:gd name="connsiteY26" fmla="*/ 7248 h 29155"/>
                <a:gd name="connsiteX27" fmla="*/ 2727 w 29158"/>
                <a:gd name="connsiteY27" fmla="*/ 6083 h 29155"/>
                <a:gd name="connsiteX28" fmla="*/ 3591 w 29158"/>
                <a:gd name="connsiteY28" fmla="*/ 4991 h 29155"/>
                <a:gd name="connsiteX29" fmla="*/ 4556 w 29158"/>
                <a:gd name="connsiteY29" fmla="*/ 3987 h 29155"/>
                <a:gd name="connsiteX30" fmla="*/ 5614 w 29158"/>
                <a:gd name="connsiteY30" fmla="*/ 3083 h 29155"/>
                <a:gd name="connsiteX31" fmla="*/ 6753 w 29158"/>
                <a:gd name="connsiteY31" fmla="*/ 2279 h 29155"/>
                <a:gd name="connsiteX32" fmla="*/ 7958 w 29158"/>
                <a:gd name="connsiteY32" fmla="*/ 1589 h 29155"/>
                <a:gd name="connsiteX33" fmla="*/ 9760 w 29158"/>
                <a:gd name="connsiteY33" fmla="*/ 819 h 29155"/>
                <a:gd name="connsiteX34" fmla="*/ 11648 w 29158"/>
                <a:gd name="connsiteY34" fmla="*/ 296 h 29155"/>
                <a:gd name="connsiteX35" fmla="*/ 13590 w 29158"/>
                <a:gd name="connsiteY35" fmla="*/ 35 h 29155"/>
                <a:gd name="connsiteX36" fmla="*/ 15553 w 29158"/>
                <a:gd name="connsiteY36" fmla="*/ 35 h 29155"/>
                <a:gd name="connsiteX37" fmla="*/ 17495 w 29158"/>
                <a:gd name="connsiteY37" fmla="*/ 296 h 29155"/>
                <a:gd name="connsiteX38" fmla="*/ 19384 w 29158"/>
                <a:gd name="connsiteY38" fmla="*/ 812 h 29155"/>
                <a:gd name="connsiteX39" fmla="*/ 21185 w 29158"/>
                <a:gd name="connsiteY39" fmla="*/ 1582 h 29155"/>
                <a:gd name="connsiteX40" fmla="*/ 22866 w 29158"/>
                <a:gd name="connsiteY40" fmla="*/ 2587 h 29155"/>
                <a:gd name="connsiteX41" fmla="*/ 24400 w 29158"/>
                <a:gd name="connsiteY41" fmla="*/ 3806 h 29155"/>
                <a:gd name="connsiteX42" fmla="*/ 25753 w 29158"/>
                <a:gd name="connsiteY42" fmla="*/ 5219 h 29155"/>
                <a:gd name="connsiteX43" fmla="*/ 26911 w 29158"/>
                <a:gd name="connsiteY43" fmla="*/ 6806 h 29155"/>
                <a:gd name="connsiteX44" fmla="*/ 27842 w 29158"/>
                <a:gd name="connsiteY44" fmla="*/ 8527 h 29155"/>
                <a:gd name="connsiteX45" fmla="*/ 28532 w 29158"/>
                <a:gd name="connsiteY45" fmla="*/ 10362 h 29155"/>
                <a:gd name="connsiteX46" fmla="*/ 28974 w 29158"/>
                <a:gd name="connsiteY46" fmla="*/ 12271 h 29155"/>
                <a:gd name="connsiteX47" fmla="*/ 29155 w 29158"/>
                <a:gd name="connsiteY47" fmla="*/ 14227 h 29155"/>
                <a:gd name="connsiteX48" fmla="*/ 29068 w 29158"/>
                <a:gd name="connsiteY48" fmla="*/ 16182 h 29155"/>
                <a:gd name="connsiteX49" fmla="*/ 28720 w 29158"/>
                <a:gd name="connsiteY49" fmla="*/ 18111 h 29155"/>
                <a:gd name="connsiteX50" fmla="*/ 28117 w 29158"/>
                <a:gd name="connsiteY50" fmla="*/ 19973 h 29155"/>
                <a:gd name="connsiteX51" fmla="*/ 27273 w 29158"/>
                <a:gd name="connsiteY51" fmla="*/ 21741 h 29155"/>
                <a:gd name="connsiteX52" fmla="*/ 26201 w 29158"/>
                <a:gd name="connsiteY52" fmla="*/ 23382 h 29155"/>
                <a:gd name="connsiteX53" fmla="*/ 24916 w 29158"/>
                <a:gd name="connsiteY53" fmla="*/ 24855 h 29155"/>
                <a:gd name="connsiteX54" fmla="*/ 23442 w 29158"/>
                <a:gd name="connsiteY54" fmla="*/ 26155 h 29155"/>
                <a:gd name="connsiteX55" fmla="*/ 21808 w 29158"/>
                <a:gd name="connsiteY55" fmla="*/ 27233 h 29155"/>
                <a:gd name="connsiteX56" fmla="*/ 20047 w 29158"/>
                <a:gd name="connsiteY56" fmla="*/ 28090 h 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9158" h="29155">
                  <a:moveTo>
                    <a:pt x="20047" y="28090"/>
                  </a:moveTo>
                  <a:cubicBezTo>
                    <a:pt x="19618" y="28264"/>
                    <a:pt x="19183" y="28418"/>
                    <a:pt x="18734" y="28552"/>
                  </a:cubicBezTo>
                  <a:cubicBezTo>
                    <a:pt x="18285" y="28679"/>
                    <a:pt x="17837" y="28793"/>
                    <a:pt x="17381" y="28880"/>
                  </a:cubicBezTo>
                  <a:cubicBezTo>
                    <a:pt x="16926" y="28967"/>
                    <a:pt x="16470" y="29041"/>
                    <a:pt x="16008" y="29088"/>
                  </a:cubicBezTo>
                  <a:cubicBezTo>
                    <a:pt x="15546" y="29135"/>
                    <a:pt x="15077" y="29155"/>
                    <a:pt x="14615" y="29155"/>
                  </a:cubicBezTo>
                  <a:cubicBezTo>
                    <a:pt x="14153" y="29155"/>
                    <a:pt x="13691" y="29135"/>
                    <a:pt x="13229" y="29095"/>
                  </a:cubicBezTo>
                  <a:cubicBezTo>
                    <a:pt x="12767" y="29048"/>
                    <a:pt x="12304" y="28988"/>
                    <a:pt x="11849" y="28900"/>
                  </a:cubicBezTo>
                  <a:cubicBezTo>
                    <a:pt x="11394" y="28813"/>
                    <a:pt x="10945" y="28700"/>
                    <a:pt x="10496" y="28572"/>
                  </a:cubicBezTo>
                  <a:cubicBezTo>
                    <a:pt x="10054" y="28445"/>
                    <a:pt x="9619" y="28291"/>
                    <a:pt x="9183" y="28123"/>
                  </a:cubicBezTo>
                  <a:cubicBezTo>
                    <a:pt x="8748" y="27949"/>
                    <a:pt x="8326" y="27755"/>
                    <a:pt x="7918" y="27547"/>
                  </a:cubicBezTo>
                  <a:cubicBezTo>
                    <a:pt x="7503" y="27333"/>
                    <a:pt x="7101" y="27099"/>
                    <a:pt x="6712" y="26851"/>
                  </a:cubicBezTo>
                  <a:cubicBezTo>
                    <a:pt x="6317" y="26603"/>
                    <a:pt x="5942" y="26335"/>
                    <a:pt x="5580" y="26047"/>
                  </a:cubicBezTo>
                  <a:cubicBezTo>
                    <a:pt x="5212" y="25759"/>
                    <a:pt x="4864" y="25458"/>
                    <a:pt x="4522" y="25137"/>
                  </a:cubicBezTo>
                  <a:cubicBezTo>
                    <a:pt x="4188" y="24815"/>
                    <a:pt x="3866" y="24480"/>
                    <a:pt x="3565" y="24132"/>
                  </a:cubicBezTo>
                  <a:cubicBezTo>
                    <a:pt x="3263" y="23777"/>
                    <a:pt x="2975" y="23416"/>
                    <a:pt x="2701" y="23034"/>
                  </a:cubicBezTo>
                  <a:cubicBezTo>
                    <a:pt x="2433" y="22659"/>
                    <a:pt x="2185" y="22270"/>
                    <a:pt x="1951" y="21868"/>
                  </a:cubicBezTo>
                  <a:cubicBezTo>
                    <a:pt x="1716" y="21467"/>
                    <a:pt x="1508" y="21051"/>
                    <a:pt x="1314" y="20629"/>
                  </a:cubicBezTo>
                  <a:cubicBezTo>
                    <a:pt x="1120" y="20208"/>
                    <a:pt x="953" y="19772"/>
                    <a:pt x="799" y="19337"/>
                  </a:cubicBezTo>
                  <a:cubicBezTo>
                    <a:pt x="645" y="18902"/>
                    <a:pt x="517" y="18453"/>
                    <a:pt x="404" y="18004"/>
                  </a:cubicBezTo>
                  <a:cubicBezTo>
                    <a:pt x="296" y="17555"/>
                    <a:pt x="209" y="17100"/>
                    <a:pt x="142" y="16638"/>
                  </a:cubicBezTo>
                  <a:cubicBezTo>
                    <a:pt x="82" y="16175"/>
                    <a:pt x="35" y="15714"/>
                    <a:pt x="15" y="15251"/>
                  </a:cubicBezTo>
                  <a:cubicBezTo>
                    <a:pt x="-5" y="14789"/>
                    <a:pt x="-5" y="14320"/>
                    <a:pt x="15" y="13859"/>
                  </a:cubicBezTo>
                  <a:cubicBezTo>
                    <a:pt x="35" y="13396"/>
                    <a:pt x="82" y="12934"/>
                    <a:pt x="149" y="12472"/>
                  </a:cubicBezTo>
                  <a:cubicBezTo>
                    <a:pt x="216" y="12010"/>
                    <a:pt x="303" y="11554"/>
                    <a:pt x="417" y="11106"/>
                  </a:cubicBezTo>
                  <a:cubicBezTo>
                    <a:pt x="531" y="10657"/>
                    <a:pt x="658" y="10208"/>
                    <a:pt x="812" y="9773"/>
                  </a:cubicBezTo>
                  <a:cubicBezTo>
                    <a:pt x="966" y="9338"/>
                    <a:pt x="1140" y="8909"/>
                    <a:pt x="1334" y="8487"/>
                  </a:cubicBezTo>
                  <a:cubicBezTo>
                    <a:pt x="1529" y="8065"/>
                    <a:pt x="1743" y="7650"/>
                    <a:pt x="1977" y="7248"/>
                  </a:cubicBezTo>
                  <a:cubicBezTo>
                    <a:pt x="2212" y="6847"/>
                    <a:pt x="2459" y="6458"/>
                    <a:pt x="2727" y="6083"/>
                  </a:cubicBezTo>
                  <a:cubicBezTo>
                    <a:pt x="3002" y="5701"/>
                    <a:pt x="3290" y="5339"/>
                    <a:pt x="3591" y="4991"/>
                  </a:cubicBezTo>
                  <a:cubicBezTo>
                    <a:pt x="3900" y="4643"/>
                    <a:pt x="4221" y="4308"/>
                    <a:pt x="4556" y="3987"/>
                  </a:cubicBezTo>
                  <a:cubicBezTo>
                    <a:pt x="4897" y="3672"/>
                    <a:pt x="5246" y="3370"/>
                    <a:pt x="5614" y="3083"/>
                  </a:cubicBezTo>
                  <a:cubicBezTo>
                    <a:pt x="5982" y="2794"/>
                    <a:pt x="6357" y="2527"/>
                    <a:pt x="6753" y="2279"/>
                  </a:cubicBezTo>
                  <a:cubicBezTo>
                    <a:pt x="7141" y="2031"/>
                    <a:pt x="7543" y="1797"/>
                    <a:pt x="7958" y="1589"/>
                  </a:cubicBezTo>
                  <a:cubicBezTo>
                    <a:pt x="8541" y="1288"/>
                    <a:pt x="9143" y="1033"/>
                    <a:pt x="9760" y="819"/>
                  </a:cubicBezTo>
                  <a:cubicBezTo>
                    <a:pt x="10376" y="605"/>
                    <a:pt x="11005" y="431"/>
                    <a:pt x="11648" y="296"/>
                  </a:cubicBezTo>
                  <a:cubicBezTo>
                    <a:pt x="12291" y="169"/>
                    <a:pt x="12941" y="82"/>
                    <a:pt x="13590" y="35"/>
                  </a:cubicBezTo>
                  <a:cubicBezTo>
                    <a:pt x="14240" y="-12"/>
                    <a:pt x="14896" y="-12"/>
                    <a:pt x="15553" y="35"/>
                  </a:cubicBezTo>
                  <a:cubicBezTo>
                    <a:pt x="16202" y="82"/>
                    <a:pt x="16852" y="169"/>
                    <a:pt x="17495" y="296"/>
                  </a:cubicBezTo>
                  <a:cubicBezTo>
                    <a:pt x="18131" y="424"/>
                    <a:pt x="18761" y="598"/>
                    <a:pt x="19384" y="812"/>
                  </a:cubicBezTo>
                  <a:cubicBezTo>
                    <a:pt x="20000" y="1033"/>
                    <a:pt x="20602" y="1288"/>
                    <a:pt x="21185" y="1582"/>
                  </a:cubicBezTo>
                  <a:cubicBezTo>
                    <a:pt x="21768" y="1884"/>
                    <a:pt x="22324" y="2218"/>
                    <a:pt x="22866" y="2587"/>
                  </a:cubicBezTo>
                  <a:cubicBezTo>
                    <a:pt x="23409" y="2955"/>
                    <a:pt x="23918" y="3364"/>
                    <a:pt x="24400" y="3806"/>
                  </a:cubicBezTo>
                  <a:cubicBezTo>
                    <a:pt x="24882" y="4248"/>
                    <a:pt x="25331" y="4716"/>
                    <a:pt x="25753" y="5219"/>
                  </a:cubicBezTo>
                  <a:cubicBezTo>
                    <a:pt x="26175" y="5721"/>
                    <a:pt x="26563" y="6250"/>
                    <a:pt x="26911" y="6806"/>
                  </a:cubicBezTo>
                  <a:cubicBezTo>
                    <a:pt x="27259" y="7362"/>
                    <a:pt x="27568" y="7931"/>
                    <a:pt x="27842" y="8527"/>
                  </a:cubicBezTo>
                  <a:cubicBezTo>
                    <a:pt x="28117" y="9123"/>
                    <a:pt x="28345" y="9739"/>
                    <a:pt x="28532" y="10362"/>
                  </a:cubicBezTo>
                  <a:cubicBezTo>
                    <a:pt x="28726" y="10985"/>
                    <a:pt x="28873" y="11621"/>
                    <a:pt x="28974" y="12271"/>
                  </a:cubicBezTo>
                  <a:cubicBezTo>
                    <a:pt x="29074" y="12921"/>
                    <a:pt x="29135" y="13570"/>
                    <a:pt x="29155" y="14227"/>
                  </a:cubicBezTo>
                  <a:cubicBezTo>
                    <a:pt x="29168" y="14876"/>
                    <a:pt x="29141" y="15533"/>
                    <a:pt x="29068" y="16182"/>
                  </a:cubicBezTo>
                  <a:cubicBezTo>
                    <a:pt x="28994" y="16832"/>
                    <a:pt x="28880" y="17475"/>
                    <a:pt x="28720" y="18111"/>
                  </a:cubicBezTo>
                  <a:cubicBezTo>
                    <a:pt x="28565" y="18747"/>
                    <a:pt x="28365" y="19363"/>
                    <a:pt x="28117" y="19973"/>
                  </a:cubicBezTo>
                  <a:cubicBezTo>
                    <a:pt x="27876" y="20582"/>
                    <a:pt x="27594" y="21172"/>
                    <a:pt x="27273" y="21741"/>
                  </a:cubicBezTo>
                  <a:cubicBezTo>
                    <a:pt x="26951" y="22310"/>
                    <a:pt x="26596" y="22860"/>
                    <a:pt x="26201" y="23382"/>
                  </a:cubicBezTo>
                  <a:cubicBezTo>
                    <a:pt x="25806" y="23904"/>
                    <a:pt x="25378" y="24393"/>
                    <a:pt x="24916" y="24855"/>
                  </a:cubicBezTo>
                  <a:cubicBezTo>
                    <a:pt x="24453" y="25318"/>
                    <a:pt x="23958" y="25753"/>
                    <a:pt x="23442" y="26155"/>
                  </a:cubicBezTo>
                  <a:cubicBezTo>
                    <a:pt x="22920" y="26550"/>
                    <a:pt x="22377" y="26911"/>
                    <a:pt x="21808" y="27233"/>
                  </a:cubicBezTo>
                  <a:cubicBezTo>
                    <a:pt x="21239" y="27561"/>
                    <a:pt x="20656" y="27842"/>
                    <a:pt x="20047" y="28090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C88694EE-9F0D-1CA3-0AFB-3119D4E10493}"/>
                </a:ext>
              </a:extLst>
            </p:cNvPr>
            <p:cNvSpPr/>
            <p:nvPr/>
          </p:nvSpPr>
          <p:spPr>
            <a:xfrm>
              <a:off x="1560873" y="3777027"/>
              <a:ext cx="60457" cy="73336"/>
            </a:xfrm>
            <a:custGeom>
              <a:avLst/>
              <a:gdLst>
                <a:gd name="connsiteX0" fmla="*/ 40057 w 60457"/>
                <a:gd name="connsiteY0" fmla="*/ 73180 h 73336"/>
                <a:gd name="connsiteX1" fmla="*/ 37050 w 60457"/>
                <a:gd name="connsiteY1" fmla="*/ 73334 h 73336"/>
                <a:gd name="connsiteX2" fmla="*/ 34043 w 60457"/>
                <a:gd name="connsiteY2" fmla="*/ 73240 h 73336"/>
                <a:gd name="connsiteX3" fmla="*/ 31056 w 60457"/>
                <a:gd name="connsiteY3" fmla="*/ 72905 h 73336"/>
                <a:gd name="connsiteX4" fmla="*/ 28103 w 60457"/>
                <a:gd name="connsiteY4" fmla="*/ 72322 h 73336"/>
                <a:gd name="connsiteX5" fmla="*/ 25209 w 60457"/>
                <a:gd name="connsiteY5" fmla="*/ 71498 h 73336"/>
                <a:gd name="connsiteX6" fmla="*/ 22390 w 60457"/>
                <a:gd name="connsiteY6" fmla="*/ 70440 h 73336"/>
                <a:gd name="connsiteX7" fmla="*/ 19671 w 60457"/>
                <a:gd name="connsiteY7" fmla="*/ 69161 h 73336"/>
                <a:gd name="connsiteX8" fmla="*/ 17065 w 60457"/>
                <a:gd name="connsiteY8" fmla="*/ 67654 h 73336"/>
                <a:gd name="connsiteX9" fmla="*/ 14587 w 60457"/>
                <a:gd name="connsiteY9" fmla="*/ 65946 h 73336"/>
                <a:gd name="connsiteX10" fmla="*/ 12263 w 60457"/>
                <a:gd name="connsiteY10" fmla="*/ 64038 h 73336"/>
                <a:gd name="connsiteX11" fmla="*/ 10100 w 60457"/>
                <a:gd name="connsiteY11" fmla="*/ 61941 h 73336"/>
                <a:gd name="connsiteX12" fmla="*/ 8118 w 60457"/>
                <a:gd name="connsiteY12" fmla="*/ 59678 h 73336"/>
                <a:gd name="connsiteX13" fmla="*/ 6330 w 60457"/>
                <a:gd name="connsiteY13" fmla="*/ 57260 h 73336"/>
                <a:gd name="connsiteX14" fmla="*/ 4742 w 60457"/>
                <a:gd name="connsiteY14" fmla="*/ 54702 h 73336"/>
                <a:gd name="connsiteX15" fmla="*/ 3369 w 60457"/>
                <a:gd name="connsiteY15" fmla="*/ 52023 h 73336"/>
                <a:gd name="connsiteX16" fmla="*/ 2224 w 60457"/>
                <a:gd name="connsiteY16" fmla="*/ 49243 h 73336"/>
                <a:gd name="connsiteX17" fmla="*/ 1307 w 60457"/>
                <a:gd name="connsiteY17" fmla="*/ 46377 h 73336"/>
                <a:gd name="connsiteX18" fmla="*/ 630 w 60457"/>
                <a:gd name="connsiteY18" fmla="*/ 43444 h 73336"/>
                <a:gd name="connsiteX19" fmla="*/ 202 w 60457"/>
                <a:gd name="connsiteY19" fmla="*/ 40470 h 73336"/>
                <a:gd name="connsiteX20" fmla="*/ 8 w 60457"/>
                <a:gd name="connsiteY20" fmla="*/ 37463 h 73336"/>
                <a:gd name="connsiteX21" fmla="*/ 68 w 60457"/>
                <a:gd name="connsiteY21" fmla="*/ 34456 h 73336"/>
                <a:gd name="connsiteX22" fmla="*/ 376 w 60457"/>
                <a:gd name="connsiteY22" fmla="*/ 31462 h 73336"/>
                <a:gd name="connsiteX23" fmla="*/ 925 w 60457"/>
                <a:gd name="connsiteY23" fmla="*/ 28502 h 73336"/>
                <a:gd name="connsiteX24" fmla="*/ 1715 w 60457"/>
                <a:gd name="connsiteY24" fmla="*/ 25602 h 73336"/>
                <a:gd name="connsiteX25" fmla="*/ 2740 w 60457"/>
                <a:gd name="connsiteY25" fmla="*/ 22769 h 73336"/>
                <a:gd name="connsiteX26" fmla="*/ 3992 w 60457"/>
                <a:gd name="connsiteY26" fmla="*/ 20037 h 73336"/>
                <a:gd name="connsiteX27" fmla="*/ 5466 w 60457"/>
                <a:gd name="connsiteY27" fmla="*/ 17411 h 73336"/>
                <a:gd name="connsiteX28" fmla="*/ 7147 w 60457"/>
                <a:gd name="connsiteY28" fmla="*/ 14920 h 73336"/>
                <a:gd name="connsiteX29" fmla="*/ 9035 w 60457"/>
                <a:gd name="connsiteY29" fmla="*/ 12576 h 73336"/>
                <a:gd name="connsiteX30" fmla="*/ 11098 w 60457"/>
                <a:gd name="connsiteY30" fmla="*/ 10386 h 73336"/>
                <a:gd name="connsiteX31" fmla="*/ 13342 w 60457"/>
                <a:gd name="connsiteY31" fmla="*/ 8377 h 73336"/>
                <a:gd name="connsiteX32" fmla="*/ 15739 w 60457"/>
                <a:gd name="connsiteY32" fmla="*/ 6562 h 73336"/>
                <a:gd name="connsiteX33" fmla="*/ 18277 w 60457"/>
                <a:gd name="connsiteY33" fmla="*/ 4948 h 73336"/>
                <a:gd name="connsiteX34" fmla="*/ 20943 w 60457"/>
                <a:gd name="connsiteY34" fmla="*/ 3548 h 73336"/>
                <a:gd name="connsiteX35" fmla="*/ 23709 w 60457"/>
                <a:gd name="connsiteY35" fmla="*/ 2369 h 73336"/>
                <a:gd name="connsiteX36" fmla="*/ 26569 w 60457"/>
                <a:gd name="connsiteY36" fmla="*/ 1418 h 73336"/>
                <a:gd name="connsiteX37" fmla="*/ 29489 w 60457"/>
                <a:gd name="connsiteY37" fmla="*/ 715 h 73336"/>
                <a:gd name="connsiteX38" fmla="*/ 32463 w 60457"/>
                <a:gd name="connsiteY38" fmla="*/ 246 h 73336"/>
                <a:gd name="connsiteX39" fmla="*/ 35463 w 60457"/>
                <a:gd name="connsiteY39" fmla="*/ 19 h 73336"/>
                <a:gd name="connsiteX40" fmla="*/ 38476 w 60457"/>
                <a:gd name="connsiteY40" fmla="*/ 45 h 73336"/>
                <a:gd name="connsiteX41" fmla="*/ 41470 w 60457"/>
                <a:gd name="connsiteY41" fmla="*/ 320 h 73336"/>
                <a:gd name="connsiteX42" fmla="*/ 44437 w 60457"/>
                <a:gd name="connsiteY42" fmla="*/ 836 h 73336"/>
                <a:gd name="connsiteX43" fmla="*/ 47350 w 60457"/>
                <a:gd name="connsiteY43" fmla="*/ 1592 h 73336"/>
                <a:gd name="connsiteX44" fmla="*/ 50190 w 60457"/>
                <a:gd name="connsiteY44" fmla="*/ 2584 h 73336"/>
                <a:gd name="connsiteX45" fmla="*/ 52936 w 60457"/>
                <a:gd name="connsiteY45" fmla="*/ 3809 h 73336"/>
                <a:gd name="connsiteX46" fmla="*/ 55575 w 60457"/>
                <a:gd name="connsiteY46" fmla="*/ 5256 h 73336"/>
                <a:gd name="connsiteX47" fmla="*/ 58086 w 60457"/>
                <a:gd name="connsiteY47" fmla="*/ 6910 h 73336"/>
                <a:gd name="connsiteX48" fmla="*/ 60457 w 60457"/>
                <a:gd name="connsiteY48" fmla="*/ 8765 h 73336"/>
                <a:gd name="connsiteX49" fmla="*/ 45917 w 60457"/>
                <a:gd name="connsiteY49" fmla="*/ 13366 h 73336"/>
                <a:gd name="connsiteX50" fmla="*/ 40057 w 60457"/>
                <a:gd name="connsiteY50" fmla="*/ 73180 h 7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60457" h="73336">
                  <a:moveTo>
                    <a:pt x="40057" y="73180"/>
                  </a:moveTo>
                  <a:cubicBezTo>
                    <a:pt x="39059" y="73273"/>
                    <a:pt x="38054" y="73327"/>
                    <a:pt x="37050" y="73334"/>
                  </a:cubicBezTo>
                  <a:cubicBezTo>
                    <a:pt x="36052" y="73347"/>
                    <a:pt x="35048" y="73313"/>
                    <a:pt x="34043" y="73240"/>
                  </a:cubicBezTo>
                  <a:cubicBezTo>
                    <a:pt x="33045" y="73166"/>
                    <a:pt x="32047" y="73059"/>
                    <a:pt x="31056" y="72905"/>
                  </a:cubicBezTo>
                  <a:cubicBezTo>
                    <a:pt x="30065" y="72751"/>
                    <a:pt x="29080" y="72557"/>
                    <a:pt x="28103" y="72322"/>
                  </a:cubicBezTo>
                  <a:cubicBezTo>
                    <a:pt x="27131" y="72088"/>
                    <a:pt x="26167" y="71813"/>
                    <a:pt x="25209" y="71498"/>
                  </a:cubicBezTo>
                  <a:cubicBezTo>
                    <a:pt x="24252" y="71184"/>
                    <a:pt x="23314" y="70835"/>
                    <a:pt x="22390" y="70440"/>
                  </a:cubicBezTo>
                  <a:cubicBezTo>
                    <a:pt x="21465" y="70052"/>
                    <a:pt x="20561" y="69623"/>
                    <a:pt x="19671" y="69161"/>
                  </a:cubicBezTo>
                  <a:cubicBezTo>
                    <a:pt x="18780" y="68692"/>
                    <a:pt x="17916" y="68190"/>
                    <a:pt x="17065" y="67654"/>
                  </a:cubicBezTo>
                  <a:cubicBezTo>
                    <a:pt x="16215" y="67118"/>
                    <a:pt x="15391" y="66549"/>
                    <a:pt x="14587" y="65946"/>
                  </a:cubicBezTo>
                  <a:cubicBezTo>
                    <a:pt x="13790" y="65337"/>
                    <a:pt x="13013" y="64701"/>
                    <a:pt x="12263" y="64038"/>
                  </a:cubicBezTo>
                  <a:cubicBezTo>
                    <a:pt x="11513" y="63368"/>
                    <a:pt x="10790" y="62671"/>
                    <a:pt x="10100" y="61941"/>
                  </a:cubicBezTo>
                  <a:cubicBezTo>
                    <a:pt x="9410" y="61211"/>
                    <a:pt x="8747" y="60461"/>
                    <a:pt x="8118" y="59678"/>
                  </a:cubicBezTo>
                  <a:cubicBezTo>
                    <a:pt x="7488" y="58894"/>
                    <a:pt x="6892" y="58091"/>
                    <a:pt x="6330" y="57260"/>
                  </a:cubicBezTo>
                  <a:cubicBezTo>
                    <a:pt x="5767" y="56430"/>
                    <a:pt x="5238" y="55579"/>
                    <a:pt x="4742" y="54702"/>
                  </a:cubicBezTo>
                  <a:cubicBezTo>
                    <a:pt x="4253" y="53824"/>
                    <a:pt x="3791" y="52934"/>
                    <a:pt x="3369" y="52023"/>
                  </a:cubicBezTo>
                  <a:cubicBezTo>
                    <a:pt x="2947" y="51112"/>
                    <a:pt x="2566" y="50188"/>
                    <a:pt x="2224" y="49243"/>
                  </a:cubicBezTo>
                  <a:cubicBezTo>
                    <a:pt x="1883" y="48299"/>
                    <a:pt x="1575" y="47348"/>
                    <a:pt x="1307" y="46377"/>
                  </a:cubicBezTo>
                  <a:cubicBezTo>
                    <a:pt x="1045" y="45406"/>
                    <a:pt x="818" y="44428"/>
                    <a:pt x="630" y="43444"/>
                  </a:cubicBezTo>
                  <a:cubicBezTo>
                    <a:pt x="449" y="42459"/>
                    <a:pt x="302" y="41468"/>
                    <a:pt x="202" y="40470"/>
                  </a:cubicBezTo>
                  <a:cubicBezTo>
                    <a:pt x="95" y="39472"/>
                    <a:pt x="28" y="38467"/>
                    <a:pt x="8" y="37463"/>
                  </a:cubicBezTo>
                  <a:cubicBezTo>
                    <a:pt x="-13" y="36465"/>
                    <a:pt x="8" y="35460"/>
                    <a:pt x="68" y="34456"/>
                  </a:cubicBezTo>
                  <a:cubicBezTo>
                    <a:pt x="128" y="33458"/>
                    <a:pt x="235" y="32460"/>
                    <a:pt x="376" y="31462"/>
                  </a:cubicBezTo>
                  <a:cubicBezTo>
                    <a:pt x="516" y="30471"/>
                    <a:pt x="704" y="29486"/>
                    <a:pt x="925" y="28502"/>
                  </a:cubicBezTo>
                  <a:cubicBezTo>
                    <a:pt x="1146" y="27524"/>
                    <a:pt x="1414" y="26560"/>
                    <a:pt x="1715" y="25602"/>
                  </a:cubicBezTo>
                  <a:cubicBezTo>
                    <a:pt x="2017" y="24644"/>
                    <a:pt x="2358" y="23700"/>
                    <a:pt x="2740" y="22769"/>
                  </a:cubicBezTo>
                  <a:cubicBezTo>
                    <a:pt x="3122" y="21838"/>
                    <a:pt x="3537" y="20928"/>
                    <a:pt x="3992" y="20037"/>
                  </a:cubicBezTo>
                  <a:cubicBezTo>
                    <a:pt x="4448" y="19146"/>
                    <a:pt x="4936" y="18268"/>
                    <a:pt x="5466" y="17411"/>
                  </a:cubicBezTo>
                  <a:cubicBezTo>
                    <a:pt x="5995" y="16561"/>
                    <a:pt x="6551" y="15730"/>
                    <a:pt x="7147" y="14920"/>
                  </a:cubicBezTo>
                  <a:cubicBezTo>
                    <a:pt x="7743" y="14110"/>
                    <a:pt x="8372" y="13333"/>
                    <a:pt x="9035" y="12576"/>
                  </a:cubicBezTo>
                  <a:cubicBezTo>
                    <a:pt x="9692" y="11819"/>
                    <a:pt x="10381" y="11089"/>
                    <a:pt x="11098" y="10386"/>
                  </a:cubicBezTo>
                  <a:cubicBezTo>
                    <a:pt x="11821" y="9683"/>
                    <a:pt x="12571" y="9013"/>
                    <a:pt x="13342" y="8377"/>
                  </a:cubicBezTo>
                  <a:cubicBezTo>
                    <a:pt x="14112" y="7741"/>
                    <a:pt x="14915" y="7131"/>
                    <a:pt x="15739" y="6562"/>
                  </a:cubicBezTo>
                  <a:cubicBezTo>
                    <a:pt x="16563" y="5992"/>
                    <a:pt x="17414" y="5450"/>
                    <a:pt x="18277" y="4948"/>
                  </a:cubicBezTo>
                  <a:cubicBezTo>
                    <a:pt x="19148" y="4446"/>
                    <a:pt x="20039" y="3977"/>
                    <a:pt x="20943" y="3548"/>
                  </a:cubicBezTo>
                  <a:cubicBezTo>
                    <a:pt x="21847" y="3113"/>
                    <a:pt x="22771" y="2724"/>
                    <a:pt x="23709" y="2369"/>
                  </a:cubicBezTo>
                  <a:cubicBezTo>
                    <a:pt x="24653" y="2014"/>
                    <a:pt x="25604" y="1693"/>
                    <a:pt x="26569" y="1418"/>
                  </a:cubicBezTo>
                  <a:cubicBezTo>
                    <a:pt x="27533" y="1144"/>
                    <a:pt x="28504" y="909"/>
                    <a:pt x="29489" y="715"/>
                  </a:cubicBezTo>
                  <a:cubicBezTo>
                    <a:pt x="30473" y="514"/>
                    <a:pt x="31464" y="360"/>
                    <a:pt x="32463" y="246"/>
                  </a:cubicBezTo>
                  <a:cubicBezTo>
                    <a:pt x="33460" y="132"/>
                    <a:pt x="34458" y="52"/>
                    <a:pt x="35463" y="19"/>
                  </a:cubicBezTo>
                  <a:cubicBezTo>
                    <a:pt x="36467" y="-15"/>
                    <a:pt x="37472" y="-1"/>
                    <a:pt x="38476" y="45"/>
                  </a:cubicBezTo>
                  <a:cubicBezTo>
                    <a:pt x="39475" y="92"/>
                    <a:pt x="40472" y="186"/>
                    <a:pt x="41470" y="320"/>
                  </a:cubicBezTo>
                  <a:cubicBezTo>
                    <a:pt x="42468" y="447"/>
                    <a:pt x="43453" y="621"/>
                    <a:pt x="44437" y="836"/>
                  </a:cubicBezTo>
                  <a:cubicBezTo>
                    <a:pt x="45415" y="1043"/>
                    <a:pt x="46386" y="1298"/>
                    <a:pt x="47350" y="1592"/>
                  </a:cubicBezTo>
                  <a:cubicBezTo>
                    <a:pt x="48308" y="1881"/>
                    <a:pt x="49259" y="2215"/>
                    <a:pt x="50190" y="2584"/>
                  </a:cubicBezTo>
                  <a:cubicBezTo>
                    <a:pt x="51121" y="2952"/>
                    <a:pt x="52038" y="3360"/>
                    <a:pt x="52936" y="3809"/>
                  </a:cubicBezTo>
                  <a:cubicBezTo>
                    <a:pt x="53840" y="4258"/>
                    <a:pt x="54718" y="4740"/>
                    <a:pt x="55575" y="5256"/>
                  </a:cubicBezTo>
                  <a:cubicBezTo>
                    <a:pt x="56438" y="5772"/>
                    <a:pt x="57276" y="6321"/>
                    <a:pt x="58086" y="6910"/>
                  </a:cubicBezTo>
                  <a:cubicBezTo>
                    <a:pt x="58903" y="7493"/>
                    <a:pt x="59693" y="8116"/>
                    <a:pt x="60457" y="8765"/>
                  </a:cubicBezTo>
                  <a:cubicBezTo>
                    <a:pt x="55521" y="10178"/>
                    <a:pt x="50759" y="11638"/>
                    <a:pt x="45917" y="13366"/>
                  </a:cubicBezTo>
                  <a:cubicBezTo>
                    <a:pt x="36889" y="33317"/>
                    <a:pt x="39434" y="51828"/>
                    <a:pt x="40057" y="73180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B5D6F592-8B72-DAA1-022B-79069E40F031}"/>
                </a:ext>
              </a:extLst>
            </p:cNvPr>
            <p:cNvSpPr/>
            <p:nvPr/>
          </p:nvSpPr>
          <p:spPr>
            <a:xfrm>
              <a:off x="1600124" y="3785792"/>
              <a:ext cx="34089" cy="64414"/>
            </a:xfrm>
            <a:custGeom>
              <a:avLst/>
              <a:gdLst>
                <a:gd name="connsiteX0" fmla="*/ 21206 w 34089"/>
                <a:gd name="connsiteY0" fmla="*/ 0 h 64414"/>
                <a:gd name="connsiteX1" fmla="*/ 23182 w 34089"/>
                <a:gd name="connsiteY1" fmla="*/ 1815 h 64414"/>
                <a:gd name="connsiteX2" fmla="*/ 25024 w 34089"/>
                <a:gd name="connsiteY2" fmla="*/ 3771 h 64414"/>
                <a:gd name="connsiteX3" fmla="*/ 26718 w 34089"/>
                <a:gd name="connsiteY3" fmla="*/ 5854 h 64414"/>
                <a:gd name="connsiteX4" fmla="*/ 28252 w 34089"/>
                <a:gd name="connsiteY4" fmla="*/ 8057 h 64414"/>
                <a:gd name="connsiteX5" fmla="*/ 29618 w 34089"/>
                <a:gd name="connsiteY5" fmla="*/ 10368 h 64414"/>
                <a:gd name="connsiteX6" fmla="*/ 30817 w 34089"/>
                <a:gd name="connsiteY6" fmla="*/ 12772 h 64414"/>
                <a:gd name="connsiteX7" fmla="*/ 31835 w 34089"/>
                <a:gd name="connsiteY7" fmla="*/ 15256 h 64414"/>
                <a:gd name="connsiteX8" fmla="*/ 32672 w 34089"/>
                <a:gd name="connsiteY8" fmla="*/ 17801 h 64414"/>
                <a:gd name="connsiteX9" fmla="*/ 33315 w 34089"/>
                <a:gd name="connsiteY9" fmla="*/ 20413 h 64414"/>
                <a:gd name="connsiteX10" fmla="*/ 33764 w 34089"/>
                <a:gd name="connsiteY10" fmla="*/ 23059 h 64414"/>
                <a:gd name="connsiteX11" fmla="*/ 34025 w 34089"/>
                <a:gd name="connsiteY11" fmla="*/ 25731 h 64414"/>
                <a:gd name="connsiteX12" fmla="*/ 34085 w 34089"/>
                <a:gd name="connsiteY12" fmla="*/ 28410 h 64414"/>
                <a:gd name="connsiteX13" fmla="*/ 33951 w 34089"/>
                <a:gd name="connsiteY13" fmla="*/ 31095 h 64414"/>
                <a:gd name="connsiteX14" fmla="*/ 33616 w 34089"/>
                <a:gd name="connsiteY14" fmla="*/ 33761 h 64414"/>
                <a:gd name="connsiteX15" fmla="*/ 33094 w 34089"/>
                <a:gd name="connsiteY15" fmla="*/ 36393 h 64414"/>
                <a:gd name="connsiteX16" fmla="*/ 32377 w 34089"/>
                <a:gd name="connsiteY16" fmla="*/ 38978 h 64414"/>
                <a:gd name="connsiteX17" fmla="*/ 31473 w 34089"/>
                <a:gd name="connsiteY17" fmla="*/ 41503 h 64414"/>
                <a:gd name="connsiteX18" fmla="*/ 30388 w 34089"/>
                <a:gd name="connsiteY18" fmla="*/ 43961 h 64414"/>
                <a:gd name="connsiteX19" fmla="*/ 29123 w 34089"/>
                <a:gd name="connsiteY19" fmla="*/ 46332 h 64414"/>
                <a:gd name="connsiteX20" fmla="*/ 27689 w 34089"/>
                <a:gd name="connsiteY20" fmla="*/ 48596 h 64414"/>
                <a:gd name="connsiteX21" fmla="*/ 26095 w 34089"/>
                <a:gd name="connsiteY21" fmla="*/ 50759 h 64414"/>
                <a:gd name="connsiteX22" fmla="*/ 24347 w 34089"/>
                <a:gd name="connsiteY22" fmla="*/ 52795 h 64414"/>
                <a:gd name="connsiteX23" fmla="*/ 22452 w 34089"/>
                <a:gd name="connsiteY23" fmla="*/ 54697 h 64414"/>
                <a:gd name="connsiteX24" fmla="*/ 20429 w 34089"/>
                <a:gd name="connsiteY24" fmla="*/ 56458 h 64414"/>
                <a:gd name="connsiteX25" fmla="*/ 18280 w 34089"/>
                <a:gd name="connsiteY25" fmla="*/ 58066 h 64414"/>
                <a:gd name="connsiteX26" fmla="*/ 16016 w 34089"/>
                <a:gd name="connsiteY26" fmla="*/ 59505 h 64414"/>
                <a:gd name="connsiteX27" fmla="*/ 13652 w 34089"/>
                <a:gd name="connsiteY27" fmla="*/ 60785 h 64414"/>
                <a:gd name="connsiteX28" fmla="*/ 11201 w 34089"/>
                <a:gd name="connsiteY28" fmla="*/ 61883 h 64414"/>
                <a:gd name="connsiteX29" fmla="*/ 8683 w 34089"/>
                <a:gd name="connsiteY29" fmla="*/ 62800 h 64414"/>
                <a:gd name="connsiteX30" fmla="*/ 6097 w 34089"/>
                <a:gd name="connsiteY30" fmla="*/ 63530 h 64414"/>
                <a:gd name="connsiteX31" fmla="*/ 3472 w 34089"/>
                <a:gd name="connsiteY31" fmla="*/ 64073 h 64414"/>
                <a:gd name="connsiteX32" fmla="*/ 806 w 34089"/>
                <a:gd name="connsiteY32" fmla="*/ 64415 h 64414"/>
                <a:gd name="connsiteX33" fmla="*/ 6667 w 34089"/>
                <a:gd name="connsiteY33" fmla="*/ 4601 h 64414"/>
                <a:gd name="connsiteX34" fmla="*/ 21206 w 34089"/>
                <a:gd name="connsiteY34" fmla="*/ 0 h 6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9" h="64414">
                  <a:moveTo>
                    <a:pt x="21206" y="0"/>
                  </a:moveTo>
                  <a:cubicBezTo>
                    <a:pt x="21890" y="583"/>
                    <a:pt x="22546" y="1185"/>
                    <a:pt x="23182" y="1815"/>
                  </a:cubicBezTo>
                  <a:cubicBezTo>
                    <a:pt x="23818" y="2445"/>
                    <a:pt x="24435" y="3094"/>
                    <a:pt x="25024" y="3771"/>
                  </a:cubicBezTo>
                  <a:cubicBezTo>
                    <a:pt x="25613" y="4447"/>
                    <a:pt x="26176" y="5137"/>
                    <a:pt x="26718" y="5854"/>
                  </a:cubicBezTo>
                  <a:cubicBezTo>
                    <a:pt x="27254" y="6570"/>
                    <a:pt x="27763" y="7300"/>
                    <a:pt x="28252" y="8057"/>
                  </a:cubicBezTo>
                  <a:cubicBezTo>
                    <a:pt x="28734" y="8814"/>
                    <a:pt x="29189" y="9584"/>
                    <a:pt x="29618" y="10368"/>
                  </a:cubicBezTo>
                  <a:cubicBezTo>
                    <a:pt x="30047" y="11151"/>
                    <a:pt x="30449" y="11955"/>
                    <a:pt x="30817" y="12772"/>
                  </a:cubicBezTo>
                  <a:cubicBezTo>
                    <a:pt x="31185" y="13582"/>
                    <a:pt x="31527" y="14413"/>
                    <a:pt x="31835" y="15256"/>
                  </a:cubicBezTo>
                  <a:cubicBezTo>
                    <a:pt x="32143" y="16094"/>
                    <a:pt x="32424" y="16944"/>
                    <a:pt x="32672" y="17801"/>
                  </a:cubicBezTo>
                  <a:cubicBezTo>
                    <a:pt x="32920" y="18666"/>
                    <a:pt x="33134" y="19536"/>
                    <a:pt x="33315" y="20413"/>
                  </a:cubicBezTo>
                  <a:cubicBezTo>
                    <a:pt x="33496" y="21291"/>
                    <a:pt x="33650" y="22168"/>
                    <a:pt x="33764" y="23059"/>
                  </a:cubicBezTo>
                  <a:cubicBezTo>
                    <a:pt x="33884" y="23950"/>
                    <a:pt x="33971" y="24840"/>
                    <a:pt x="34025" y="25731"/>
                  </a:cubicBezTo>
                  <a:cubicBezTo>
                    <a:pt x="34079" y="26622"/>
                    <a:pt x="34099" y="27519"/>
                    <a:pt x="34085" y="28410"/>
                  </a:cubicBezTo>
                  <a:cubicBezTo>
                    <a:pt x="34072" y="29307"/>
                    <a:pt x="34025" y="30205"/>
                    <a:pt x="33951" y="31095"/>
                  </a:cubicBezTo>
                  <a:cubicBezTo>
                    <a:pt x="33871" y="31986"/>
                    <a:pt x="33757" y="32877"/>
                    <a:pt x="33616" y="33761"/>
                  </a:cubicBezTo>
                  <a:cubicBezTo>
                    <a:pt x="33476" y="34645"/>
                    <a:pt x="33302" y="35522"/>
                    <a:pt x="33094" y="36393"/>
                  </a:cubicBezTo>
                  <a:cubicBezTo>
                    <a:pt x="32886" y="37264"/>
                    <a:pt x="32652" y="38127"/>
                    <a:pt x="32377" y="38978"/>
                  </a:cubicBezTo>
                  <a:cubicBezTo>
                    <a:pt x="32103" y="39829"/>
                    <a:pt x="31801" y="40672"/>
                    <a:pt x="31473" y="41503"/>
                  </a:cubicBezTo>
                  <a:cubicBezTo>
                    <a:pt x="31145" y="42340"/>
                    <a:pt x="30783" y="43157"/>
                    <a:pt x="30388" y="43961"/>
                  </a:cubicBezTo>
                  <a:cubicBezTo>
                    <a:pt x="29993" y="44765"/>
                    <a:pt x="29571" y="45555"/>
                    <a:pt x="29123" y="46332"/>
                  </a:cubicBezTo>
                  <a:cubicBezTo>
                    <a:pt x="28674" y="47102"/>
                    <a:pt x="28191" y="47859"/>
                    <a:pt x="27689" y="48596"/>
                  </a:cubicBezTo>
                  <a:cubicBezTo>
                    <a:pt x="27187" y="49339"/>
                    <a:pt x="26651" y="50055"/>
                    <a:pt x="26095" y="50759"/>
                  </a:cubicBezTo>
                  <a:cubicBezTo>
                    <a:pt x="25539" y="51462"/>
                    <a:pt x="24957" y="52138"/>
                    <a:pt x="24347" y="52795"/>
                  </a:cubicBezTo>
                  <a:cubicBezTo>
                    <a:pt x="23738" y="53451"/>
                    <a:pt x="23108" y="54087"/>
                    <a:pt x="22452" y="54697"/>
                  </a:cubicBezTo>
                  <a:cubicBezTo>
                    <a:pt x="21802" y="55306"/>
                    <a:pt x="21126" y="55895"/>
                    <a:pt x="20429" y="56458"/>
                  </a:cubicBezTo>
                  <a:cubicBezTo>
                    <a:pt x="19726" y="57021"/>
                    <a:pt x="19010" y="57556"/>
                    <a:pt x="18280" y="58066"/>
                  </a:cubicBezTo>
                  <a:cubicBezTo>
                    <a:pt x="17543" y="58575"/>
                    <a:pt x="16786" y="59056"/>
                    <a:pt x="16016" y="59505"/>
                  </a:cubicBezTo>
                  <a:cubicBezTo>
                    <a:pt x="15246" y="59961"/>
                    <a:pt x="14456" y="60389"/>
                    <a:pt x="13652" y="60785"/>
                  </a:cubicBezTo>
                  <a:cubicBezTo>
                    <a:pt x="12848" y="61180"/>
                    <a:pt x="12031" y="61548"/>
                    <a:pt x="11201" y="61883"/>
                  </a:cubicBezTo>
                  <a:cubicBezTo>
                    <a:pt x="10377" y="62218"/>
                    <a:pt x="9533" y="62526"/>
                    <a:pt x="8683" y="62800"/>
                  </a:cubicBezTo>
                  <a:cubicBezTo>
                    <a:pt x="7832" y="63075"/>
                    <a:pt x="6968" y="63323"/>
                    <a:pt x="6097" y="63530"/>
                  </a:cubicBezTo>
                  <a:cubicBezTo>
                    <a:pt x="5226" y="63738"/>
                    <a:pt x="4349" y="63919"/>
                    <a:pt x="3472" y="64073"/>
                  </a:cubicBezTo>
                  <a:cubicBezTo>
                    <a:pt x="2588" y="64220"/>
                    <a:pt x="1697" y="64334"/>
                    <a:pt x="806" y="64415"/>
                  </a:cubicBezTo>
                  <a:cubicBezTo>
                    <a:pt x="183" y="43063"/>
                    <a:pt x="-2362" y="24552"/>
                    <a:pt x="6667" y="4601"/>
                  </a:cubicBezTo>
                  <a:cubicBezTo>
                    <a:pt x="11509" y="2873"/>
                    <a:pt x="16271" y="1413"/>
                    <a:pt x="21206" y="0"/>
                  </a:cubicBez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8E5FD0E7-D72A-0D5F-0FBF-6FAF7D4132B0}"/>
                </a:ext>
              </a:extLst>
            </p:cNvPr>
            <p:cNvSpPr/>
            <p:nvPr/>
          </p:nvSpPr>
          <p:spPr>
            <a:xfrm>
              <a:off x="550025" y="3850575"/>
              <a:ext cx="87555" cy="1558735"/>
            </a:xfrm>
            <a:custGeom>
              <a:avLst/>
              <a:gdLst>
                <a:gd name="connsiteX0" fmla="*/ 43838 w 87555"/>
                <a:gd name="connsiteY0" fmla="*/ 2377 h 1558735"/>
                <a:gd name="connsiteX1" fmla="*/ 48834 w 87555"/>
                <a:gd name="connsiteY1" fmla="*/ 0 h 1558735"/>
                <a:gd name="connsiteX2" fmla="*/ 73453 w 87555"/>
                <a:gd name="connsiteY2" fmla="*/ 275753 h 1558735"/>
                <a:gd name="connsiteX3" fmla="*/ 83693 w 87555"/>
                <a:gd name="connsiteY3" fmla="*/ 615405 h 1558735"/>
                <a:gd name="connsiteX4" fmla="*/ 24067 w 87555"/>
                <a:gd name="connsiteY4" fmla="*/ 978049 h 1558735"/>
                <a:gd name="connsiteX5" fmla="*/ 38828 w 87555"/>
                <a:gd name="connsiteY5" fmla="*/ 1369290 h 1558735"/>
                <a:gd name="connsiteX6" fmla="*/ 56669 w 87555"/>
                <a:gd name="connsiteY6" fmla="*/ 1465596 h 1558735"/>
                <a:gd name="connsiteX7" fmla="*/ 85763 w 87555"/>
                <a:gd name="connsiteY7" fmla="*/ 1550631 h 1558735"/>
                <a:gd name="connsiteX8" fmla="*/ 77907 w 87555"/>
                <a:gd name="connsiteY8" fmla="*/ 1558735 h 1558735"/>
                <a:gd name="connsiteX9" fmla="*/ 66160 w 87555"/>
                <a:gd name="connsiteY9" fmla="*/ 1542113 h 1558735"/>
                <a:gd name="connsiteX10" fmla="*/ 39290 w 87555"/>
                <a:gd name="connsiteY10" fmla="*/ 1465884 h 1558735"/>
                <a:gd name="connsiteX11" fmla="*/ 10599 w 87555"/>
                <a:gd name="connsiteY11" fmla="*/ 983373 h 1558735"/>
                <a:gd name="connsiteX12" fmla="*/ 33624 w 87555"/>
                <a:gd name="connsiteY12" fmla="*/ 859186 h 1558735"/>
                <a:gd name="connsiteX13" fmla="*/ 72093 w 87555"/>
                <a:gd name="connsiteY13" fmla="*/ 585287 h 1558735"/>
                <a:gd name="connsiteX14" fmla="*/ 55605 w 87555"/>
                <a:gd name="connsiteY14" fmla="*/ 162629 h 1558735"/>
                <a:gd name="connsiteX15" fmla="*/ 43918 w 87555"/>
                <a:gd name="connsiteY15" fmla="*/ 8231 h 1558735"/>
                <a:gd name="connsiteX16" fmla="*/ 43838 w 87555"/>
                <a:gd name="connsiteY16" fmla="*/ 2377 h 1558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555" h="1558735">
                  <a:moveTo>
                    <a:pt x="43838" y="2377"/>
                  </a:moveTo>
                  <a:lnTo>
                    <a:pt x="48834" y="0"/>
                  </a:lnTo>
                  <a:cubicBezTo>
                    <a:pt x="57701" y="91860"/>
                    <a:pt x="65905" y="183780"/>
                    <a:pt x="73453" y="275753"/>
                  </a:cubicBezTo>
                  <a:cubicBezTo>
                    <a:pt x="83130" y="388408"/>
                    <a:pt x="93297" y="502315"/>
                    <a:pt x="83693" y="615405"/>
                  </a:cubicBezTo>
                  <a:cubicBezTo>
                    <a:pt x="72971" y="741608"/>
                    <a:pt x="41822" y="855328"/>
                    <a:pt x="24067" y="978049"/>
                  </a:cubicBezTo>
                  <a:cubicBezTo>
                    <a:pt x="3205" y="1104500"/>
                    <a:pt x="20712" y="1243475"/>
                    <a:pt x="38828" y="1369290"/>
                  </a:cubicBezTo>
                  <a:cubicBezTo>
                    <a:pt x="43302" y="1400358"/>
                    <a:pt x="45720" y="1436148"/>
                    <a:pt x="56669" y="1465596"/>
                  </a:cubicBezTo>
                  <a:cubicBezTo>
                    <a:pt x="65075" y="1494575"/>
                    <a:pt x="72857" y="1523233"/>
                    <a:pt x="85763" y="1550631"/>
                  </a:cubicBezTo>
                  <a:lnTo>
                    <a:pt x="77907" y="1558735"/>
                  </a:lnTo>
                  <a:lnTo>
                    <a:pt x="66160" y="1542113"/>
                  </a:lnTo>
                  <a:cubicBezTo>
                    <a:pt x="53776" y="1516107"/>
                    <a:pt x="44755" y="1494086"/>
                    <a:pt x="39290" y="1465884"/>
                  </a:cubicBezTo>
                  <a:cubicBezTo>
                    <a:pt x="12119" y="1311613"/>
                    <a:pt x="-15775" y="1139252"/>
                    <a:pt x="10599" y="983373"/>
                  </a:cubicBezTo>
                  <a:cubicBezTo>
                    <a:pt x="16004" y="941883"/>
                    <a:pt x="25835" y="900320"/>
                    <a:pt x="33624" y="859186"/>
                  </a:cubicBezTo>
                  <a:cubicBezTo>
                    <a:pt x="50763" y="768699"/>
                    <a:pt x="67238" y="677388"/>
                    <a:pt x="72093" y="585287"/>
                  </a:cubicBezTo>
                  <a:cubicBezTo>
                    <a:pt x="79460" y="445622"/>
                    <a:pt x="66528" y="301946"/>
                    <a:pt x="55605" y="162629"/>
                  </a:cubicBezTo>
                  <a:cubicBezTo>
                    <a:pt x="51600" y="111536"/>
                    <a:pt x="44876" y="59425"/>
                    <a:pt x="43918" y="8231"/>
                  </a:cubicBezTo>
                  <a:lnTo>
                    <a:pt x="43838" y="2377"/>
                  </a:ln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D1090A16-A15E-DBDB-1F88-17A594A5926B}"/>
                </a:ext>
              </a:extLst>
            </p:cNvPr>
            <p:cNvSpPr/>
            <p:nvPr/>
          </p:nvSpPr>
          <p:spPr>
            <a:xfrm>
              <a:off x="412501" y="3922410"/>
              <a:ext cx="56922" cy="355510"/>
            </a:xfrm>
            <a:custGeom>
              <a:avLst/>
              <a:gdLst>
                <a:gd name="connsiteX0" fmla="*/ 12443 w 56922"/>
                <a:gd name="connsiteY0" fmla="*/ 28175 h 355510"/>
                <a:gd name="connsiteX1" fmla="*/ 16194 w 56922"/>
                <a:gd name="connsiteY1" fmla="*/ 0 h 355510"/>
                <a:gd name="connsiteX2" fmla="*/ 56860 w 56922"/>
                <a:gd name="connsiteY2" fmla="*/ 308375 h 355510"/>
                <a:gd name="connsiteX3" fmla="*/ 56565 w 56922"/>
                <a:gd name="connsiteY3" fmla="*/ 343101 h 355510"/>
                <a:gd name="connsiteX4" fmla="*/ 49493 w 56922"/>
                <a:gd name="connsiteY4" fmla="*/ 350856 h 355510"/>
                <a:gd name="connsiteX5" fmla="*/ 33165 w 56922"/>
                <a:gd name="connsiteY5" fmla="*/ 352423 h 355510"/>
                <a:gd name="connsiteX6" fmla="*/ 10025 w 56922"/>
                <a:gd name="connsiteY6" fmla="*/ 355511 h 355510"/>
                <a:gd name="connsiteX7" fmla="*/ 9838 w 56922"/>
                <a:gd name="connsiteY7" fmla="*/ 304477 h 355510"/>
                <a:gd name="connsiteX8" fmla="*/ 13602 w 56922"/>
                <a:gd name="connsiteY8" fmla="*/ 324670 h 355510"/>
                <a:gd name="connsiteX9" fmla="*/ 14184 w 56922"/>
                <a:gd name="connsiteY9" fmla="*/ 322547 h 355510"/>
                <a:gd name="connsiteX10" fmla="*/ 15551 w 56922"/>
                <a:gd name="connsiteY10" fmla="*/ 329170 h 355510"/>
                <a:gd name="connsiteX11" fmla="*/ 53 w 56922"/>
                <a:gd name="connsiteY11" fmla="*/ 122573 h 355510"/>
                <a:gd name="connsiteX12" fmla="*/ 12443 w 56922"/>
                <a:gd name="connsiteY12" fmla="*/ 28175 h 35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22" h="355510">
                  <a:moveTo>
                    <a:pt x="12443" y="28175"/>
                  </a:moveTo>
                  <a:lnTo>
                    <a:pt x="16194" y="0"/>
                  </a:lnTo>
                  <a:cubicBezTo>
                    <a:pt x="36808" y="100981"/>
                    <a:pt x="58232" y="204769"/>
                    <a:pt x="56860" y="308375"/>
                  </a:cubicBezTo>
                  <a:cubicBezTo>
                    <a:pt x="56203" y="320096"/>
                    <a:pt x="55687" y="331387"/>
                    <a:pt x="56565" y="343101"/>
                  </a:cubicBezTo>
                  <a:cubicBezTo>
                    <a:pt x="54295" y="346811"/>
                    <a:pt x="53973" y="349879"/>
                    <a:pt x="49493" y="350856"/>
                  </a:cubicBezTo>
                  <a:cubicBezTo>
                    <a:pt x="44068" y="352035"/>
                    <a:pt x="38683" y="352149"/>
                    <a:pt x="33165" y="352423"/>
                  </a:cubicBezTo>
                  <a:lnTo>
                    <a:pt x="10025" y="355511"/>
                  </a:lnTo>
                  <a:cubicBezTo>
                    <a:pt x="14888" y="346597"/>
                    <a:pt x="9095" y="316928"/>
                    <a:pt x="9838" y="304477"/>
                  </a:cubicBezTo>
                  <a:lnTo>
                    <a:pt x="13602" y="324670"/>
                  </a:lnTo>
                  <a:lnTo>
                    <a:pt x="14184" y="322547"/>
                  </a:lnTo>
                  <a:lnTo>
                    <a:pt x="15551" y="329170"/>
                  </a:lnTo>
                  <a:cubicBezTo>
                    <a:pt x="29582" y="303393"/>
                    <a:pt x="803" y="163272"/>
                    <a:pt x="53" y="122573"/>
                  </a:cubicBezTo>
                  <a:cubicBezTo>
                    <a:pt x="-556" y="89576"/>
                    <a:pt x="4085" y="60001"/>
                    <a:pt x="12443" y="28175"/>
                  </a:cubicBezTo>
                  <a:close/>
                </a:path>
              </a:pathLst>
            </a:custGeom>
            <a:solidFill>
              <a:srgbClr val="AF68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13B3F154-1353-FB9C-A55A-D4D688CBACA8}"/>
                </a:ext>
              </a:extLst>
            </p:cNvPr>
            <p:cNvSpPr/>
            <p:nvPr/>
          </p:nvSpPr>
          <p:spPr>
            <a:xfrm>
              <a:off x="1535524" y="4044550"/>
              <a:ext cx="44039" cy="44036"/>
            </a:xfrm>
            <a:custGeom>
              <a:avLst/>
              <a:gdLst>
                <a:gd name="connsiteX0" fmla="*/ 31585 w 44039"/>
                <a:gd name="connsiteY0" fmla="*/ 41849 h 44036"/>
                <a:gd name="connsiteX1" fmla="*/ 29616 w 44039"/>
                <a:gd name="connsiteY1" fmla="*/ 42686 h 44036"/>
                <a:gd name="connsiteX2" fmla="*/ 27574 w 44039"/>
                <a:gd name="connsiteY2" fmla="*/ 43323 h 44036"/>
                <a:gd name="connsiteX3" fmla="*/ 25484 w 44039"/>
                <a:gd name="connsiteY3" fmla="*/ 43764 h 44036"/>
                <a:gd name="connsiteX4" fmla="*/ 23354 w 44039"/>
                <a:gd name="connsiteY4" fmla="*/ 43992 h 44036"/>
                <a:gd name="connsiteX5" fmla="*/ 21218 w 44039"/>
                <a:gd name="connsiteY5" fmla="*/ 44026 h 44036"/>
                <a:gd name="connsiteX6" fmla="*/ 19088 w 44039"/>
                <a:gd name="connsiteY6" fmla="*/ 43838 h 44036"/>
                <a:gd name="connsiteX7" fmla="*/ 16985 w 44039"/>
                <a:gd name="connsiteY7" fmla="*/ 43456 h 44036"/>
                <a:gd name="connsiteX8" fmla="*/ 14929 w 44039"/>
                <a:gd name="connsiteY8" fmla="*/ 42867 h 44036"/>
                <a:gd name="connsiteX9" fmla="*/ 12940 w 44039"/>
                <a:gd name="connsiteY9" fmla="*/ 42077 h 44036"/>
                <a:gd name="connsiteX10" fmla="*/ 11038 w 44039"/>
                <a:gd name="connsiteY10" fmla="*/ 41106 h 44036"/>
                <a:gd name="connsiteX11" fmla="*/ 9236 w 44039"/>
                <a:gd name="connsiteY11" fmla="*/ 39947 h 44036"/>
                <a:gd name="connsiteX12" fmla="*/ 7562 w 44039"/>
                <a:gd name="connsiteY12" fmla="*/ 38628 h 44036"/>
                <a:gd name="connsiteX13" fmla="*/ 6015 w 44039"/>
                <a:gd name="connsiteY13" fmla="*/ 37148 h 44036"/>
                <a:gd name="connsiteX14" fmla="*/ 4622 w 44039"/>
                <a:gd name="connsiteY14" fmla="*/ 35520 h 44036"/>
                <a:gd name="connsiteX15" fmla="*/ 3397 w 44039"/>
                <a:gd name="connsiteY15" fmla="*/ 33772 h 44036"/>
                <a:gd name="connsiteX16" fmla="*/ 2345 w 44039"/>
                <a:gd name="connsiteY16" fmla="*/ 31910 h 44036"/>
                <a:gd name="connsiteX17" fmla="*/ 1481 w 44039"/>
                <a:gd name="connsiteY17" fmla="*/ 29955 h 44036"/>
                <a:gd name="connsiteX18" fmla="*/ 805 w 44039"/>
                <a:gd name="connsiteY18" fmla="*/ 27926 h 44036"/>
                <a:gd name="connsiteX19" fmla="*/ 336 w 44039"/>
                <a:gd name="connsiteY19" fmla="*/ 25842 h 44036"/>
                <a:gd name="connsiteX20" fmla="*/ 68 w 44039"/>
                <a:gd name="connsiteY20" fmla="*/ 23720 h 44036"/>
                <a:gd name="connsiteX21" fmla="*/ 8 w 44039"/>
                <a:gd name="connsiteY21" fmla="*/ 21583 h 44036"/>
                <a:gd name="connsiteX22" fmla="*/ 148 w 44039"/>
                <a:gd name="connsiteY22" fmla="*/ 19453 h 44036"/>
                <a:gd name="connsiteX23" fmla="*/ 503 w 44039"/>
                <a:gd name="connsiteY23" fmla="*/ 17344 h 44036"/>
                <a:gd name="connsiteX24" fmla="*/ 1059 w 44039"/>
                <a:gd name="connsiteY24" fmla="*/ 15281 h 44036"/>
                <a:gd name="connsiteX25" fmla="*/ 1809 w 44039"/>
                <a:gd name="connsiteY25" fmla="*/ 13279 h 44036"/>
                <a:gd name="connsiteX26" fmla="*/ 2754 w 44039"/>
                <a:gd name="connsiteY26" fmla="*/ 11356 h 44036"/>
                <a:gd name="connsiteX27" fmla="*/ 3879 w 44039"/>
                <a:gd name="connsiteY27" fmla="*/ 9542 h 44036"/>
                <a:gd name="connsiteX28" fmla="*/ 5171 w 44039"/>
                <a:gd name="connsiteY28" fmla="*/ 7840 h 44036"/>
                <a:gd name="connsiteX29" fmla="*/ 6631 w 44039"/>
                <a:gd name="connsiteY29" fmla="*/ 6273 h 44036"/>
                <a:gd name="connsiteX30" fmla="*/ 8232 w 44039"/>
                <a:gd name="connsiteY30" fmla="*/ 4853 h 44036"/>
                <a:gd name="connsiteX31" fmla="*/ 9960 w 44039"/>
                <a:gd name="connsiteY31" fmla="*/ 3601 h 44036"/>
                <a:gd name="connsiteX32" fmla="*/ 11801 w 44039"/>
                <a:gd name="connsiteY32" fmla="*/ 2516 h 44036"/>
                <a:gd name="connsiteX33" fmla="*/ 14460 w 44039"/>
                <a:gd name="connsiteY33" fmla="*/ 1337 h 44036"/>
                <a:gd name="connsiteX34" fmla="*/ 17253 w 44039"/>
                <a:gd name="connsiteY34" fmla="*/ 520 h 44036"/>
                <a:gd name="connsiteX35" fmla="*/ 20133 w 44039"/>
                <a:gd name="connsiteY35" fmla="*/ 85 h 44036"/>
                <a:gd name="connsiteX36" fmla="*/ 23040 w 44039"/>
                <a:gd name="connsiteY36" fmla="*/ 25 h 44036"/>
                <a:gd name="connsiteX37" fmla="*/ 25933 w 44039"/>
                <a:gd name="connsiteY37" fmla="*/ 353 h 44036"/>
                <a:gd name="connsiteX38" fmla="*/ 28759 w 44039"/>
                <a:gd name="connsiteY38" fmla="*/ 1056 h 44036"/>
                <a:gd name="connsiteX39" fmla="*/ 31465 w 44039"/>
                <a:gd name="connsiteY39" fmla="*/ 2128 h 44036"/>
                <a:gd name="connsiteX40" fmla="*/ 34003 w 44039"/>
                <a:gd name="connsiteY40" fmla="*/ 3547 h 44036"/>
                <a:gd name="connsiteX41" fmla="*/ 36334 w 44039"/>
                <a:gd name="connsiteY41" fmla="*/ 5289 h 44036"/>
                <a:gd name="connsiteX42" fmla="*/ 38416 w 44039"/>
                <a:gd name="connsiteY42" fmla="*/ 7325 h 44036"/>
                <a:gd name="connsiteX43" fmla="*/ 40211 w 44039"/>
                <a:gd name="connsiteY43" fmla="*/ 9615 h 44036"/>
                <a:gd name="connsiteX44" fmla="*/ 41691 w 44039"/>
                <a:gd name="connsiteY44" fmla="*/ 12120 h 44036"/>
                <a:gd name="connsiteX45" fmla="*/ 42823 w 44039"/>
                <a:gd name="connsiteY45" fmla="*/ 14806 h 44036"/>
                <a:gd name="connsiteX46" fmla="*/ 43593 w 44039"/>
                <a:gd name="connsiteY46" fmla="*/ 17612 h 44036"/>
                <a:gd name="connsiteX47" fmla="*/ 43989 w 44039"/>
                <a:gd name="connsiteY47" fmla="*/ 20492 h 44036"/>
                <a:gd name="connsiteX48" fmla="*/ 43995 w 44039"/>
                <a:gd name="connsiteY48" fmla="*/ 23405 h 44036"/>
                <a:gd name="connsiteX49" fmla="*/ 43620 w 44039"/>
                <a:gd name="connsiteY49" fmla="*/ 26291 h 44036"/>
                <a:gd name="connsiteX50" fmla="*/ 42870 w 44039"/>
                <a:gd name="connsiteY50" fmla="*/ 29104 h 44036"/>
                <a:gd name="connsiteX51" fmla="*/ 41752 w 44039"/>
                <a:gd name="connsiteY51" fmla="*/ 31790 h 44036"/>
                <a:gd name="connsiteX52" fmla="*/ 40292 w 44039"/>
                <a:gd name="connsiteY52" fmla="*/ 34308 h 44036"/>
                <a:gd name="connsiteX53" fmla="*/ 38510 w 44039"/>
                <a:gd name="connsiteY53" fmla="*/ 36612 h 44036"/>
                <a:gd name="connsiteX54" fmla="*/ 36441 w 44039"/>
                <a:gd name="connsiteY54" fmla="*/ 38654 h 44036"/>
                <a:gd name="connsiteX55" fmla="*/ 34117 w 44039"/>
                <a:gd name="connsiteY55" fmla="*/ 40416 h 44036"/>
                <a:gd name="connsiteX56" fmla="*/ 31585 w 44039"/>
                <a:gd name="connsiteY56" fmla="*/ 41849 h 4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039" h="44036">
                  <a:moveTo>
                    <a:pt x="31585" y="41849"/>
                  </a:moveTo>
                  <a:cubicBezTo>
                    <a:pt x="30942" y="42157"/>
                    <a:pt x="30286" y="42438"/>
                    <a:pt x="29616" y="42686"/>
                  </a:cubicBezTo>
                  <a:cubicBezTo>
                    <a:pt x="28947" y="42934"/>
                    <a:pt x="28263" y="43142"/>
                    <a:pt x="27574" y="43323"/>
                  </a:cubicBezTo>
                  <a:cubicBezTo>
                    <a:pt x="26884" y="43503"/>
                    <a:pt x="26187" y="43651"/>
                    <a:pt x="25484" y="43764"/>
                  </a:cubicBezTo>
                  <a:cubicBezTo>
                    <a:pt x="24781" y="43879"/>
                    <a:pt x="24071" y="43952"/>
                    <a:pt x="23354" y="43992"/>
                  </a:cubicBezTo>
                  <a:cubicBezTo>
                    <a:pt x="22644" y="44039"/>
                    <a:pt x="21934" y="44046"/>
                    <a:pt x="21218" y="44026"/>
                  </a:cubicBezTo>
                  <a:cubicBezTo>
                    <a:pt x="20508" y="43999"/>
                    <a:pt x="19798" y="43939"/>
                    <a:pt x="19088" y="43838"/>
                  </a:cubicBezTo>
                  <a:cubicBezTo>
                    <a:pt x="18385" y="43744"/>
                    <a:pt x="17682" y="43617"/>
                    <a:pt x="16985" y="43456"/>
                  </a:cubicBezTo>
                  <a:cubicBezTo>
                    <a:pt x="16295" y="43289"/>
                    <a:pt x="15606" y="43095"/>
                    <a:pt x="14929" y="42867"/>
                  </a:cubicBezTo>
                  <a:cubicBezTo>
                    <a:pt x="14253" y="42633"/>
                    <a:pt x="13590" y="42371"/>
                    <a:pt x="12940" y="42077"/>
                  </a:cubicBezTo>
                  <a:cubicBezTo>
                    <a:pt x="12290" y="41789"/>
                    <a:pt x="11661" y="41461"/>
                    <a:pt x="11038" y="41106"/>
                  </a:cubicBezTo>
                  <a:cubicBezTo>
                    <a:pt x="10422" y="40751"/>
                    <a:pt x="9819" y="40362"/>
                    <a:pt x="9236" y="39947"/>
                  </a:cubicBezTo>
                  <a:cubicBezTo>
                    <a:pt x="8654" y="39539"/>
                    <a:pt x="8098" y="39096"/>
                    <a:pt x="7562" y="38628"/>
                  </a:cubicBezTo>
                  <a:cubicBezTo>
                    <a:pt x="7020" y="38159"/>
                    <a:pt x="6504" y="37663"/>
                    <a:pt x="6015" y="37148"/>
                  </a:cubicBezTo>
                  <a:cubicBezTo>
                    <a:pt x="5526" y="36632"/>
                    <a:pt x="5064" y="36089"/>
                    <a:pt x="4622" y="35520"/>
                  </a:cubicBezTo>
                  <a:cubicBezTo>
                    <a:pt x="4187" y="34958"/>
                    <a:pt x="3778" y="34375"/>
                    <a:pt x="3397" y="33772"/>
                  </a:cubicBezTo>
                  <a:cubicBezTo>
                    <a:pt x="3015" y="33170"/>
                    <a:pt x="2667" y="32547"/>
                    <a:pt x="2345" y="31910"/>
                  </a:cubicBezTo>
                  <a:cubicBezTo>
                    <a:pt x="2024" y="31274"/>
                    <a:pt x="1735" y="30618"/>
                    <a:pt x="1481" y="29955"/>
                  </a:cubicBezTo>
                  <a:cubicBezTo>
                    <a:pt x="1220" y="29292"/>
                    <a:pt x="999" y="28615"/>
                    <a:pt x="805" y="27926"/>
                  </a:cubicBezTo>
                  <a:cubicBezTo>
                    <a:pt x="610" y="27236"/>
                    <a:pt x="456" y="26546"/>
                    <a:pt x="336" y="25842"/>
                  </a:cubicBezTo>
                  <a:cubicBezTo>
                    <a:pt x="209" y="25139"/>
                    <a:pt x="122" y="24436"/>
                    <a:pt x="68" y="23720"/>
                  </a:cubicBezTo>
                  <a:cubicBezTo>
                    <a:pt x="8" y="23010"/>
                    <a:pt x="-13" y="22300"/>
                    <a:pt x="8" y="21583"/>
                  </a:cubicBezTo>
                  <a:cubicBezTo>
                    <a:pt x="21" y="20866"/>
                    <a:pt x="68" y="20156"/>
                    <a:pt x="148" y="19453"/>
                  </a:cubicBezTo>
                  <a:cubicBezTo>
                    <a:pt x="235" y="18743"/>
                    <a:pt x="349" y="18040"/>
                    <a:pt x="503" y="17344"/>
                  </a:cubicBezTo>
                  <a:cubicBezTo>
                    <a:pt x="657" y="16647"/>
                    <a:pt x="838" y="15958"/>
                    <a:pt x="1059" y="15281"/>
                  </a:cubicBezTo>
                  <a:cubicBezTo>
                    <a:pt x="1280" y="14598"/>
                    <a:pt x="1528" y="13928"/>
                    <a:pt x="1809" y="13279"/>
                  </a:cubicBezTo>
                  <a:cubicBezTo>
                    <a:pt x="2097" y="12622"/>
                    <a:pt x="2412" y="11979"/>
                    <a:pt x="2754" y="11356"/>
                  </a:cubicBezTo>
                  <a:cubicBezTo>
                    <a:pt x="3095" y="10734"/>
                    <a:pt x="3470" y="10131"/>
                    <a:pt x="3879" y="9542"/>
                  </a:cubicBezTo>
                  <a:cubicBezTo>
                    <a:pt x="4287" y="8952"/>
                    <a:pt x="4716" y="8383"/>
                    <a:pt x="5171" y="7840"/>
                  </a:cubicBezTo>
                  <a:cubicBezTo>
                    <a:pt x="5633" y="7298"/>
                    <a:pt x="6115" y="6775"/>
                    <a:pt x="6631" y="6273"/>
                  </a:cubicBezTo>
                  <a:cubicBezTo>
                    <a:pt x="7140" y="5771"/>
                    <a:pt x="7676" y="5302"/>
                    <a:pt x="8232" y="4853"/>
                  </a:cubicBezTo>
                  <a:cubicBezTo>
                    <a:pt x="8788" y="4405"/>
                    <a:pt x="9364" y="3989"/>
                    <a:pt x="9960" y="3601"/>
                  </a:cubicBezTo>
                  <a:cubicBezTo>
                    <a:pt x="10556" y="3206"/>
                    <a:pt x="11165" y="2844"/>
                    <a:pt x="11801" y="2516"/>
                  </a:cubicBezTo>
                  <a:cubicBezTo>
                    <a:pt x="12665" y="2067"/>
                    <a:pt x="13550" y="1672"/>
                    <a:pt x="14460" y="1337"/>
                  </a:cubicBezTo>
                  <a:cubicBezTo>
                    <a:pt x="15378" y="1009"/>
                    <a:pt x="16309" y="735"/>
                    <a:pt x="17253" y="520"/>
                  </a:cubicBezTo>
                  <a:cubicBezTo>
                    <a:pt x="18204" y="313"/>
                    <a:pt x="19162" y="165"/>
                    <a:pt x="20133" y="85"/>
                  </a:cubicBezTo>
                  <a:cubicBezTo>
                    <a:pt x="21104" y="-2"/>
                    <a:pt x="22068" y="-22"/>
                    <a:pt x="23040" y="25"/>
                  </a:cubicBezTo>
                  <a:cubicBezTo>
                    <a:pt x="24010" y="72"/>
                    <a:pt x="24975" y="179"/>
                    <a:pt x="25933" y="353"/>
                  </a:cubicBezTo>
                  <a:cubicBezTo>
                    <a:pt x="26891" y="527"/>
                    <a:pt x="27828" y="761"/>
                    <a:pt x="28759" y="1056"/>
                  </a:cubicBezTo>
                  <a:cubicBezTo>
                    <a:pt x="29683" y="1358"/>
                    <a:pt x="30587" y="1712"/>
                    <a:pt x="31465" y="2128"/>
                  </a:cubicBezTo>
                  <a:cubicBezTo>
                    <a:pt x="32342" y="2550"/>
                    <a:pt x="33186" y="3018"/>
                    <a:pt x="34003" y="3547"/>
                  </a:cubicBezTo>
                  <a:cubicBezTo>
                    <a:pt x="34820" y="4076"/>
                    <a:pt x="35597" y="4659"/>
                    <a:pt x="36334" y="5289"/>
                  </a:cubicBezTo>
                  <a:cubicBezTo>
                    <a:pt x="37077" y="5925"/>
                    <a:pt x="37767" y="6601"/>
                    <a:pt x="38416" y="7325"/>
                  </a:cubicBezTo>
                  <a:cubicBezTo>
                    <a:pt x="39066" y="8048"/>
                    <a:pt x="39662" y="8811"/>
                    <a:pt x="40211" y="9615"/>
                  </a:cubicBezTo>
                  <a:cubicBezTo>
                    <a:pt x="40761" y="10419"/>
                    <a:pt x="41256" y="11256"/>
                    <a:pt x="41691" y="12120"/>
                  </a:cubicBezTo>
                  <a:cubicBezTo>
                    <a:pt x="42127" y="12991"/>
                    <a:pt x="42508" y="13888"/>
                    <a:pt x="42823" y="14806"/>
                  </a:cubicBezTo>
                  <a:cubicBezTo>
                    <a:pt x="43138" y="15723"/>
                    <a:pt x="43399" y="16654"/>
                    <a:pt x="43593" y="17612"/>
                  </a:cubicBezTo>
                  <a:cubicBezTo>
                    <a:pt x="43787" y="18563"/>
                    <a:pt x="43915" y="19520"/>
                    <a:pt x="43989" y="20492"/>
                  </a:cubicBezTo>
                  <a:cubicBezTo>
                    <a:pt x="44056" y="21462"/>
                    <a:pt x="44056" y="22434"/>
                    <a:pt x="43995" y="23405"/>
                  </a:cubicBezTo>
                  <a:cubicBezTo>
                    <a:pt x="43935" y="24376"/>
                    <a:pt x="43808" y="25334"/>
                    <a:pt x="43620" y="26291"/>
                  </a:cubicBezTo>
                  <a:cubicBezTo>
                    <a:pt x="43433" y="27249"/>
                    <a:pt x="43185" y="28187"/>
                    <a:pt x="42870" y="29104"/>
                  </a:cubicBezTo>
                  <a:cubicBezTo>
                    <a:pt x="42555" y="30022"/>
                    <a:pt x="42180" y="30919"/>
                    <a:pt x="41752" y="31790"/>
                  </a:cubicBezTo>
                  <a:cubicBezTo>
                    <a:pt x="41316" y="32660"/>
                    <a:pt x="40834" y="33497"/>
                    <a:pt x="40292" y="34308"/>
                  </a:cubicBezTo>
                  <a:cubicBezTo>
                    <a:pt x="39749" y="35118"/>
                    <a:pt x="39153" y="35882"/>
                    <a:pt x="38510" y="36612"/>
                  </a:cubicBezTo>
                  <a:cubicBezTo>
                    <a:pt x="37861" y="37342"/>
                    <a:pt x="37171" y="38018"/>
                    <a:pt x="36441" y="38654"/>
                  </a:cubicBezTo>
                  <a:cubicBezTo>
                    <a:pt x="35704" y="39291"/>
                    <a:pt x="34927" y="39880"/>
                    <a:pt x="34117" y="40416"/>
                  </a:cubicBezTo>
                  <a:cubicBezTo>
                    <a:pt x="33306" y="40945"/>
                    <a:pt x="32463" y="41427"/>
                    <a:pt x="31585" y="41849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6157C4BE-48AF-FE82-1823-71CAB91DA18D}"/>
                </a:ext>
              </a:extLst>
            </p:cNvPr>
            <p:cNvSpPr/>
            <p:nvPr/>
          </p:nvSpPr>
          <p:spPr>
            <a:xfrm>
              <a:off x="688924" y="4053696"/>
              <a:ext cx="104357" cy="104359"/>
            </a:xfrm>
            <a:custGeom>
              <a:avLst/>
              <a:gdLst>
                <a:gd name="connsiteX0" fmla="*/ 69859 w 104357"/>
                <a:gd name="connsiteY0" fmla="*/ 101270 h 104359"/>
                <a:gd name="connsiteX1" fmla="*/ 67448 w 104357"/>
                <a:gd name="connsiteY1" fmla="*/ 102074 h 104359"/>
                <a:gd name="connsiteX2" fmla="*/ 64997 w 104357"/>
                <a:gd name="connsiteY2" fmla="*/ 102757 h 104359"/>
                <a:gd name="connsiteX3" fmla="*/ 62519 w 104357"/>
                <a:gd name="connsiteY3" fmla="*/ 103320 h 104359"/>
                <a:gd name="connsiteX4" fmla="*/ 60014 w 104357"/>
                <a:gd name="connsiteY4" fmla="*/ 103768 h 104359"/>
                <a:gd name="connsiteX5" fmla="*/ 57489 w 104357"/>
                <a:gd name="connsiteY5" fmla="*/ 104083 h 104359"/>
                <a:gd name="connsiteX6" fmla="*/ 54951 w 104357"/>
                <a:gd name="connsiteY6" fmla="*/ 104284 h 104359"/>
                <a:gd name="connsiteX7" fmla="*/ 52413 w 104357"/>
                <a:gd name="connsiteY7" fmla="*/ 104358 h 104359"/>
                <a:gd name="connsiteX8" fmla="*/ 49868 w 104357"/>
                <a:gd name="connsiteY8" fmla="*/ 104304 h 104359"/>
                <a:gd name="connsiteX9" fmla="*/ 47329 w 104357"/>
                <a:gd name="connsiteY9" fmla="*/ 104130 h 104359"/>
                <a:gd name="connsiteX10" fmla="*/ 44805 w 104357"/>
                <a:gd name="connsiteY10" fmla="*/ 103835 h 104359"/>
                <a:gd name="connsiteX11" fmla="*/ 42293 w 104357"/>
                <a:gd name="connsiteY11" fmla="*/ 103413 h 104359"/>
                <a:gd name="connsiteX12" fmla="*/ 39808 w 104357"/>
                <a:gd name="connsiteY12" fmla="*/ 102871 h 104359"/>
                <a:gd name="connsiteX13" fmla="*/ 37357 w 104357"/>
                <a:gd name="connsiteY13" fmla="*/ 102208 h 104359"/>
                <a:gd name="connsiteX14" fmla="*/ 34933 w 104357"/>
                <a:gd name="connsiteY14" fmla="*/ 101424 h 104359"/>
                <a:gd name="connsiteX15" fmla="*/ 32555 w 104357"/>
                <a:gd name="connsiteY15" fmla="*/ 100527 h 104359"/>
                <a:gd name="connsiteX16" fmla="*/ 30225 w 104357"/>
                <a:gd name="connsiteY16" fmla="*/ 99516 h 104359"/>
                <a:gd name="connsiteX17" fmla="*/ 27941 w 104357"/>
                <a:gd name="connsiteY17" fmla="*/ 98384 h 104359"/>
                <a:gd name="connsiteX18" fmla="*/ 25717 w 104357"/>
                <a:gd name="connsiteY18" fmla="*/ 97151 h 104359"/>
                <a:gd name="connsiteX19" fmla="*/ 23561 w 104357"/>
                <a:gd name="connsiteY19" fmla="*/ 95805 h 104359"/>
                <a:gd name="connsiteX20" fmla="*/ 21471 w 104357"/>
                <a:gd name="connsiteY20" fmla="*/ 94359 h 104359"/>
                <a:gd name="connsiteX21" fmla="*/ 19449 w 104357"/>
                <a:gd name="connsiteY21" fmla="*/ 92818 h 104359"/>
                <a:gd name="connsiteX22" fmla="*/ 17506 w 104357"/>
                <a:gd name="connsiteY22" fmla="*/ 91171 h 104359"/>
                <a:gd name="connsiteX23" fmla="*/ 15651 w 104357"/>
                <a:gd name="connsiteY23" fmla="*/ 89436 h 104359"/>
                <a:gd name="connsiteX24" fmla="*/ 13876 w 104357"/>
                <a:gd name="connsiteY24" fmla="*/ 87615 h 104359"/>
                <a:gd name="connsiteX25" fmla="*/ 12195 w 104357"/>
                <a:gd name="connsiteY25" fmla="*/ 85706 h 104359"/>
                <a:gd name="connsiteX26" fmla="*/ 10608 w 104357"/>
                <a:gd name="connsiteY26" fmla="*/ 83717 h 104359"/>
                <a:gd name="connsiteX27" fmla="*/ 9121 w 104357"/>
                <a:gd name="connsiteY27" fmla="*/ 81654 h 104359"/>
                <a:gd name="connsiteX28" fmla="*/ 7735 w 104357"/>
                <a:gd name="connsiteY28" fmla="*/ 79517 h 104359"/>
                <a:gd name="connsiteX29" fmla="*/ 6456 w 104357"/>
                <a:gd name="connsiteY29" fmla="*/ 77321 h 104359"/>
                <a:gd name="connsiteX30" fmla="*/ 5284 w 104357"/>
                <a:gd name="connsiteY30" fmla="*/ 75064 h 104359"/>
                <a:gd name="connsiteX31" fmla="*/ 4226 w 104357"/>
                <a:gd name="connsiteY31" fmla="*/ 72754 h 104359"/>
                <a:gd name="connsiteX32" fmla="*/ 3281 w 104357"/>
                <a:gd name="connsiteY32" fmla="*/ 70389 h 104359"/>
                <a:gd name="connsiteX33" fmla="*/ 2451 w 104357"/>
                <a:gd name="connsiteY33" fmla="*/ 67985 h 104359"/>
                <a:gd name="connsiteX34" fmla="*/ 1741 w 104357"/>
                <a:gd name="connsiteY34" fmla="*/ 65540 h 104359"/>
                <a:gd name="connsiteX35" fmla="*/ 1152 w 104357"/>
                <a:gd name="connsiteY35" fmla="*/ 63069 h 104359"/>
                <a:gd name="connsiteX36" fmla="*/ 683 w 104357"/>
                <a:gd name="connsiteY36" fmla="*/ 60571 h 104359"/>
                <a:gd name="connsiteX37" fmla="*/ 335 w 104357"/>
                <a:gd name="connsiteY37" fmla="*/ 58053 h 104359"/>
                <a:gd name="connsiteX38" fmla="*/ 107 w 104357"/>
                <a:gd name="connsiteY38" fmla="*/ 55514 h 104359"/>
                <a:gd name="connsiteX39" fmla="*/ 7 w 104357"/>
                <a:gd name="connsiteY39" fmla="*/ 52976 h 104359"/>
                <a:gd name="connsiteX40" fmla="*/ 33 w 104357"/>
                <a:gd name="connsiteY40" fmla="*/ 50431 h 104359"/>
                <a:gd name="connsiteX41" fmla="*/ 181 w 104357"/>
                <a:gd name="connsiteY41" fmla="*/ 47893 h 104359"/>
                <a:gd name="connsiteX42" fmla="*/ 448 w 104357"/>
                <a:gd name="connsiteY42" fmla="*/ 45362 h 104359"/>
                <a:gd name="connsiteX43" fmla="*/ 844 w 104357"/>
                <a:gd name="connsiteY43" fmla="*/ 42850 h 104359"/>
                <a:gd name="connsiteX44" fmla="*/ 1359 w 104357"/>
                <a:gd name="connsiteY44" fmla="*/ 40359 h 104359"/>
                <a:gd name="connsiteX45" fmla="*/ 1996 w 104357"/>
                <a:gd name="connsiteY45" fmla="*/ 37901 h 104359"/>
                <a:gd name="connsiteX46" fmla="*/ 2752 w 104357"/>
                <a:gd name="connsiteY46" fmla="*/ 35470 h 104359"/>
                <a:gd name="connsiteX47" fmla="*/ 3623 w 104357"/>
                <a:gd name="connsiteY47" fmla="*/ 33079 h 104359"/>
                <a:gd name="connsiteX48" fmla="*/ 4614 w 104357"/>
                <a:gd name="connsiteY48" fmla="*/ 30741 h 104359"/>
                <a:gd name="connsiteX49" fmla="*/ 5713 w 104357"/>
                <a:gd name="connsiteY49" fmla="*/ 28444 h 104359"/>
                <a:gd name="connsiteX50" fmla="*/ 6925 w 104357"/>
                <a:gd name="connsiteY50" fmla="*/ 26207 h 104359"/>
                <a:gd name="connsiteX51" fmla="*/ 8244 w 104357"/>
                <a:gd name="connsiteY51" fmla="*/ 24037 h 104359"/>
                <a:gd name="connsiteX52" fmla="*/ 9664 w 104357"/>
                <a:gd name="connsiteY52" fmla="*/ 21928 h 104359"/>
                <a:gd name="connsiteX53" fmla="*/ 11191 w 104357"/>
                <a:gd name="connsiteY53" fmla="*/ 19892 h 104359"/>
                <a:gd name="connsiteX54" fmla="*/ 12812 w 104357"/>
                <a:gd name="connsiteY54" fmla="*/ 17936 h 104359"/>
                <a:gd name="connsiteX55" fmla="*/ 14526 w 104357"/>
                <a:gd name="connsiteY55" fmla="*/ 16054 h 104359"/>
                <a:gd name="connsiteX56" fmla="*/ 16334 w 104357"/>
                <a:gd name="connsiteY56" fmla="*/ 14266 h 104359"/>
                <a:gd name="connsiteX57" fmla="*/ 18223 w 104357"/>
                <a:gd name="connsiteY57" fmla="*/ 12565 h 104359"/>
                <a:gd name="connsiteX58" fmla="*/ 20192 w 104357"/>
                <a:gd name="connsiteY58" fmla="*/ 10957 h 104359"/>
                <a:gd name="connsiteX59" fmla="*/ 22241 w 104357"/>
                <a:gd name="connsiteY59" fmla="*/ 9444 h 104359"/>
                <a:gd name="connsiteX60" fmla="*/ 24358 w 104357"/>
                <a:gd name="connsiteY60" fmla="*/ 8038 h 104359"/>
                <a:gd name="connsiteX61" fmla="*/ 26541 w 104357"/>
                <a:gd name="connsiteY61" fmla="*/ 6732 h 104359"/>
                <a:gd name="connsiteX62" fmla="*/ 28785 w 104357"/>
                <a:gd name="connsiteY62" fmla="*/ 5540 h 104359"/>
                <a:gd name="connsiteX63" fmla="*/ 31088 w 104357"/>
                <a:gd name="connsiteY63" fmla="*/ 4455 h 104359"/>
                <a:gd name="connsiteX64" fmla="*/ 33439 w 104357"/>
                <a:gd name="connsiteY64" fmla="*/ 3484 h 104359"/>
                <a:gd name="connsiteX65" fmla="*/ 36687 w 104357"/>
                <a:gd name="connsiteY65" fmla="*/ 2352 h 104359"/>
                <a:gd name="connsiteX66" fmla="*/ 40002 w 104357"/>
                <a:gd name="connsiteY66" fmla="*/ 1441 h 104359"/>
                <a:gd name="connsiteX67" fmla="*/ 43371 w 104357"/>
                <a:gd name="connsiteY67" fmla="*/ 751 h 104359"/>
                <a:gd name="connsiteX68" fmla="*/ 46774 w 104357"/>
                <a:gd name="connsiteY68" fmla="*/ 282 h 104359"/>
                <a:gd name="connsiteX69" fmla="*/ 50202 w 104357"/>
                <a:gd name="connsiteY69" fmla="*/ 41 h 104359"/>
                <a:gd name="connsiteX70" fmla="*/ 53645 w 104357"/>
                <a:gd name="connsiteY70" fmla="*/ 21 h 104359"/>
                <a:gd name="connsiteX71" fmla="*/ 57074 w 104357"/>
                <a:gd name="connsiteY71" fmla="*/ 235 h 104359"/>
                <a:gd name="connsiteX72" fmla="*/ 60483 w 104357"/>
                <a:gd name="connsiteY72" fmla="*/ 671 h 104359"/>
                <a:gd name="connsiteX73" fmla="*/ 63858 w 104357"/>
                <a:gd name="connsiteY73" fmla="*/ 1327 h 104359"/>
                <a:gd name="connsiteX74" fmla="*/ 67187 w 104357"/>
                <a:gd name="connsiteY74" fmla="*/ 2204 h 104359"/>
                <a:gd name="connsiteX75" fmla="*/ 70442 w 104357"/>
                <a:gd name="connsiteY75" fmla="*/ 3302 h 104359"/>
                <a:gd name="connsiteX76" fmla="*/ 73623 w 104357"/>
                <a:gd name="connsiteY76" fmla="*/ 4608 h 104359"/>
                <a:gd name="connsiteX77" fmla="*/ 76710 w 104357"/>
                <a:gd name="connsiteY77" fmla="*/ 6129 h 104359"/>
                <a:gd name="connsiteX78" fmla="*/ 79690 w 104357"/>
                <a:gd name="connsiteY78" fmla="*/ 7843 h 104359"/>
                <a:gd name="connsiteX79" fmla="*/ 82550 w 104357"/>
                <a:gd name="connsiteY79" fmla="*/ 9752 h 104359"/>
                <a:gd name="connsiteX80" fmla="*/ 85276 w 104357"/>
                <a:gd name="connsiteY80" fmla="*/ 11842 h 104359"/>
                <a:gd name="connsiteX81" fmla="*/ 87861 w 104357"/>
                <a:gd name="connsiteY81" fmla="*/ 14105 h 104359"/>
                <a:gd name="connsiteX82" fmla="*/ 90292 w 104357"/>
                <a:gd name="connsiteY82" fmla="*/ 16543 h 104359"/>
                <a:gd name="connsiteX83" fmla="*/ 92556 w 104357"/>
                <a:gd name="connsiteY83" fmla="*/ 19128 h 104359"/>
                <a:gd name="connsiteX84" fmla="*/ 94645 w 104357"/>
                <a:gd name="connsiteY84" fmla="*/ 21861 h 104359"/>
                <a:gd name="connsiteX85" fmla="*/ 96547 w 104357"/>
                <a:gd name="connsiteY85" fmla="*/ 24720 h 104359"/>
                <a:gd name="connsiteX86" fmla="*/ 98262 w 104357"/>
                <a:gd name="connsiteY86" fmla="*/ 27701 h 104359"/>
                <a:gd name="connsiteX87" fmla="*/ 99769 w 104357"/>
                <a:gd name="connsiteY87" fmla="*/ 30788 h 104359"/>
                <a:gd name="connsiteX88" fmla="*/ 101075 w 104357"/>
                <a:gd name="connsiteY88" fmla="*/ 33970 h 104359"/>
                <a:gd name="connsiteX89" fmla="*/ 102173 w 104357"/>
                <a:gd name="connsiteY89" fmla="*/ 37231 h 104359"/>
                <a:gd name="connsiteX90" fmla="*/ 103044 w 104357"/>
                <a:gd name="connsiteY90" fmla="*/ 40553 h 104359"/>
                <a:gd name="connsiteX91" fmla="*/ 103700 w 104357"/>
                <a:gd name="connsiteY91" fmla="*/ 43928 h 104359"/>
                <a:gd name="connsiteX92" fmla="*/ 104135 w 104357"/>
                <a:gd name="connsiteY92" fmla="*/ 47344 h 104359"/>
                <a:gd name="connsiteX93" fmla="*/ 104337 w 104357"/>
                <a:gd name="connsiteY93" fmla="*/ 50773 h 104359"/>
                <a:gd name="connsiteX94" fmla="*/ 104316 w 104357"/>
                <a:gd name="connsiteY94" fmla="*/ 54208 h 104359"/>
                <a:gd name="connsiteX95" fmla="*/ 104069 w 104357"/>
                <a:gd name="connsiteY95" fmla="*/ 57638 h 104359"/>
                <a:gd name="connsiteX96" fmla="*/ 103600 w 104357"/>
                <a:gd name="connsiteY96" fmla="*/ 61046 h 104359"/>
                <a:gd name="connsiteX97" fmla="*/ 102903 w 104357"/>
                <a:gd name="connsiteY97" fmla="*/ 64415 h 104359"/>
                <a:gd name="connsiteX98" fmla="*/ 101986 w 104357"/>
                <a:gd name="connsiteY98" fmla="*/ 67724 h 104359"/>
                <a:gd name="connsiteX99" fmla="*/ 100854 w 104357"/>
                <a:gd name="connsiteY99" fmla="*/ 70972 h 104359"/>
                <a:gd name="connsiteX100" fmla="*/ 99515 w 104357"/>
                <a:gd name="connsiteY100" fmla="*/ 74140 h 104359"/>
                <a:gd name="connsiteX101" fmla="*/ 97967 w 104357"/>
                <a:gd name="connsiteY101" fmla="*/ 77207 h 104359"/>
                <a:gd name="connsiteX102" fmla="*/ 96219 w 104357"/>
                <a:gd name="connsiteY102" fmla="*/ 80167 h 104359"/>
                <a:gd name="connsiteX103" fmla="*/ 94277 w 104357"/>
                <a:gd name="connsiteY103" fmla="*/ 83007 h 104359"/>
                <a:gd name="connsiteX104" fmla="*/ 92154 w 104357"/>
                <a:gd name="connsiteY104" fmla="*/ 85713 h 104359"/>
                <a:gd name="connsiteX105" fmla="*/ 89864 w 104357"/>
                <a:gd name="connsiteY105" fmla="*/ 88271 h 104359"/>
                <a:gd name="connsiteX106" fmla="*/ 87406 w 104357"/>
                <a:gd name="connsiteY106" fmla="*/ 90675 h 104359"/>
                <a:gd name="connsiteX107" fmla="*/ 84794 w 104357"/>
                <a:gd name="connsiteY107" fmla="*/ 92912 h 104359"/>
                <a:gd name="connsiteX108" fmla="*/ 82041 w 104357"/>
                <a:gd name="connsiteY108" fmla="*/ 94968 h 104359"/>
                <a:gd name="connsiteX109" fmla="*/ 79155 w 104357"/>
                <a:gd name="connsiteY109" fmla="*/ 96843 h 104359"/>
                <a:gd name="connsiteX110" fmla="*/ 76154 w 104357"/>
                <a:gd name="connsiteY110" fmla="*/ 98524 h 104359"/>
                <a:gd name="connsiteX111" fmla="*/ 73053 w 104357"/>
                <a:gd name="connsiteY111" fmla="*/ 99998 h 104359"/>
                <a:gd name="connsiteX112" fmla="*/ 69859 w 104357"/>
                <a:gd name="connsiteY112" fmla="*/ 101270 h 104359"/>
                <a:gd name="connsiteX113" fmla="*/ 28269 w 104357"/>
                <a:gd name="connsiteY113" fmla="*/ 80629 h 104359"/>
                <a:gd name="connsiteX114" fmla="*/ 44517 w 104357"/>
                <a:gd name="connsiteY114" fmla="*/ 85900 h 104359"/>
                <a:gd name="connsiteX115" fmla="*/ 76503 w 104357"/>
                <a:gd name="connsiteY115" fmla="*/ 80797 h 104359"/>
                <a:gd name="connsiteX116" fmla="*/ 86086 w 104357"/>
                <a:gd name="connsiteY116" fmla="*/ 60490 h 104359"/>
                <a:gd name="connsiteX117" fmla="*/ 75491 w 104357"/>
                <a:gd name="connsiteY117" fmla="*/ 29161 h 104359"/>
                <a:gd name="connsiteX118" fmla="*/ 49251 w 104357"/>
                <a:gd name="connsiteY118" fmla="*/ 16536 h 104359"/>
                <a:gd name="connsiteX119" fmla="*/ 17339 w 104357"/>
                <a:gd name="connsiteY119" fmla="*/ 33045 h 104359"/>
                <a:gd name="connsiteX120" fmla="*/ 28269 w 104357"/>
                <a:gd name="connsiteY120" fmla="*/ 80629 h 10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04357" h="104359">
                  <a:moveTo>
                    <a:pt x="69859" y="101270"/>
                  </a:moveTo>
                  <a:cubicBezTo>
                    <a:pt x="69062" y="101558"/>
                    <a:pt x="68258" y="101826"/>
                    <a:pt x="67448" y="102074"/>
                  </a:cubicBezTo>
                  <a:cubicBezTo>
                    <a:pt x="66637" y="102322"/>
                    <a:pt x="65821" y="102549"/>
                    <a:pt x="64997" y="102757"/>
                  </a:cubicBezTo>
                  <a:cubicBezTo>
                    <a:pt x="64173" y="102965"/>
                    <a:pt x="63349" y="103152"/>
                    <a:pt x="62519" y="103320"/>
                  </a:cubicBezTo>
                  <a:cubicBezTo>
                    <a:pt x="61682" y="103487"/>
                    <a:pt x="60851" y="103641"/>
                    <a:pt x="60014" y="103768"/>
                  </a:cubicBezTo>
                  <a:cubicBezTo>
                    <a:pt x="59177" y="103896"/>
                    <a:pt x="58333" y="103996"/>
                    <a:pt x="57489" y="104083"/>
                  </a:cubicBezTo>
                  <a:cubicBezTo>
                    <a:pt x="56645" y="104170"/>
                    <a:pt x="55801" y="104237"/>
                    <a:pt x="54951" y="104284"/>
                  </a:cubicBezTo>
                  <a:cubicBezTo>
                    <a:pt x="54107" y="104331"/>
                    <a:pt x="53263" y="104351"/>
                    <a:pt x="52413" y="104358"/>
                  </a:cubicBezTo>
                  <a:cubicBezTo>
                    <a:pt x="51562" y="104364"/>
                    <a:pt x="50718" y="104344"/>
                    <a:pt x="49868" y="104304"/>
                  </a:cubicBezTo>
                  <a:cubicBezTo>
                    <a:pt x="49017" y="104271"/>
                    <a:pt x="48173" y="104210"/>
                    <a:pt x="47329" y="104130"/>
                  </a:cubicBezTo>
                  <a:cubicBezTo>
                    <a:pt x="46486" y="104050"/>
                    <a:pt x="45642" y="103949"/>
                    <a:pt x="44805" y="103835"/>
                  </a:cubicBezTo>
                  <a:cubicBezTo>
                    <a:pt x="43967" y="103715"/>
                    <a:pt x="43130" y="103574"/>
                    <a:pt x="42293" y="103413"/>
                  </a:cubicBezTo>
                  <a:cubicBezTo>
                    <a:pt x="41463" y="103253"/>
                    <a:pt x="40632" y="103072"/>
                    <a:pt x="39808" y="102871"/>
                  </a:cubicBezTo>
                  <a:cubicBezTo>
                    <a:pt x="38984" y="102670"/>
                    <a:pt x="38168" y="102449"/>
                    <a:pt x="37357" y="102208"/>
                  </a:cubicBezTo>
                  <a:cubicBezTo>
                    <a:pt x="36547" y="101967"/>
                    <a:pt x="35736" y="101706"/>
                    <a:pt x="34933" y="101424"/>
                  </a:cubicBezTo>
                  <a:cubicBezTo>
                    <a:pt x="34136" y="101143"/>
                    <a:pt x="33339" y="100842"/>
                    <a:pt x="32555" y="100527"/>
                  </a:cubicBezTo>
                  <a:cubicBezTo>
                    <a:pt x="31772" y="100206"/>
                    <a:pt x="30995" y="99870"/>
                    <a:pt x="30225" y="99516"/>
                  </a:cubicBezTo>
                  <a:cubicBezTo>
                    <a:pt x="29454" y="99161"/>
                    <a:pt x="28691" y="98779"/>
                    <a:pt x="27941" y="98384"/>
                  </a:cubicBezTo>
                  <a:cubicBezTo>
                    <a:pt x="27191" y="97988"/>
                    <a:pt x="26447" y="97580"/>
                    <a:pt x="25717" y="97151"/>
                  </a:cubicBezTo>
                  <a:cubicBezTo>
                    <a:pt x="24987" y="96723"/>
                    <a:pt x="24271" y="96274"/>
                    <a:pt x="23561" y="95805"/>
                  </a:cubicBezTo>
                  <a:cubicBezTo>
                    <a:pt x="22851" y="95343"/>
                    <a:pt x="22154" y="94861"/>
                    <a:pt x="21471" y="94359"/>
                  </a:cubicBezTo>
                  <a:cubicBezTo>
                    <a:pt x="20781" y="93863"/>
                    <a:pt x="20112" y="93347"/>
                    <a:pt x="19449" y="92818"/>
                  </a:cubicBezTo>
                  <a:cubicBezTo>
                    <a:pt x="18786" y="92282"/>
                    <a:pt x="18143" y="91733"/>
                    <a:pt x="17506" y="91171"/>
                  </a:cubicBezTo>
                  <a:cubicBezTo>
                    <a:pt x="16870" y="90608"/>
                    <a:pt x="16254" y="90032"/>
                    <a:pt x="15651" y="89436"/>
                  </a:cubicBezTo>
                  <a:cubicBezTo>
                    <a:pt x="15042" y="88840"/>
                    <a:pt x="14452" y="88237"/>
                    <a:pt x="13876" y="87615"/>
                  </a:cubicBezTo>
                  <a:cubicBezTo>
                    <a:pt x="13300" y="86992"/>
                    <a:pt x="12738" y="86355"/>
                    <a:pt x="12195" y="85706"/>
                  </a:cubicBezTo>
                  <a:cubicBezTo>
                    <a:pt x="11653" y="85056"/>
                    <a:pt x="11124" y="84393"/>
                    <a:pt x="10608" y="83717"/>
                  </a:cubicBezTo>
                  <a:cubicBezTo>
                    <a:pt x="10092" y="83040"/>
                    <a:pt x="9597" y="82351"/>
                    <a:pt x="9121" y="81654"/>
                  </a:cubicBezTo>
                  <a:cubicBezTo>
                    <a:pt x="8646" y="80951"/>
                    <a:pt x="8184" y="80241"/>
                    <a:pt x="7735" y="79517"/>
                  </a:cubicBezTo>
                  <a:cubicBezTo>
                    <a:pt x="7293" y="78794"/>
                    <a:pt x="6864" y="78064"/>
                    <a:pt x="6456" y="77321"/>
                  </a:cubicBezTo>
                  <a:cubicBezTo>
                    <a:pt x="6047" y="76578"/>
                    <a:pt x="5659" y="75820"/>
                    <a:pt x="5284" y="75064"/>
                  </a:cubicBezTo>
                  <a:cubicBezTo>
                    <a:pt x="4916" y="74300"/>
                    <a:pt x="4561" y="73530"/>
                    <a:pt x="4226" y="72754"/>
                  </a:cubicBezTo>
                  <a:cubicBezTo>
                    <a:pt x="3891" y="71970"/>
                    <a:pt x="3576" y="71186"/>
                    <a:pt x="3281" y="70389"/>
                  </a:cubicBezTo>
                  <a:cubicBezTo>
                    <a:pt x="2987" y="69592"/>
                    <a:pt x="2712" y="68795"/>
                    <a:pt x="2451" y="67985"/>
                  </a:cubicBezTo>
                  <a:cubicBezTo>
                    <a:pt x="2196" y="67175"/>
                    <a:pt x="1962" y="66364"/>
                    <a:pt x="1741" y="65540"/>
                  </a:cubicBezTo>
                  <a:cubicBezTo>
                    <a:pt x="1520" y="64723"/>
                    <a:pt x="1326" y="63900"/>
                    <a:pt x="1152" y="63069"/>
                  </a:cubicBezTo>
                  <a:cubicBezTo>
                    <a:pt x="971" y="62239"/>
                    <a:pt x="817" y="61408"/>
                    <a:pt x="683" y="60571"/>
                  </a:cubicBezTo>
                  <a:cubicBezTo>
                    <a:pt x="542" y="59734"/>
                    <a:pt x="428" y="58890"/>
                    <a:pt x="335" y="58053"/>
                  </a:cubicBezTo>
                  <a:cubicBezTo>
                    <a:pt x="234" y="57209"/>
                    <a:pt x="160" y="56365"/>
                    <a:pt x="107" y="55514"/>
                  </a:cubicBezTo>
                  <a:cubicBezTo>
                    <a:pt x="53" y="54671"/>
                    <a:pt x="20" y="53827"/>
                    <a:pt x="7" y="52976"/>
                  </a:cubicBezTo>
                  <a:cubicBezTo>
                    <a:pt x="-7" y="52126"/>
                    <a:pt x="0" y="51282"/>
                    <a:pt x="33" y="50431"/>
                  </a:cubicBezTo>
                  <a:cubicBezTo>
                    <a:pt x="60" y="49581"/>
                    <a:pt x="107" y="48737"/>
                    <a:pt x="181" y="47893"/>
                  </a:cubicBezTo>
                  <a:cubicBezTo>
                    <a:pt x="247" y="47049"/>
                    <a:pt x="335" y="46205"/>
                    <a:pt x="448" y="45362"/>
                  </a:cubicBezTo>
                  <a:cubicBezTo>
                    <a:pt x="562" y="44524"/>
                    <a:pt x="690" y="43687"/>
                    <a:pt x="844" y="42850"/>
                  </a:cubicBezTo>
                  <a:cubicBezTo>
                    <a:pt x="998" y="42013"/>
                    <a:pt x="1165" y="41182"/>
                    <a:pt x="1359" y="40359"/>
                  </a:cubicBezTo>
                  <a:cubicBezTo>
                    <a:pt x="1554" y="39535"/>
                    <a:pt x="1761" y="38711"/>
                    <a:pt x="1996" y="37901"/>
                  </a:cubicBezTo>
                  <a:cubicBezTo>
                    <a:pt x="2230" y="37084"/>
                    <a:pt x="2478" y="36273"/>
                    <a:pt x="2752" y="35470"/>
                  </a:cubicBezTo>
                  <a:cubicBezTo>
                    <a:pt x="3020" y="34666"/>
                    <a:pt x="3308" y="33869"/>
                    <a:pt x="3623" y="33079"/>
                  </a:cubicBezTo>
                  <a:cubicBezTo>
                    <a:pt x="3931" y="32295"/>
                    <a:pt x="4259" y="31512"/>
                    <a:pt x="4614" y="30741"/>
                  </a:cubicBezTo>
                  <a:cubicBezTo>
                    <a:pt x="4962" y="29964"/>
                    <a:pt x="5331" y="29201"/>
                    <a:pt x="5713" y="28444"/>
                  </a:cubicBezTo>
                  <a:cubicBezTo>
                    <a:pt x="6094" y="27688"/>
                    <a:pt x="6503" y="26944"/>
                    <a:pt x="6925" y="26207"/>
                  </a:cubicBezTo>
                  <a:cubicBezTo>
                    <a:pt x="7347" y="25477"/>
                    <a:pt x="7782" y="24754"/>
                    <a:pt x="8244" y="24037"/>
                  </a:cubicBezTo>
                  <a:cubicBezTo>
                    <a:pt x="8699" y="23321"/>
                    <a:pt x="9175" y="22618"/>
                    <a:pt x="9664" y="21928"/>
                  </a:cubicBezTo>
                  <a:cubicBezTo>
                    <a:pt x="10160" y="21238"/>
                    <a:pt x="10668" y="20555"/>
                    <a:pt x="11191" y="19892"/>
                  </a:cubicBezTo>
                  <a:cubicBezTo>
                    <a:pt x="11720" y="19229"/>
                    <a:pt x="12256" y="18572"/>
                    <a:pt x="12812" y="17936"/>
                  </a:cubicBezTo>
                  <a:cubicBezTo>
                    <a:pt x="13368" y="17293"/>
                    <a:pt x="13943" y="16664"/>
                    <a:pt x="14526" y="16054"/>
                  </a:cubicBezTo>
                  <a:cubicBezTo>
                    <a:pt x="15115" y="15445"/>
                    <a:pt x="15718" y="14849"/>
                    <a:pt x="16334" y="14266"/>
                  </a:cubicBezTo>
                  <a:cubicBezTo>
                    <a:pt x="16951" y="13684"/>
                    <a:pt x="17580" y="13114"/>
                    <a:pt x="18223" y="12565"/>
                  </a:cubicBezTo>
                  <a:cubicBezTo>
                    <a:pt x="18866" y="12009"/>
                    <a:pt x="19522" y="11473"/>
                    <a:pt x="20192" y="10957"/>
                  </a:cubicBezTo>
                  <a:cubicBezTo>
                    <a:pt x="20862" y="10435"/>
                    <a:pt x="21545" y="9933"/>
                    <a:pt x="22241" y="9444"/>
                  </a:cubicBezTo>
                  <a:cubicBezTo>
                    <a:pt x="22938" y="8955"/>
                    <a:pt x="23641" y="8486"/>
                    <a:pt x="24358" y="8038"/>
                  </a:cubicBezTo>
                  <a:cubicBezTo>
                    <a:pt x="25074" y="7589"/>
                    <a:pt x="25804" y="7153"/>
                    <a:pt x="26541" y="6732"/>
                  </a:cubicBezTo>
                  <a:cubicBezTo>
                    <a:pt x="27284" y="6316"/>
                    <a:pt x="28028" y="5921"/>
                    <a:pt x="28785" y="5540"/>
                  </a:cubicBezTo>
                  <a:cubicBezTo>
                    <a:pt x="29541" y="5158"/>
                    <a:pt x="30312" y="4796"/>
                    <a:pt x="31088" y="4455"/>
                  </a:cubicBezTo>
                  <a:cubicBezTo>
                    <a:pt x="31865" y="4113"/>
                    <a:pt x="32649" y="3785"/>
                    <a:pt x="33439" y="3484"/>
                  </a:cubicBezTo>
                  <a:cubicBezTo>
                    <a:pt x="34511" y="3075"/>
                    <a:pt x="35596" y="2693"/>
                    <a:pt x="36687" y="2352"/>
                  </a:cubicBezTo>
                  <a:cubicBezTo>
                    <a:pt x="37779" y="2010"/>
                    <a:pt x="38884" y="1709"/>
                    <a:pt x="40002" y="1441"/>
                  </a:cubicBezTo>
                  <a:cubicBezTo>
                    <a:pt x="41121" y="1173"/>
                    <a:pt x="42239" y="945"/>
                    <a:pt x="43371" y="751"/>
                  </a:cubicBezTo>
                  <a:cubicBezTo>
                    <a:pt x="44503" y="557"/>
                    <a:pt x="45635" y="403"/>
                    <a:pt x="46774" y="282"/>
                  </a:cubicBezTo>
                  <a:cubicBezTo>
                    <a:pt x="47919" y="161"/>
                    <a:pt x="49057" y="81"/>
                    <a:pt x="50202" y="41"/>
                  </a:cubicBezTo>
                  <a:cubicBezTo>
                    <a:pt x="51348" y="-6"/>
                    <a:pt x="52500" y="-13"/>
                    <a:pt x="53645" y="21"/>
                  </a:cubicBezTo>
                  <a:cubicBezTo>
                    <a:pt x="54790" y="54"/>
                    <a:pt x="55929" y="121"/>
                    <a:pt x="57074" y="235"/>
                  </a:cubicBezTo>
                  <a:cubicBezTo>
                    <a:pt x="58219" y="343"/>
                    <a:pt x="59351" y="490"/>
                    <a:pt x="60483" y="671"/>
                  </a:cubicBezTo>
                  <a:cubicBezTo>
                    <a:pt x="61614" y="851"/>
                    <a:pt x="62740" y="1066"/>
                    <a:pt x="63858" y="1327"/>
                  </a:cubicBezTo>
                  <a:cubicBezTo>
                    <a:pt x="64977" y="1582"/>
                    <a:pt x="66088" y="1876"/>
                    <a:pt x="67187" y="2204"/>
                  </a:cubicBezTo>
                  <a:cubicBezTo>
                    <a:pt x="68285" y="2532"/>
                    <a:pt x="69370" y="2901"/>
                    <a:pt x="70442" y="3302"/>
                  </a:cubicBezTo>
                  <a:cubicBezTo>
                    <a:pt x="71520" y="3704"/>
                    <a:pt x="72578" y="4140"/>
                    <a:pt x="73623" y="4608"/>
                  </a:cubicBezTo>
                  <a:cubicBezTo>
                    <a:pt x="74668" y="5084"/>
                    <a:pt x="75699" y="5586"/>
                    <a:pt x="76710" y="6129"/>
                  </a:cubicBezTo>
                  <a:cubicBezTo>
                    <a:pt x="77721" y="6665"/>
                    <a:pt x="78713" y="7234"/>
                    <a:pt x="79690" y="7843"/>
                  </a:cubicBezTo>
                  <a:cubicBezTo>
                    <a:pt x="80662" y="8446"/>
                    <a:pt x="81619" y="9082"/>
                    <a:pt x="82550" y="9752"/>
                  </a:cubicBezTo>
                  <a:cubicBezTo>
                    <a:pt x="83481" y="10415"/>
                    <a:pt x="84385" y="11112"/>
                    <a:pt x="85276" y="11842"/>
                  </a:cubicBezTo>
                  <a:cubicBezTo>
                    <a:pt x="86160" y="12572"/>
                    <a:pt x="87024" y="13322"/>
                    <a:pt x="87861" y="14105"/>
                  </a:cubicBezTo>
                  <a:cubicBezTo>
                    <a:pt x="88698" y="14889"/>
                    <a:pt x="89509" y="15706"/>
                    <a:pt x="90292" y="16543"/>
                  </a:cubicBezTo>
                  <a:cubicBezTo>
                    <a:pt x="91076" y="17380"/>
                    <a:pt x="91826" y="18238"/>
                    <a:pt x="92556" y="19128"/>
                  </a:cubicBezTo>
                  <a:cubicBezTo>
                    <a:pt x="93279" y="20019"/>
                    <a:pt x="93976" y="20930"/>
                    <a:pt x="94645" y="21861"/>
                  </a:cubicBezTo>
                  <a:cubicBezTo>
                    <a:pt x="95308" y="22792"/>
                    <a:pt x="95945" y="23749"/>
                    <a:pt x="96547" y="24720"/>
                  </a:cubicBezTo>
                  <a:cubicBezTo>
                    <a:pt x="97150" y="25692"/>
                    <a:pt x="97720" y="26689"/>
                    <a:pt x="98262" y="27701"/>
                  </a:cubicBezTo>
                  <a:cubicBezTo>
                    <a:pt x="98798" y="28712"/>
                    <a:pt x="99300" y="29743"/>
                    <a:pt x="99769" y="30788"/>
                  </a:cubicBezTo>
                  <a:cubicBezTo>
                    <a:pt x="100244" y="31840"/>
                    <a:pt x="100680" y="32898"/>
                    <a:pt x="101075" y="33970"/>
                  </a:cubicBezTo>
                  <a:cubicBezTo>
                    <a:pt x="101477" y="35048"/>
                    <a:pt x="101845" y="36133"/>
                    <a:pt x="102173" y="37231"/>
                  </a:cubicBezTo>
                  <a:cubicBezTo>
                    <a:pt x="102501" y="38329"/>
                    <a:pt x="102789" y="39434"/>
                    <a:pt x="103044" y="40553"/>
                  </a:cubicBezTo>
                  <a:cubicBezTo>
                    <a:pt x="103305" y="41671"/>
                    <a:pt x="103519" y="42796"/>
                    <a:pt x="103700" y="43928"/>
                  </a:cubicBezTo>
                  <a:cubicBezTo>
                    <a:pt x="103881" y="45060"/>
                    <a:pt x="104028" y="46199"/>
                    <a:pt x="104135" y="47344"/>
                  </a:cubicBezTo>
                  <a:cubicBezTo>
                    <a:pt x="104236" y="48482"/>
                    <a:pt x="104303" y="49628"/>
                    <a:pt x="104337" y="50773"/>
                  </a:cubicBezTo>
                  <a:cubicBezTo>
                    <a:pt x="104370" y="51918"/>
                    <a:pt x="104363" y="53064"/>
                    <a:pt x="104316" y="54208"/>
                  </a:cubicBezTo>
                  <a:cubicBezTo>
                    <a:pt x="104270" y="55354"/>
                    <a:pt x="104189" y="56499"/>
                    <a:pt x="104069" y="57638"/>
                  </a:cubicBezTo>
                  <a:cubicBezTo>
                    <a:pt x="103955" y="58783"/>
                    <a:pt x="103794" y="59914"/>
                    <a:pt x="103600" y="61046"/>
                  </a:cubicBezTo>
                  <a:cubicBezTo>
                    <a:pt x="103406" y="62178"/>
                    <a:pt x="103171" y="63297"/>
                    <a:pt x="102903" y="64415"/>
                  </a:cubicBezTo>
                  <a:cubicBezTo>
                    <a:pt x="102635" y="65527"/>
                    <a:pt x="102327" y="66632"/>
                    <a:pt x="101986" y="67724"/>
                  </a:cubicBezTo>
                  <a:cubicBezTo>
                    <a:pt x="101644" y="68822"/>
                    <a:pt x="101269" y="69907"/>
                    <a:pt x="100854" y="70972"/>
                  </a:cubicBezTo>
                  <a:cubicBezTo>
                    <a:pt x="100445" y="72043"/>
                    <a:pt x="99997" y="73102"/>
                    <a:pt x="99515" y="74140"/>
                  </a:cubicBezTo>
                  <a:cubicBezTo>
                    <a:pt x="99032" y="75178"/>
                    <a:pt x="98516" y="76202"/>
                    <a:pt x="97967" y="77207"/>
                  </a:cubicBezTo>
                  <a:cubicBezTo>
                    <a:pt x="97411" y="78211"/>
                    <a:pt x="96829" y="79196"/>
                    <a:pt x="96219" y="80167"/>
                  </a:cubicBezTo>
                  <a:cubicBezTo>
                    <a:pt x="95603" y="81138"/>
                    <a:pt x="94954" y="82082"/>
                    <a:pt x="94277" y="83007"/>
                  </a:cubicBezTo>
                  <a:cubicBezTo>
                    <a:pt x="93601" y="83931"/>
                    <a:pt x="92891" y="84835"/>
                    <a:pt x="92154" y="85713"/>
                  </a:cubicBezTo>
                  <a:cubicBezTo>
                    <a:pt x="91417" y="86590"/>
                    <a:pt x="90654" y="87441"/>
                    <a:pt x="89864" y="88271"/>
                  </a:cubicBezTo>
                  <a:cubicBezTo>
                    <a:pt x="89067" y="89094"/>
                    <a:pt x="88250" y="89898"/>
                    <a:pt x="87406" y="90675"/>
                  </a:cubicBezTo>
                  <a:cubicBezTo>
                    <a:pt x="86555" y="91445"/>
                    <a:pt x="85685" y="92195"/>
                    <a:pt x="84794" y="92912"/>
                  </a:cubicBezTo>
                  <a:cubicBezTo>
                    <a:pt x="83896" y="93628"/>
                    <a:pt x="82979" y="94312"/>
                    <a:pt x="82041" y="94968"/>
                  </a:cubicBezTo>
                  <a:cubicBezTo>
                    <a:pt x="81097" y="95625"/>
                    <a:pt x="80139" y="96247"/>
                    <a:pt x="79155" y="96843"/>
                  </a:cubicBezTo>
                  <a:cubicBezTo>
                    <a:pt x="78170" y="97439"/>
                    <a:pt x="77172" y="97995"/>
                    <a:pt x="76154" y="98524"/>
                  </a:cubicBezTo>
                  <a:cubicBezTo>
                    <a:pt x="75136" y="99054"/>
                    <a:pt x="74105" y="99543"/>
                    <a:pt x="73053" y="99998"/>
                  </a:cubicBezTo>
                  <a:cubicBezTo>
                    <a:pt x="72002" y="100460"/>
                    <a:pt x="70937" y="100882"/>
                    <a:pt x="69859" y="101270"/>
                  </a:cubicBezTo>
                  <a:close/>
                  <a:moveTo>
                    <a:pt x="28269" y="80629"/>
                  </a:moveTo>
                  <a:cubicBezTo>
                    <a:pt x="33613" y="82786"/>
                    <a:pt x="38884" y="84621"/>
                    <a:pt x="44517" y="85900"/>
                  </a:cubicBezTo>
                  <a:cubicBezTo>
                    <a:pt x="55178" y="88324"/>
                    <a:pt x="67575" y="87829"/>
                    <a:pt x="76503" y="80797"/>
                  </a:cubicBezTo>
                  <a:cubicBezTo>
                    <a:pt x="82966" y="75707"/>
                    <a:pt x="85323" y="68373"/>
                    <a:pt x="86086" y="60490"/>
                  </a:cubicBezTo>
                  <a:cubicBezTo>
                    <a:pt x="87125" y="49741"/>
                    <a:pt x="82296" y="37318"/>
                    <a:pt x="75491" y="29161"/>
                  </a:cubicBezTo>
                  <a:cubicBezTo>
                    <a:pt x="68968" y="21352"/>
                    <a:pt x="59592" y="16463"/>
                    <a:pt x="49251" y="16536"/>
                  </a:cubicBezTo>
                  <a:cubicBezTo>
                    <a:pt x="35361" y="16637"/>
                    <a:pt x="26574" y="23609"/>
                    <a:pt x="17339" y="33045"/>
                  </a:cubicBezTo>
                  <a:cubicBezTo>
                    <a:pt x="15584" y="53693"/>
                    <a:pt x="16763" y="63417"/>
                    <a:pt x="28269" y="80629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66DC3529-8B38-C233-83B5-E14A32EEFA6B}"/>
                </a:ext>
              </a:extLst>
            </p:cNvPr>
            <p:cNvSpPr/>
            <p:nvPr/>
          </p:nvSpPr>
          <p:spPr>
            <a:xfrm>
              <a:off x="706263" y="4070231"/>
              <a:ext cx="68888" cy="70682"/>
            </a:xfrm>
            <a:custGeom>
              <a:avLst/>
              <a:gdLst>
                <a:gd name="connsiteX0" fmla="*/ 0 w 68888"/>
                <a:gd name="connsiteY0" fmla="*/ 16510 h 70682"/>
                <a:gd name="connsiteX1" fmla="*/ 31913 w 68888"/>
                <a:gd name="connsiteY1" fmla="*/ 1 h 70682"/>
                <a:gd name="connsiteX2" fmla="*/ 58152 w 68888"/>
                <a:gd name="connsiteY2" fmla="*/ 12625 h 70682"/>
                <a:gd name="connsiteX3" fmla="*/ 68748 w 68888"/>
                <a:gd name="connsiteY3" fmla="*/ 43955 h 70682"/>
                <a:gd name="connsiteX4" fmla="*/ 59164 w 68888"/>
                <a:gd name="connsiteY4" fmla="*/ 64261 h 70682"/>
                <a:gd name="connsiteX5" fmla="*/ 27178 w 68888"/>
                <a:gd name="connsiteY5" fmla="*/ 69364 h 70682"/>
                <a:gd name="connsiteX6" fmla="*/ 10930 w 68888"/>
                <a:gd name="connsiteY6" fmla="*/ 64094 h 70682"/>
                <a:gd name="connsiteX7" fmla="*/ 32274 w 68888"/>
                <a:gd name="connsiteY7" fmla="*/ 44384 h 70682"/>
                <a:gd name="connsiteX8" fmla="*/ 28376 w 68888"/>
                <a:gd name="connsiteY8" fmla="*/ 23046 h 70682"/>
                <a:gd name="connsiteX9" fmla="*/ 0 w 68888"/>
                <a:gd name="connsiteY9" fmla="*/ 16510 h 7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88" h="70682">
                  <a:moveTo>
                    <a:pt x="0" y="16510"/>
                  </a:moveTo>
                  <a:cubicBezTo>
                    <a:pt x="9236" y="7073"/>
                    <a:pt x="18022" y="101"/>
                    <a:pt x="31913" y="1"/>
                  </a:cubicBezTo>
                  <a:cubicBezTo>
                    <a:pt x="42253" y="-73"/>
                    <a:pt x="51629" y="4816"/>
                    <a:pt x="58152" y="12625"/>
                  </a:cubicBezTo>
                  <a:cubicBezTo>
                    <a:pt x="64957" y="20783"/>
                    <a:pt x="69786" y="33206"/>
                    <a:pt x="68748" y="43955"/>
                  </a:cubicBezTo>
                  <a:cubicBezTo>
                    <a:pt x="67984" y="51838"/>
                    <a:pt x="65627" y="59171"/>
                    <a:pt x="59164" y="64261"/>
                  </a:cubicBezTo>
                  <a:cubicBezTo>
                    <a:pt x="50236" y="71293"/>
                    <a:pt x="37840" y="71789"/>
                    <a:pt x="27178" y="69364"/>
                  </a:cubicBezTo>
                  <a:cubicBezTo>
                    <a:pt x="21545" y="68085"/>
                    <a:pt x="16274" y="66250"/>
                    <a:pt x="10930" y="64094"/>
                  </a:cubicBezTo>
                  <a:cubicBezTo>
                    <a:pt x="20755" y="59459"/>
                    <a:pt x="28490" y="55347"/>
                    <a:pt x="32274" y="44384"/>
                  </a:cubicBezTo>
                  <a:cubicBezTo>
                    <a:pt x="35576" y="34800"/>
                    <a:pt x="32642" y="31331"/>
                    <a:pt x="28376" y="23046"/>
                  </a:cubicBezTo>
                  <a:cubicBezTo>
                    <a:pt x="17507" y="16027"/>
                    <a:pt x="12685" y="16972"/>
                    <a:pt x="0" y="16510"/>
                  </a:cubicBezTo>
                  <a:close/>
                </a:path>
              </a:pathLst>
            </a:custGeom>
            <a:solidFill>
              <a:srgbClr val="F6AE5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86F67C0A-DE38-1624-3B52-07BAECC46909}"/>
                </a:ext>
              </a:extLst>
            </p:cNvPr>
            <p:cNvSpPr/>
            <p:nvPr/>
          </p:nvSpPr>
          <p:spPr>
            <a:xfrm>
              <a:off x="705607" y="4086741"/>
              <a:ext cx="34349" cy="47583"/>
            </a:xfrm>
            <a:custGeom>
              <a:avLst/>
              <a:gdLst>
                <a:gd name="connsiteX0" fmla="*/ 655 w 34349"/>
                <a:gd name="connsiteY0" fmla="*/ 0 h 47583"/>
                <a:gd name="connsiteX1" fmla="*/ 29032 w 34349"/>
                <a:gd name="connsiteY1" fmla="*/ 6537 h 47583"/>
                <a:gd name="connsiteX2" fmla="*/ 32929 w 34349"/>
                <a:gd name="connsiteY2" fmla="*/ 27874 h 47583"/>
                <a:gd name="connsiteX3" fmla="*/ 11585 w 34349"/>
                <a:gd name="connsiteY3" fmla="*/ 47584 h 47583"/>
                <a:gd name="connsiteX4" fmla="*/ 655 w 34349"/>
                <a:gd name="connsiteY4" fmla="*/ 0 h 47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49" h="47583">
                  <a:moveTo>
                    <a:pt x="655" y="0"/>
                  </a:moveTo>
                  <a:cubicBezTo>
                    <a:pt x="13340" y="462"/>
                    <a:pt x="18162" y="-482"/>
                    <a:pt x="29032" y="6537"/>
                  </a:cubicBezTo>
                  <a:cubicBezTo>
                    <a:pt x="33298" y="14821"/>
                    <a:pt x="36231" y="18290"/>
                    <a:pt x="32929" y="27874"/>
                  </a:cubicBezTo>
                  <a:cubicBezTo>
                    <a:pt x="29145" y="38838"/>
                    <a:pt x="21410" y="42949"/>
                    <a:pt x="11585" y="47584"/>
                  </a:cubicBezTo>
                  <a:cubicBezTo>
                    <a:pt x="79" y="30372"/>
                    <a:pt x="-1099" y="20648"/>
                    <a:pt x="655" y="0"/>
                  </a:cubicBezTo>
                  <a:close/>
                </a:path>
              </a:pathLst>
            </a:custGeom>
            <a:solidFill>
              <a:srgbClr val="F7E58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A5BB8912-03E1-A766-26A8-39E011ACD5A2}"/>
                </a:ext>
              </a:extLst>
            </p:cNvPr>
            <p:cNvSpPr/>
            <p:nvPr/>
          </p:nvSpPr>
          <p:spPr>
            <a:xfrm>
              <a:off x="1198913" y="4104564"/>
              <a:ext cx="149103" cy="162435"/>
            </a:xfrm>
            <a:custGeom>
              <a:avLst/>
              <a:gdLst>
                <a:gd name="connsiteX0" fmla="*/ 106293 w 149103"/>
                <a:gd name="connsiteY0" fmla="*/ 158382 h 162435"/>
                <a:gd name="connsiteX1" fmla="*/ 45234 w 149103"/>
                <a:gd name="connsiteY1" fmla="*/ 156828 h 162435"/>
                <a:gd name="connsiteX2" fmla="*/ 5526 w 149103"/>
                <a:gd name="connsiteY2" fmla="*/ 114073 h 162435"/>
                <a:gd name="connsiteX3" fmla="*/ 8265 w 149103"/>
                <a:gd name="connsiteY3" fmla="*/ 45895 h 162435"/>
                <a:gd name="connsiteX4" fmla="*/ 64114 w 149103"/>
                <a:gd name="connsiteY4" fmla="*/ 474 h 162435"/>
                <a:gd name="connsiteX5" fmla="*/ 126565 w 149103"/>
                <a:gd name="connsiteY5" fmla="*/ 17585 h 162435"/>
                <a:gd name="connsiteX6" fmla="*/ 149095 w 149103"/>
                <a:gd name="connsiteY6" fmla="*/ 73675 h 162435"/>
                <a:gd name="connsiteX7" fmla="*/ 120806 w 149103"/>
                <a:gd name="connsiteY7" fmla="*/ 145918 h 162435"/>
                <a:gd name="connsiteX8" fmla="*/ 106293 w 149103"/>
                <a:gd name="connsiteY8" fmla="*/ 158382 h 162435"/>
                <a:gd name="connsiteX9" fmla="*/ 66129 w 149103"/>
                <a:gd name="connsiteY9" fmla="*/ 16487 h 162435"/>
                <a:gd name="connsiteX10" fmla="*/ 22986 w 149103"/>
                <a:gd name="connsiteY10" fmla="*/ 65772 h 162435"/>
                <a:gd name="connsiteX11" fmla="*/ 22731 w 149103"/>
                <a:gd name="connsiteY11" fmla="*/ 88864 h 162435"/>
                <a:gd name="connsiteX12" fmla="*/ 31980 w 149103"/>
                <a:gd name="connsiteY12" fmla="*/ 110611 h 162435"/>
                <a:gd name="connsiteX13" fmla="*/ 60202 w 149103"/>
                <a:gd name="connsiteY13" fmla="*/ 134962 h 162435"/>
                <a:gd name="connsiteX14" fmla="*/ 96622 w 149103"/>
                <a:gd name="connsiteY14" fmla="*/ 129751 h 162435"/>
                <a:gd name="connsiteX15" fmla="*/ 126378 w 149103"/>
                <a:gd name="connsiteY15" fmla="*/ 87137 h 162435"/>
                <a:gd name="connsiteX16" fmla="*/ 118864 w 149103"/>
                <a:gd name="connsiteY16" fmla="*/ 45138 h 162435"/>
                <a:gd name="connsiteX17" fmla="*/ 66129 w 149103"/>
                <a:gd name="connsiteY17" fmla="*/ 16487 h 162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03" h="162435">
                  <a:moveTo>
                    <a:pt x="106293" y="158382"/>
                  </a:moveTo>
                  <a:cubicBezTo>
                    <a:pt x="86174" y="162722"/>
                    <a:pt x="64676" y="165347"/>
                    <a:pt x="45234" y="156828"/>
                  </a:cubicBezTo>
                  <a:cubicBezTo>
                    <a:pt x="26575" y="148658"/>
                    <a:pt x="12531" y="133107"/>
                    <a:pt x="5526" y="114073"/>
                  </a:cubicBezTo>
                  <a:cubicBezTo>
                    <a:pt x="-2544" y="92140"/>
                    <a:pt x="-1895" y="67038"/>
                    <a:pt x="8265" y="45895"/>
                  </a:cubicBezTo>
                  <a:cubicBezTo>
                    <a:pt x="20146" y="21168"/>
                    <a:pt x="39153" y="9421"/>
                    <a:pt x="64114" y="474"/>
                  </a:cubicBezTo>
                  <a:cubicBezTo>
                    <a:pt x="88271" y="-1060"/>
                    <a:pt x="107974" y="273"/>
                    <a:pt x="126565" y="17585"/>
                  </a:cubicBezTo>
                  <a:cubicBezTo>
                    <a:pt x="141902" y="31857"/>
                    <a:pt x="148827" y="53101"/>
                    <a:pt x="149095" y="73675"/>
                  </a:cubicBezTo>
                  <a:cubicBezTo>
                    <a:pt x="149437" y="99721"/>
                    <a:pt x="139759" y="127655"/>
                    <a:pt x="120806" y="145918"/>
                  </a:cubicBezTo>
                  <a:cubicBezTo>
                    <a:pt x="116225" y="150332"/>
                    <a:pt x="111289" y="154437"/>
                    <a:pt x="106293" y="158382"/>
                  </a:cubicBezTo>
                  <a:close/>
                  <a:moveTo>
                    <a:pt x="66129" y="16487"/>
                  </a:moveTo>
                  <a:cubicBezTo>
                    <a:pt x="47096" y="29312"/>
                    <a:pt x="27017" y="41093"/>
                    <a:pt x="22986" y="65772"/>
                  </a:cubicBezTo>
                  <a:cubicBezTo>
                    <a:pt x="21720" y="73507"/>
                    <a:pt x="22008" y="81089"/>
                    <a:pt x="22731" y="88864"/>
                  </a:cubicBezTo>
                  <a:cubicBezTo>
                    <a:pt x="25617" y="96164"/>
                    <a:pt x="28457" y="103592"/>
                    <a:pt x="31980" y="110611"/>
                  </a:cubicBezTo>
                  <a:cubicBezTo>
                    <a:pt x="37800" y="122217"/>
                    <a:pt x="47685" y="131171"/>
                    <a:pt x="60202" y="134962"/>
                  </a:cubicBezTo>
                  <a:cubicBezTo>
                    <a:pt x="72646" y="138726"/>
                    <a:pt x="85632" y="136495"/>
                    <a:pt x="96622" y="129751"/>
                  </a:cubicBezTo>
                  <a:cubicBezTo>
                    <a:pt x="111758" y="120462"/>
                    <a:pt x="122628" y="104422"/>
                    <a:pt x="126378" y="87137"/>
                  </a:cubicBezTo>
                  <a:cubicBezTo>
                    <a:pt x="129546" y="72523"/>
                    <a:pt x="127222" y="57622"/>
                    <a:pt x="118864" y="45138"/>
                  </a:cubicBezTo>
                  <a:cubicBezTo>
                    <a:pt x="106588" y="26801"/>
                    <a:pt x="86556" y="20941"/>
                    <a:pt x="66129" y="16487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F72E740-0C21-7507-A4E1-3FBCC4FC372B}"/>
                </a:ext>
              </a:extLst>
            </p:cNvPr>
            <p:cNvSpPr/>
            <p:nvPr/>
          </p:nvSpPr>
          <p:spPr>
            <a:xfrm>
              <a:off x="1221025" y="4121051"/>
              <a:ext cx="59824" cy="78901"/>
            </a:xfrm>
            <a:custGeom>
              <a:avLst/>
              <a:gdLst>
                <a:gd name="connsiteX0" fmla="*/ 619 w 59824"/>
                <a:gd name="connsiteY0" fmla="*/ 72377 h 78901"/>
                <a:gd name="connsiteX1" fmla="*/ 873 w 59824"/>
                <a:gd name="connsiteY1" fmla="*/ 49285 h 78901"/>
                <a:gd name="connsiteX2" fmla="*/ 44017 w 59824"/>
                <a:gd name="connsiteY2" fmla="*/ 0 h 78901"/>
                <a:gd name="connsiteX3" fmla="*/ 54518 w 59824"/>
                <a:gd name="connsiteY3" fmla="*/ 20319 h 78901"/>
                <a:gd name="connsiteX4" fmla="*/ 57431 w 59824"/>
                <a:gd name="connsiteY4" fmla="*/ 59056 h 78901"/>
                <a:gd name="connsiteX5" fmla="*/ 43434 w 59824"/>
                <a:gd name="connsiteY5" fmla="*/ 75063 h 78901"/>
                <a:gd name="connsiteX6" fmla="*/ 619 w 59824"/>
                <a:gd name="connsiteY6" fmla="*/ 72377 h 7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824" h="78901">
                  <a:moveTo>
                    <a:pt x="619" y="72377"/>
                  </a:moveTo>
                  <a:cubicBezTo>
                    <a:pt x="-105" y="64602"/>
                    <a:pt x="-393" y="57020"/>
                    <a:pt x="873" y="49285"/>
                  </a:cubicBezTo>
                  <a:cubicBezTo>
                    <a:pt x="4905" y="24606"/>
                    <a:pt x="24983" y="12825"/>
                    <a:pt x="44017" y="0"/>
                  </a:cubicBezTo>
                  <a:cubicBezTo>
                    <a:pt x="47533" y="6764"/>
                    <a:pt x="50942" y="13582"/>
                    <a:pt x="54518" y="20319"/>
                  </a:cubicBezTo>
                  <a:cubicBezTo>
                    <a:pt x="60693" y="31966"/>
                    <a:pt x="61222" y="46466"/>
                    <a:pt x="57431" y="59056"/>
                  </a:cubicBezTo>
                  <a:cubicBezTo>
                    <a:pt x="55048" y="66959"/>
                    <a:pt x="50627" y="71293"/>
                    <a:pt x="43434" y="75063"/>
                  </a:cubicBezTo>
                  <a:cubicBezTo>
                    <a:pt x="28955" y="82651"/>
                    <a:pt x="14844" y="77501"/>
                    <a:pt x="619" y="72377"/>
                  </a:cubicBezTo>
                  <a:close/>
                </a:path>
              </a:pathLst>
            </a:custGeom>
            <a:solidFill>
              <a:srgbClr val="F6AE53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73A99300-0397-296D-1263-FFA9692F3EEC}"/>
                </a:ext>
              </a:extLst>
            </p:cNvPr>
            <p:cNvSpPr/>
            <p:nvPr/>
          </p:nvSpPr>
          <p:spPr>
            <a:xfrm>
              <a:off x="1221644" y="4121051"/>
              <a:ext cx="105004" cy="120295"/>
            </a:xfrm>
            <a:custGeom>
              <a:avLst/>
              <a:gdLst>
                <a:gd name="connsiteX0" fmla="*/ 43398 w 105004"/>
                <a:gd name="connsiteY0" fmla="*/ 0 h 120295"/>
                <a:gd name="connsiteX1" fmla="*/ 96133 w 105004"/>
                <a:gd name="connsiteY1" fmla="*/ 28651 h 120295"/>
                <a:gd name="connsiteX2" fmla="*/ 103647 w 105004"/>
                <a:gd name="connsiteY2" fmla="*/ 70650 h 120295"/>
                <a:gd name="connsiteX3" fmla="*/ 73891 w 105004"/>
                <a:gd name="connsiteY3" fmla="*/ 113264 h 120295"/>
                <a:gd name="connsiteX4" fmla="*/ 37471 w 105004"/>
                <a:gd name="connsiteY4" fmla="*/ 118475 h 120295"/>
                <a:gd name="connsiteX5" fmla="*/ 9249 w 105004"/>
                <a:gd name="connsiteY5" fmla="*/ 94123 h 120295"/>
                <a:gd name="connsiteX6" fmla="*/ 0 w 105004"/>
                <a:gd name="connsiteY6" fmla="*/ 72377 h 120295"/>
                <a:gd name="connsiteX7" fmla="*/ 42816 w 105004"/>
                <a:gd name="connsiteY7" fmla="*/ 75063 h 120295"/>
                <a:gd name="connsiteX8" fmla="*/ 56813 w 105004"/>
                <a:gd name="connsiteY8" fmla="*/ 59056 h 120295"/>
                <a:gd name="connsiteX9" fmla="*/ 53899 w 105004"/>
                <a:gd name="connsiteY9" fmla="*/ 20319 h 120295"/>
                <a:gd name="connsiteX10" fmla="*/ 43398 w 105004"/>
                <a:gd name="connsiteY10" fmla="*/ 0 h 120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004" h="120295">
                  <a:moveTo>
                    <a:pt x="43398" y="0"/>
                  </a:moveTo>
                  <a:cubicBezTo>
                    <a:pt x="63825" y="4454"/>
                    <a:pt x="83856" y="10314"/>
                    <a:pt x="96133" y="28651"/>
                  </a:cubicBezTo>
                  <a:cubicBezTo>
                    <a:pt x="104491" y="41135"/>
                    <a:pt x="106815" y="56036"/>
                    <a:pt x="103647" y="70650"/>
                  </a:cubicBezTo>
                  <a:cubicBezTo>
                    <a:pt x="99897" y="87935"/>
                    <a:pt x="89027" y="103975"/>
                    <a:pt x="73891" y="113264"/>
                  </a:cubicBezTo>
                  <a:cubicBezTo>
                    <a:pt x="62901" y="120008"/>
                    <a:pt x="49915" y="122239"/>
                    <a:pt x="37471" y="118475"/>
                  </a:cubicBezTo>
                  <a:cubicBezTo>
                    <a:pt x="24954" y="114684"/>
                    <a:pt x="15069" y="105730"/>
                    <a:pt x="9249" y="94123"/>
                  </a:cubicBezTo>
                  <a:cubicBezTo>
                    <a:pt x="5726" y="87105"/>
                    <a:pt x="2886" y="79677"/>
                    <a:pt x="0" y="72377"/>
                  </a:cubicBezTo>
                  <a:cubicBezTo>
                    <a:pt x="14225" y="77501"/>
                    <a:pt x="28336" y="82651"/>
                    <a:pt x="42816" y="75063"/>
                  </a:cubicBezTo>
                  <a:cubicBezTo>
                    <a:pt x="50008" y="71293"/>
                    <a:pt x="54429" y="66959"/>
                    <a:pt x="56813" y="59056"/>
                  </a:cubicBezTo>
                  <a:cubicBezTo>
                    <a:pt x="60604" y="46466"/>
                    <a:pt x="60074" y="31966"/>
                    <a:pt x="53899" y="20319"/>
                  </a:cubicBezTo>
                  <a:cubicBezTo>
                    <a:pt x="50323" y="13582"/>
                    <a:pt x="46914" y="6764"/>
                    <a:pt x="43398" y="0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1312C1C-1D28-3854-949B-216BAF692AF7}"/>
                </a:ext>
              </a:extLst>
            </p:cNvPr>
            <p:cNvSpPr/>
            <p:nvPr/>
          </p:nvSpPr>
          <p:spPr>
            <a:xfrm>
              <a:off x="398938" y="4210339"/>
              <a:ext cx="126296" cy="618398"/>
            </a:xfrm>
            <a:custGeom>
              <a:avLst/>
              <a:gdLst>
                <a:gd name="connsiteX0" fmla="*/ 114101 w 126296"/>
                <a:gd name="connsiteY0" fmla="*/ 0 h 618398"/>
                <a:gd name="connsiteX1" fmla="*/ 116961 w 126296"/>
                <a:gd name="connsiteY1" fmla="*/ 176566 h 618398"/>
                <a:gd name="connsiteX2" fmla="*/ 79697 w 126296"/>
                <a:gd name="connsiteY2" fmla="*/ 510358 h 618398"/>
                <a:gd name="connsiteX3" fmla="*/ 18645 w 126296"/>
                <a:gd name="connsiteY3" fmla="*/ 604615 h 618398"/>
                <a:gd name="connsiteX4" fmla="*/ 0 w 126296"/>
                <a:gd name="connsiteY4" fmla="*/ 618399 h 618398"/>
                <a:gd name="connsiteX5" fmla="*/ 35790 w 126296"/>
                <a:gd name="connsiteY5" fmla="*/ 517250 h 618398"/>
                <a:gd name="connsiteX6" fmla="*/ 96220 w 126296"/>
                <a:gd name="connsiteY6" fmla="*/ 239929 h 618398"/>
                <a:gd name="connsiteX7" fmla="*/ 109601 w 126296"/>
                <a:gd name="connsiteY7" fmla="*/ 127389 h 618398"/>
                <a:gd name="connsiteX8" fmla="*/ 114101 w 126296"/>
                <a:gd name="connsiteY8" fmla="*/ 0 h 61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296" h="618398">
                  <a:moveTo>
                    <a:pt x="114101" y="0"/>
                  </a:moveTo>
                  <a:cubicBezTo>
                    <a:pt x="120015" y="58501"/>
                    <a:pt x="114530" y="117885"/>
                    <a:pt x="116961" y="176566"/>
                  </a:cubicBezTo>
                  <a:cubicBezTo>
                    <a:pt x="122513" y="310385"/>
                    <a:pt x="148257" y="385715"/>
                    <a:pt x="79697" y="510358"/>
                  </a:cubicBezTo>
                  <a:cubicBezTo>
                    <a:pt x="62305" y="541983"/>
                    <a:pt x="41557" y="576628"/>
                    <a:pt x="18645" y="604615"/>
                  </a:cubicBezTo>
                  <a:cubicBezTo>
                    <a:pt x="11667" y="613141"/>
                    <a:pt x="10535" y="615559"/>
                    <a:pt x="0" y="618399"/>
                  </a:cubicBezTo>
                  <a:cubicBezTo>
                    <a:pt x="8037" y="583827"/>
                    <a:pt x="23172" y="550361"/>
                    <a:pt x="35790" y="517250"/>
                  </a:cubicBezTo>
                  <a:cubicBezTo>
                    <a:pt x="69678" y="428323"/>
                    <a:pt x="98108" y="336276"/>
                    <a:pt x="96220" y="239929"/>
                  </a:cubicBezTo>
                  <a:cubicBezTo>
                    <a:pt x="90473" y="211486"/>
                    <a:pt x="109092" y="159703"/>
                    <a:pt x="109601" y="127389"/>
                  </a:cubicBezTo>
                  <a:cubicBezTo>
                    <a:pt x="118495" y="112722"/>
                    <a:pt x="111811" y="24278"/>
                    <a:pt x="114101" y="0"/>
                  </a:cubicBezTo>
                  <a:close/>
                </a:path>
              </a:pathLst>
            </a:custGeom>
            <a:gradFill>
              <a:gsLst>
                <a:gs pos="0">
                  <a:srgbClr val="BB7476"/>
                </a:gs>
                <a:gs pos="50000">
                  <a:srgbClr val="C28383"/>
                </a:gs>
                <a:gs pos="100000">
                  <a:srgbClr val="C99390"/>
                </a:gs>
              </a:gsLst>
              <a:lin ang="20743008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4A035FAC-B73E-4F5E-63C8-CB6013FFE1D7}"/>
                </a:ext>
              </a:extLst>
            </p:cNvPr>
            <p:cNvSpPr/>
            <p:nvPr/>
          </p:nvSpPr>
          <p:spPr>
            <a:xfrm>
              <a:off x="445665" y="4230786"/>
              <a:ext cx="62873" cy="278338"/>
            </a:xfrm>
            <a:custGeom>
              <a:avLst/>
              <a:gdLst>
                <a:gd name="connsiteX0" fmla="*/ 23695 w 62873"/>
                <a:gd name="connsiteY0" fmla="*/ 0 h 278338"/>
                <a:gd name="connsiteX1" fmla="*/ 24244 w 62873"/>
                <a:gd name="connsiteY1" fmla="*/ 3603 h 278338"/>
                <a:gd name="connsiteX2" fmla="*/ 32301 w 62873"/>
                <a:gd name="connsiteY2" fmla="*/ 134320 h 278338"/>
                <a:gd name="connsiteX3" fmla="*/ 35295 w 62873"/>
                <a:gd name="connsiteY3" fmla="*/ 120357 h 278338"/>
                <a:gd name="connsiteX4" fmla="*/ 42929 w 62873"/>
                <a:gd name="connsiteY4" fmla="*/ 119894 h 278338"/>
                <a:gd name="connsiteX5" fmla="*/ 54911 w 62873"/>
                <a:gd name="connsiteY5" fmla="*/ 140321 h 278338"/>
                <a:gd name="connsiteX6" fmla="*/ 56130 w 62873"/>
                <a:gd name="connsiteY6" fmla="*/ 133691 h 278338"/>
                <a:gd name="connsiteX7" fmla="*/ 62874 w 62873"/>
                <a:gd name="connsiteY7" fmla="*/ 106942 h 278338"/>
                <a:gd name="connsiteX8" fmla="*/ 49493 w 62873"/>
                <a:gd name="connsiteY8" fmla="*/ 219483 h 278338"/>
                <a:gd name="connsiteX9" fmla="*/ 5659 w 62873"/>
                <a:gd name="connsiteY9" fmla="*/ 278338 h 278338"/>
                <a:gd name="connsiteX10" fmla="*/ 11821 w 62873"/>
                <a:gd name="connsiteY10" fmla="*/ 54556 h 278338"/>
                <a:gd name="connsiteX11" fmla="*/ 0 w 62873"/>
                <a:gd name="connsiteY11" fmla="*/ 44048 h 278338"/>
                <a:gd name="connsiteX12" fmla="*/ 16328 w 62873"/>
                <a:gd name="connsiteY12" fmla="*/ 42481 h 278338"/>
                <a:gd name="connsiteX13" fmla="*/ 23400 w 62873"/>
                <a:gd name="connsiteY13" fmla="*/ 34725 h 278338"/>
                <a:gd name="connsiteX14" fmla="*/ 23695 w 62873"/>
                <a:gd name="connsiteY14" fmla="*/ 0 h 278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2873" h="278338">
                  <a:moveTo>
                    <a:pt x="23695" y="0"/>
                  </a:moveTo>
                  <a:cubicBezTo>
                    <a:pt x="23876" y="1205"/>
                    <a:pt x="24076" y="2404"/>
                    <a:pt x="24244" y="3603"/>
                  </a:cubicBezTo>
                  <a:cubicBezTo>
                    <a:pt x="30278" y="46017"/>
                    <a:pt x="22844" y="93139"/>
                    <a:pt x="32301" y="134320"/>
                  </a:cubicBezTo>
                  <a:cubicBezTo>
                    <a:pt x="33895" y="129471"/>
                    <a:pt x="34591" y="125380"/>
                    <a:pt x="35295" y="120357"/>
                  </a:cubicBezTo>
                  <a:lnTo>
                    <a:pt x="42929" y="119894"/>
                  </a:lnTo>
                  <a:lnTo>
                    <a:pt x="54911" y="140321"/>
                  </a:lnTo>
                  <a:lnTo>
                    <a:pt x="56130" y="133691"/>
                  </a:lnTo>
                  <a:cubicBezTo>
                    <a:pt x="57837" y="124609"/>
                    <a:pt x="60322" y="115809"/>
                    <a:pt x="62874" y="106942"/>
                  </a:cubicBezTo>
                  <a:cubicBezTo>
                    <a:pt x="62365" y="139256"/>
                    <a:pt x="43746" y="191039"/>
                    <a:pt x="49493" y="219483"/>
                  </a:cubicBezTo>
                  <a:cubicBezTo>
                    <a:pt x="35382" y="239481"/>
                    <a:pt x="21625" y="259753"/>
                    <a:pt x="5659" y="278338"/>
                  </a:cubicBezTo>
                  <a:cubicBezTo>
                    <a:pt x="11807" y="229475"/>
                    <a:pt x="23943" y="98591"/>
                    <a:pt x="11821" y="54556"/>
                  </a:cubicBezTo>
                  <a:cubicBezTo>
                    <a:pt x="9764" y="47082"/>
                    <a:pt x="6483" y="47570"/>
                    <a:pt x="0" y="44048"/>
                  </a:cubicBezTo>
                  <a:cubicBezTo>
                    <a:pt x="5518" y="43773"/>
                    <a:pt x="10903" y="43659"/>
                    <a:pt x="16328" y="42481"/>
                  </a:cubicBezTo>
                  <a:cubicBezTo>
                    <a:pt x="20808" y="41503"/>
                    <a:pt x="21130" y="38436"/>
                    <a:pt x="23400" y="34725"/>
                  </a:cubicBezTo>
                  <a:cubicBezTo>
                    <a:pt x="22523" y="23012"/>
                    <a:pt x="23038" y="11720"/>
                    <a:pt x="23695" y="0"/>
                  </a:cubicBezTo>
                  <a:close/>
                </a:path>
              </a:pathLst>
            </a:custGeom>
            <a:gradFill>
              <a:gsLst>
                <a:gs pos="0">
                  <a:srgbClr val="B98281"/>
                </a:gs>
                <a:gs pos="50000">
                  <a:srgbClr val="C39594"/>
                </a:gs>
                <a:gs pos="100000">
                  <a:srgbClr val="CDA9A7"/>
                </a:gs>
              </a:gsLst>
              <a:lin ang="219361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15C54D50-1A5B-5764-33B5-DE2185F5194F}"/>
                </a:ext>
              </a:extLst>
            </p:cNvPr>
            <p:cNvSpPr/>
            <p:nvPr/>
          </p:nvSpPr>
          <p:spPr>
            <a:xfrm>
              <a:off x="322148" y="4274833"/>
              <a:ext cx="173099" cy="561739"/>
            </a:xfrm>
            <a:custGeom>
              <a:avLst/>
              <a:gdLst>
                <a:gd name="connsiteX0" fmla="*/ 100379 w 173099"/>
                <a:gd name="connsiteY0" fmla="*/ 3087 h 561739"/>
                <a:gd name="connsiteX1" fmla="*/ 123518 w 173099"/>
                <a:gd name="connsiteY1" fmla="*/ 0 h 561739"/>
                <a:gd name="connsiteX2" fmla="*/ 135338 w 173099"/>
                <a:gd name="connsiteY2" fmla="*/ 10508 h 561739"/>
                <a:gd name="connsiteX3" fmla="*/ 129177 w 173099"/>
                <a:gd name="connsiteY3" fmla="*/ 234291 h 561739"/>
                <a:gd name="connsiteX4" fmla="*/ 173011 w 173099"/>
                <a:gd name="connsiteY4" fmla="*/ 175435 h 561739"/>
                <a:gd name="connsiteX5" fmla="*/ 112581 w 173099"/>
                <a:gd name="connsiteY5" fmla="*/ 452755 h 561739"/>
                <a:gd name="connsiteX6" fmla="*/ 76791 w 173099"/>
                <a:gd name="connsiteY6" fmla="*/ 553904 h 561739"/>
                <a:gd name="connsiteX7" fmla="*/ 76550 w 173099"/>
                <a:gd name="connsiteY7" fmla="*/ 555900 h 561739"/>
                <a:gd name="connsiteX8" fmla="*/ 71668 w 173099"/>
                <a:gd name="connsiteY8" fmla="*/ 560568 h 561739"/>
                <a:gd name="connsiteX9" fmla="*/ 0 w 173099"/>
                <a:gd name="connsiteY9" fmla="*/ 552766 h 561739"/>
                <a:gd name="connsiteX10" fmla="*/ 78646 w 173099"/>
                <a:gd name="connsiteY10" fmla="*/ 319935 h 561739"/>
                <a:gd name="connsiteX11" fmla="*/ 114262 w 173099"/>
                <a:gd name="connsiteY11" fmla="*/ 224519 h 561739"/>
                <a:gd name="connsiteX12" fmla="*/ 110766 w 173099"/>
                <a:gd name="connsiteY12" fmla="*/ 107310 h 561739"/>
                <a:gd name="connsiteX13" fmla="*/ 100379 w 173099"/>
                <a:gd name="connsiteY13" fmla="*/ 3087 h 5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099" h="561739">
                  <a:moveTo>
                    <a:pt x="100379" y="3087"/>
                  </a:moveTo>
                  <a:lnTo>
                    <a:pt x="123518" y="0"/>
                  </a:lnTo>
                  <a:cubicBezTo>
                    <a:pt x="130001" y="3523"/>
                    <a:pt x="133282" y="3034"/>
                    <a:pt x="135338" y="10508"/>
                  </a:cubicBezTo>
                  <a:cubicBezTo>
                    <a:pt x="147460" y="54543"/>
                    <a:pt x="135325" y="185427"/>
                    <a:pt x="129177" y="234291"/>
                  </a:cubicBezTo>
                  <a:cubicBezTo>
                    <a:pt x="145143" y="215706"/>
                    <a:pt x="158899" y="195433"/>
                    <a:pt x="173011" y="175435"/>
                  </a:cubicBezTo>
                  <a:cubicBezTo>
                    <a:pt x="174899" y="271782"/>
                    <a:pt x="146469" y="363829"/>
                    <a:pt x="112581" y="452755"/>
                  </a:cubicBezTo>
                  <a:cubicBezTo>
                    <a:pt x="99963" y="485867"/>
                    <a:pt x="84828" y="519333"/>
                    <a:pt x="76791" y="553904"/>
                  </a:cubicBezTo>
                  <a:lnTo>
                    <a:pt x="76550" y="555900"/>
                  </a:lnTo>
                  <a:lnTo>
                    <a:pt x="71668" y="560568"/>
                  </a:lnTo>
                  <a:cubicBezTo>
                    <a:pt x="55246" y="564620"/>
                    <a:pt x="16275" y="557213"/>
                    <a:pt x="0" y="552766"/>
                  </a:cubicBezTo>
                  <a:cubicBezTo>
                    <a:pt x="22423" y="474394"/>
                    <a:pt x="51067" y="396639"/>
                    <a:pt x="78646" y="319935"/>
                  </a:cubicBezTo>
                  <a:cubicBezTo>
                    <a:pt x="89542" y="289617"/>
                    <a:pt x="110947" y="256459"/>
                    <a:pt x="114262" y="224519"/>
                  </a:cubicBezTo>
                  <a:cubicBezTo>
                    <a:pt x="118180" y="186860"/>
                    <a:pt x="115314" y="144815"/>
                    <a:pt x="110766" y="107310"/>
                  </a:cubicBezTo>
                  <a:cubicBezTo>
                    <a:pt x="107223" y="78110"/>
                    <a:pt x="94739" y="31605"/>
                    <a:pt x="100379" y="3087"/>
                  </a:cubicBez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9381396B-A54B-C9DB-2A8D-E4148A9791FF}"/>
                </a:ext>
              </a:extLst>
            </p:cNvPr>
            <p:cNvSpPr/>
            <p:nvPr/>
          </p:nvSpPr>
          <p:spPr>
            <a:xfrm>
              <a:off x="1515219" y="4377058"/>
              <a:ext cx="62297" cy="78353"/>
            </a:xfrm>
            <a:custGeom>
              <a:avLst/>
              <a:gdLst>
                <a:gd name="connsiteX0" fmla="*/ 29173 w 62297"/>
                <a:gd name="connsiteY0" fmla="*/ 83 h 78353"/>
                <a:gd name="connsiteX1" fmla="*/ 62298 w 62297"/>
                <a:gd name="connsiteY1" fmla="*/ 9908 h 78353"/>
                <a:gd name="connsiteX2" fmla="*/ 29622 w 62297"/>
                <a:gd name="connsiteY2" fmla="*/ 78354 h 78353"/>
                <a:gd name="connsiteX3" fmla="*/ 0 w 62297"/>
                <a:gd name="connsiteY3" fmla="*/ 65562 h 78353"/>
                <a:gd name="connsiteX4" fmla="*/ 2759 w 62297"/>
                <a:gd name="connsiteY4" fmla="*/ 58959 h 78353"/>
                <a:gd name="connsiteX5" fmla="*/ 29173 w 62297"/>
                <a:gd name="connsiteY5" fmla="*/ 83 h 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297" h="78353">
                  <a:moveTo>
                    <a:pt x="29173" y="83"/>
                  </a:moveTo>
                  <a:cubicBezTo>
                    <a:pt x="43847" y="-480"/>
                    <a:pt x="49928" y="1717"/>
                    <a:pt x="62298" y="9908"/>
                  </a:cubicBezTo>
                  <a:cubicBezTo>
                    <a:pt x="36741" y="32565"/>
                    <a:pt x="32622" y="44620"/>
                    <a:pt x="29622" y="78354"/>
                  </a:cubicBezTo>
                  <a:cubicBezTo>
                    <a:pt x="17761" y="75468"/>
                    <a:pt x="9945" y="72741"/>
                    <a:pt x="0" y="65562"/>
                  </a:cubicBezTo>
                  <a:cubicBezTo>
                    <a:pt x="2176" y="61376"/>
                    <a:pt x="1527" y="63138"/>
                    <a:pt x="2759" y="58959"/>
                  </a:cubicBezTo>
                  <a:cubicBezTo>
                    <a:pt x="9041" y="37681"/>
                    <a:pt x="23775" y="20275"/>
                    <a:pt x="29173" y="83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12F00CC2-CDBC-C55B-94E3-982EE9DA1238}"/>
                </a:ext>
              </a:extLst>
            </p:cNvPr>
            <p:cNvSpPr/>
            <p:nvPr/>
          </p:nvSpPr>
          <p:spPr>
            <a:xfrm>
              <a:off x="1503507" y="4377141"/>
              <a:ext cx="40884" cy="65479"/>
            </a:xfrm>
            <a:custGeom>
              <a:avLst/>
              <a:gdLst>
                <a:gd name="connsiteX0" fmla="*/ 11712 w 40884"/>
                <a:gd name="connsiteY0" fmla="*/ 65479 h 65479"/>
                <a:gd name="connsiteX1" fmla="*/ 2148 w 40884"/>
                <a:gd name="connsiteY1" fmla="*/ 48823 h 65479"/>
                <a:gd name="connsiteX2" fmla="*/ 4847 w 40884"/>
                <a:gd name="connsiteY2" fmla="*/ 20152 h 65479"/>
                <a:gd name="connsiteX3" fmla="*/ 40885 w 40884"/>
                <a:gd name="connsiteY3" fmla="*/ 0 h 65479"/>
                <a:gd name="connsiteX4" fmla="*/ 14471 w 40884"/>
                <a:gd name="connsiteY4" fmla="*/ 58876 h 65479"/>
                <a:gd name="connsiteX5" fmla="*/ 11712 w 40884"/>
                <a:gd name="connsiteY5" fmla="*/ 65479 h 6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84" h="65479">
                  <a:moveTo>
                    <a:pt x="11712" y="65479"/>
                  </a:moveTo>
                  <a:cubicBezTo>
                    <a:pt x="8095" y="60269"/>
                    <a:pt x="4238" y="54871"/>
                    <a:pt x="2148" y="48823"/>
                  </a:cubicBezTo>
                  <a:cubicBezTo>
                    <a:pt x="-1334" y="38737"/>
                    <a:pt x="-685" y="29462"/>
                    <a:pt x="4847" y="20152"/>
                  </a:cubicBezTo>
                  <a:cubicBezTo>
                    <a:pt x="12321" y="7581"/>
                    <a:pt x="27799" y="3463"/>
                    <a:pt x="40885" y="0"/>
                  </a:cubicBezTo>
                  <a:cubicBezTo>
                    <a:pt x="35487" y="20192"/>
                    <a:pt x="20753" y="37599"/>
                    <a:pt x="14471" y="58876"/>
                  </a:cubicBezTo>
                  <a:cubicBezTo>
                    <a:pt x="13239" y="63055"/>
                    <a:pt x="13888" y="61294"/>
                    <a:pt x="11712" y="65479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6286EDF8-80FC-6A95-08BB-D643A015A0BF}"/>
                </a:ext>
              </a:extLst>
            </p:cNvPr>
            <p:cNvSpPr/>
            <p:nvPr/>
          </p:nvSpPr>
          <p:spPr>
            <a:xfrm>
              <a:off x="1544841" y="4386966"/>
              <a:ext cx="36996" cy="68445"/>
            </a:xfrm>
            <a:custGeom>
              <a:avLst/>
              <a:gdLst>
                <a:gd name="connsiteX0" fmla="*/ 32676 w 36996"/>
                <a:gd name="connsiteY0" fmla="*/ 0 h 68445"/>
                <a:gd name="connsiteX1" fmla="*/ 32160 w 36996"/>
                <a:gd name="connsiteY1" fmla="*/ 45903 h 68445"/>
                <a:gd name="connsiteX2" fmla="*/ 0 w 36996"/>
                <a:gd name="connsiteY2" fmla="*/ 68446 h 68445"/>
                <a:gd name="connsiteX3" fmla="*/ 32676 w 36996"/>
                <a:gd name="connsiteY3" fmla="*/ 0 h 6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96" h="68445">
                  <a:moveTo>
                    <a:pt x="32676" y="0"/>
                  </a:moveTo>
                  <a:cubicBezTo>
                    <a:pt x="36942" y="15417"/>
                    <a:pt x="39976" y="31088"/>
                    <a:pt x="32160" y="45903"/>
                  </a:cubicBezTo>
                  <a:cubicBezTo>
                    <a:pt x="25691" y="58166"/>
                    <a:pt x="12269" y="63832"/>
                    <a:pt x="0" y="68446"/>
                  </a:cubicBezTo>
                  <a:cubicBezTo>
                    <a:pt x="3000" y="34712"/>
                    <a:pt x="7119" y="22657"/>
                    <a:pt x="32676" y="0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580C8A17-5683-515D-7856-2DC506936116}"/>
                </a:ext>
              </a:extLst>
            </p:cNvPr>
            <p:cNvSpPr/>
            <p:nvPr/>
          </p:nvSpPr>
          <p:spPr>
            <a:xfrm>
              <a:off x="744710" y="4433485"/>
              <a:ext cx="116606" cy="130375"/>
            </a:xfrm>
            <a:custGeom>
              <a:avLst/>
              <a:gdLst>
                <a:gd name="connsiteX0" fmla="*/ 65855 w 116606"/>
                <a:gd name="connsiteY0" fmla="*/ 130376 h 130375"/>
                <a:gd name="connsiteX1" fmla="*/ 39749 w 116606"/>
                <a:gd name="connsiteY1" fmla="*/ 126324 h 130375"/>
                <a:gd name="connsiteX2" fmla="*/ 3711 w 116606"/>
                <a:gd name="connsiteY2" fmla="*/ 84232 h 130375"/>
                <a:gd name="connsiteX3" fmla="*/ 8641 w 116606"/>
                <a:gd name="connsiteY3" fmla="*/ 27566 h 130375"/>
                <a:gd name="connsiteX4" fmla="*/ 49514 w 116606"/>
                <a:gd name="connsiteY4" fmla="*/ 0 h 130375"/>
                <a:gd name="connsiteX5" fmla="*/ 80455 w 116606"/>
                <a:gd name="connsiteY5" fmla="*/ 5907 h 130375"/>
                <a:gd name="connsiteX6" fmla="*/ 86014 w 116606"/>
                <a:gd name="connsiteY6" fmla="*/ 8867 h 130375"/>
                <a:gd name="connsiteX7" fmla="*/ 91245 w 116606"/>
                <a:gd name="connsiteY7" fmla="*/ 12363 h 130375"/>
                <a:gd name="connsiteX8" fmla="*/ 96107 w 116606"/>
                <a:gd name="connsiteY8" fmla="*/ 16368 h 130375"/>
                <a:gd name="connsiteX9" fmla="*/ 100540 w 116606"/>
                <a:gd name="connsiteY9" fmla="*/ 20835 h 130375"/>
                <a:gd name="connsiteX10" fmla="*/ 104505 w 116606"/>
                <a:gd name="connsiteY10" fmla="*/ 25724 h 130375"/>
                <a:gd name="connsiteX11" fmla="*/ 107961 w 116606"/>
                <a:gd name="connsiteY11" fmla="*/ 30988 h 130375"/>
                <a:gd name="connsiteX12" fmla="*/ 110881 w 116606"/>
                <a:gd name="connsiteY12" fmla="*/ 36567 h 130375"/>
                <a:gd name="connsiteX13" fmla="*/ 113225 w 116606"/>
                <a:gd name="connsiteY13" fmla="*/ 42407 h 130375"/>
                <a:gd name="connsiteX14" fmla="*/ 109086 w 116606"/>
                <a:gd name="connsiteY14" fmla="*/ 94351 h 130375"/>
                <a:gd name="connsiteX15" fmla="*/ 65855 w 116606"/>
                <a:gd name="connsiteY15" fmla="*/ 130376 h 130375"/>
                <a:gd name="connsiteX16" fmla="*/ 41645 w 116606"/>
                <a:gd name="connsiteY16" fmla="*/ 25329 h 130375"/>
                <a:gd name="connsiteX17" fmla="*/ 30855 w 116606"/>
                <a:gd name="connsiteY17" fmla="*/ 31363 h 130375"/>
                <a:gd name="connsiteX18" fmla="*/ 29335 w 116606"/>
                <a:gd name="connsiteY18" fmla="*/ 32596 h 130375"/>
                <a:gd name="connsiteX19" fmla="*/ 27875 w 116606"/>
                <a:gd name="connsiteY19" fmla="*/ 33895 h 130375"/>
                <a:gd name="connsiteX20" fmla="*/ 26482 w 116606"/>
                <a:gd name="connsiteY20" fmla="*/ 35268 h 130375"/>
                <a:gd name="connsiteX21" fmla="*/ 25149 w 116606"/>
                <a:gd name="connsiteY21" fmla="*/ 36701 h 130375"/>
                <a:gd name="connsiteX22" fmla="*/ 23884 w 116606"/>
                <a:gd name="connsiteY22" fmla="*/ 38195 h 130375"/>
                <a:gd name="connsiteX23" fmla="*/ 22691 w 116606"/>
                <a:gd name="connsiteY23" fmla="*/ 39742 h 130375"/>
                <a:gd name="connsiteX24" fmla="*/ 21573 w 116606"/>
                <a:gd name="connsiteY24" fmla="*/ 41349 h 130375"/>
                <a:gd name="connsiteX25" fmla="*/ 20528 w 116606"/>
                <a:gd name="connsiteY25" fmla="*/ 43003 h 130375"/>
                <a:gd name="connsiteX26" fmla="*/ 19570 w 116606"/>
                <a:gd name="connsiteY26" fmla="*/ 44704 h 130375"/>
                <a:gd name="connsiteX27" fmla="*/ 18687 w 116606"/>
                <a:gd name="connsiteY27" fmla="*/ 46452 h 130375"/>
                <a:gd name="connsiteX28" fmla="*/ 17883 w 116606"/>
                <a:gd name="connsiteY28" fmla="*/ 48234 h 130375"/>
                <a:gd name="connsiteX29" fmla="*/ 17166 w 116606"/>
                <a:gd name="connsiteY29" fmla="*/ 50055 h 130375"/>
                <a:gd name="connsiteX30" fmla="*/ 16537 w 116606"/>
                <a:gd name="connsiteY30" fmla="*/ 51910 h 130375"/>
                <a:gd name="connsiteX31" fmla="*/ 15994 w 116606"/>
                <a:gd name="connsiteY31" fmla="*/ 53786 h 130375"/>
                <a:gd name="connsiteX32" fmla="*/ 15539 w 116606"/>
                <a:gd name="connsiteY32" fmla="*/ 55694 h 130375"/>
                <a:gd name="connsiteX33" fmla="*/ 15177 w 116606"/>
                <a:gd name="connsiteY33" fmla="*/ 57617 h 130375"/>
                <a:gd name="connsiteX34" fmla="*/ 14903 w 116606"/>
                <a:gd name="connsiteY34" fmla="*/ 59552 h 130375"/>
                <a:gd name="connsiteX35" fmla="*/ 14715 w 116606"/>
                <a:gd name="connsiteY35" fmla="*/ 61501 h 130375"/>
                <a:gd name="connsiteX36" fmla="*/ 14621 w 116606"/>
                <a:gd name="connsiteY36" fmla="*/ 63450 h 130375"/>
                <a:gd name="connsiteX37" fmla="*/ 14621 w 116606"/>
                <a:gd name="connsiteY37" fmla="*/ 65405 h 130375"/>
                <a:gd name="connsiteX38" fmla="*/ 14715 w 116606"/>
                <a:gd name="connsiteY38" fmla="*/ 67361 h 130375"/>
                <a:gd name="connsiteX39" fmla="*/ 14896 w 116606"/>
                <a:gd name="connsiteY39" fmla="*/ 69310 h 130375"/>
                <a:gd name="connsiteX40" fmla="*/ 15171 w 116606"/>
                <a:gd name="connsiteY40" fmla="*/ 71246 h 130375"/>
                <a:gd name="connsiteX41" fmla="*/ 15532 w 116606"/>
                <a:gd name="connsiteY41" fmla="*/ 73168 h 130375"/>
                <a:gd name="connsiteX42" fmla="*/ 15981 w 116606"/>
                <a:gd name="connsiteY42" fmla="*/ 75070 h 130375"/>
                <a:gd name="connsiteX43" fmla="*/ 16523 w 116606"/>
                <a:gd name="connsiteY43" fmla="*/ 76952 h 130375"/>
                <a:gd name="connsiteX44" fmla="*/ 17153 w 116606"/>
                <a:gd name="connsiteY44" fmla="*/ 78807 h 130375"/>
                <a:gd name="connsiteX45" fmla="*/ 17863 w 116606"/>
                <a:gd name="connsiteY45" fmla="*/ 80628 h 130375"/>
                <a:gd name="connsiteX46" fmla="*/ 18666 w 116606"/>
                <a:gd name="connsiteY46" fmla="*/ 82410 h 130375"/>
                <a:gd name="connsiteX47" fmla="*/ 19544 w 116606"/>
                <a:gd name="connsiteY47" fmla="*/ 84158 h 130375"/>
                <a:gd name="connsiteX48" fmla="*/ 20508 w 116606"/>
                <a:gd name="connsiteY48" fmla="*/ 85866 h 130375"/>
                <a:gd name="connsiteX49" fmla="*/ 21546 w 116606"/>
                <a:gd name="connsiteY49" fmla="*/ 87520 h 130375"/>
                <a:gd name="connsiteX50" fmla="*/ 22665 w 116606"/>
                <a:gd name="connsiteY50" fmla="*/ 89127 h 130375"/>
                <a:gd name="connsiteX51" fmla="*/ 23850 w 116606"/>
                <a:gd name="connsiteY51" fmla="*/ 90681 h 130375"/>
                <a:gd name="connsiteX52" fmla="*/ 25116 w 116606"/>
                <a:gd name="connsiteY52" fmla="*/ 92174 h 130375"/>
                <a:gd name="connsiteX53" fmla="*/ 26449 w 116606"/>
                <a:gd name="connsiteY53" fmla="*/ 93608 h 130375"/>
                <a:gd name="connsiteX54" fmla="*/ 27842 w 116606"/>
                <a:gd name="connsiteY54" fmla="*/ 94981 h 130375"/>
                <a:gd name="connsiteX55" fmla="*/ 29302 w 116606"/>
                <a:gd name="connsiteY55" fmla="*/ 96280 h 130375"/>
                <a:gd name="connsiteX56" fmla="*/ 30815 w 116606"/>
                <a:gd name="connsiteY56" fmla="*/ 97512 h 130375"/>
                <a:gd name="connsiteX57" fmla="*/ 32389 w 116606"/>
                <a:gd name="connsiteY57" fmla="*/ 98678 h 130375"/>
                <a:gd name="connsiteX58" fmla="*/ 34017 w 116606"/>
                <a:gd name="connsiteY58" fmla="*/ 99762 h 130375"/>
                <a:gd name="connsiteX59" fmla="*/ 35691 w 116606"/>
                <a:gd name="connsiteY59" fmla="*/ 100774 h 130375"/>
                <a:gd name="connsiteX60" fmla="*/ 37412 w 116606"/>
                <a:gd name="connsiteY60" fmla="*/ 101705 h 130375"/>
                <a:gd name="connsiteX61" fmla="*/ 39173 w 116606"/>
                <a:gd name="connsiteY61" fmla="*/ 102555 h 130375"/>
                <a:gd name="connsiteX62" fmla="*/ 40975 w 116606"/>
                <a:gd name="connsiteY62" fmla="*/ 103319 h 130375"/>
                <a:gd name="connsiteX63" fmla="*/ 42810 w 116606"/>
                <a:gd name="connsiteY63" fmla="*/ 104002 h 130375"/>
                <a:gd name="connsiteX64" fmla="*/ 44672 w 116606"/>
                <a:gd name="connsiteY64" fmla="*/ 104591 h 130375"/>
                <a:gd name="connsiteX65" fmla="*/ 46560 w 116606"/>
                <a:gd name="connsiteY65" fmla="*/ 105100 h 130375"/>
                <a:gd name="connsiteX66" fmla="*/ 48476 w 116606"/>
                <a:gd name="connsiteY66" fmla="*/ 105515 h 130375"/>
                <a:gd name="connsiteX67" fmla="*/ 50405 w 116606"/>
                <a:gd name="connsiteY67" fmla="*/ 105844 h 130375"/>
                <a:gd name="connsiteX68" fmla="*/ 52347 w 116606"/>
                <a:gd name="connsiteY68" fmla="*/ 106085 h 130375"/>
                <a:gd name="connsiteX69" fmla="*/ 54296 w 116606"/>
                <a:gd name="connsiteY69" fmla="*/ 106225 h 130375"/>
                <a:gd name="connsiteX70" fmla="*/ 56252 w 116606"/>
                <a:gd name="connsiteY70" fmla="*/ 106279 h 130375"/>
                <a:gd name="connsiteX71" fmla="*/ 58207 w 116606"/>
                <a:gd name="connsiteY71" fmla="*/ 106246 h 130375"/>
                <a:gd name="connsiteX72" fmla="*/ 60156 w 116606"/>
                <a:gd name="connsiteY72" fmla="*/ 106118 h 130375"/>
                <a:gd name="connsiteX73" fmla="*/ 62105 w 116606"/>
                <a:gd name="connsiteY73" fmla="*/ 105897 h 130375"/>
                <a:gd name="connsiteX74" fmla="*/ 64034 w 116606"/>
                <a:gd name="connsiteY74" fmla="*/ 105589 h 130375"/>
                <a:gd name="connsiteX75" fmla="*/ 65949 w 116606"/>
                <a:gd name="connsiteY75" fmla="*/ 105187 h 130375"/>
                <a:gd name="connsiteX76" fmla="*/ 67844 w 116606"/>
                <a:gd name="connsiteY76" fmla="*/ 104698 h 130375"/>
                <a:gd name="connsiteX77" fmla="*/ 69713 w 116606"/>
                <a:gd name="connsiteY77" fmla="*/ 104122 h 130375"/>
                <a:gd name="connsiteX78" fmla="*/ 71555 w 116606"/>
                <a:gd name="connsiteY78" fmla="*/ 103459 h 130375"/>
                <a:gd name="connsiteX79" fmla="*/ 73363 w 116606"/>
                <a:gd name="connsiteY79" fmla="*/ 102709 h 130375"/>
                <a:gd name="connsiteX80" fmla="*/ 75131 w 116606"/>
                <a:gd name="connsiteY80" fmla="*/ 101879 h 130375"/>
                <a:gd name="connsiteX81" fmla="*/ 76859 w 116606"/>
                <a:gd name="connsiteY81" fmla="*/ 100961 h 130375"/>
                <a:gd name="connsiteX82" fmla="*/ 78547 w 116606"/>
                <a:gd name="connsiteY82" fmla="*/ 99970 h 130375"/>
                <a:gd name="connsiteX83" fmla="*/ 80181 w 116606"/>
                <a:gd name="connsiteY83" fmla="*/ 98892 h 130375"/>
                <a:gd name="connsiteX84" fmla="*/ 81761 w 116606"/>
                <a:gd name="connsiteY84" fmla="*/ 97746 h 130375"/>
                <a:gd name="connsiteX85" fmla="*/ 83295 w 116606"/>
                <a:gd name="connsiteY85" fmla="*/ 96528 h 130375"/>
                <a:gd name="connsiteX86" fmla="*/ 84762 w 116606"/>
                <a:gd name="connsiteY86" fmla="*/ 95235 h 130375"/>
                <a:gd name="connsiteX87" fmla="*/ 86175 w 116606"/>
                <a:gd name="connsiteY87" fmla="*/ 93882 h 130375"/>
                <a:gd name="connsiteX88" fmla="*/ 87514 w 116606"/>
                <a:gd name="connsiteY88" fmla="*/ 92456 h 130375"/>
                <a:gd name="connsiteX89" fmla="*/ 88793 w 116606"/>
                <a:gd name="connsiteY89" fmla="*/ 90976 h 130375"/>
                <a:gd name="connsiteX90" fmla="*/ 89999 w 116606"/>
                <a:gd name="connsiteY90" fmla="*/ 89435 h 130375"/>
                <a:gd name="connsiteX91" fmla="*/ 91131 w 116606"/>
                <a:gd name="connsiteY91" fmla="*/ 87835 h 130375"/>
                <a:gd name="connsiteX92" fmla="*/ 92182 w 116606"/>
                <a:gd name="connsiteY92" fmla="*/ 86187 h 130375"/>
                <a:gd name="connsiteX93" fmla="*/ 93160 w 116606"/>
                <a:gd name="connsiteY93" fmla="*/ 84493 h 130375"/>
                <a:gd name="connsiteX94" fmla="*/ 94058 w 116606"/>
                <a:gd name="connsiteY94" fmla="*/ 82758 h 130375"/>
                <a:gd name="connsiteX95" fmla="*/ 94875 w 116606"/>
                <a:gd name="connsiteY95" fmla="*/ 80977 h 130375"/>
                <a:gd name="connsiteX96" fmla="*/ 95605 w 116606"/>
                <a:gd name="connsiteY96" fmla="*/ 79162 h 130375"/>
                <a:gd name="connsiteX97" fmla="*/ 96248 w 116606"/>
                <a:gd name="connsiteY97" fmla="*/ 77313 h 130375"/>
                <a:gd name="connsiteX98" fmla="*/ 96803 w 116606"/>
                <a:gd name="connsiteY98" fmla="*/ 75438 h 130375"/>
                <a:gd name="connsiteX99" fmla="*/ 97272 w 116606"/>
                <a:gd name="connsiteY99" fmla="*/ 73543 h 130375"/>
                <a:gd name="connsiteX100" fmla="*/ 97654 w 116606"/>
                <a:gd name="connsiteY100" fmla="*/ 71621 h 130375"/>
                <a:gd name="connsiteX101" fmla="*/ 97949 w 116606"/>
                <a:gd name="connsiteY101" fmla="*/ 69685 h 130375"/>
                <a:gd name="connsiteX102" fmla="*/ 98143 w 116606"/>
                <a:gd name="connsiteY102" fmla="*/ 67743 h 130375"/>
                <a:gd name="connsiteX103" fmla="*/ 98257 w 116606"/>
                <a:gd name="connsiteY103" fmla="*/ 65787 h 130375"/>
                <a:gd name="connsiteX104" fmla="*/ 98270 w 116606"/>
                <a:gd name="connsiteY104" fmla="*/ 63832 h 130375"/>
                <a:gd name="connsiteX105" fmla="*/ 98197 w 116606"/>
                <a:gd name="connsiteY105" fmla="*/ 61876 h 130375"/>
                <a:gd name="connsiteX106" fmla="*/ 98029 w 116606"/>
                <a:gd name="connsiteY106" fmla="*/ 59927 h 130375"/>
                <a:gd name="connsiteX107" fmla="*/ 97774 w 116606"/>
                <a:gd name="connsiteY107" fmla="*/ 57985 h 130375"/>
                <a:gd name="connsiteX108" fmla="*/ 97426 w 116606"/>
                <a:gd name="connsiteY108" fmla="*/ 56063 h 130375"/>
                <a:gd name="connsiteX109" fmla="*/ 96991 w 116606"/>
                <a:gd name="connsiteY109" fmla="*/ 54154 h 130375"/>
                <a:gd name="connsiteX110" fmla="*/ 96462 w 116606"/>
                <a:gd name="connsiteY110" fmla="*/ 52272 h 130375"/>
                <a:gd name="connsiteX111" fmla="*/ 95852 w 116606"/>
                <a:gd name="connsiteY111" fmla="*/ 50410 h 130375"/>
                <a:gd name="connsiteX112" fmla="*/ 95149 w 116606"/>
                <a:gd name="connsiteY112" fmla="*/ 48589 h 130375"/>
                <a:gd name="connsiteX113" fmla="*/ 94366 w 116606"/>
                <a:gd name="connsiteY113" fmla="*/ 46794 h 130375"/>
                <a:gd name="connsiteX114" fmla="*/ 93502 w 116606"/>
                <a:gd name="connsiteY114" fmla="*/ 45039 h 130375"/>
                <a:gd name="connsiteX115" fmla="*/ 92551 w 116606"/>
                <a:gd name="connsiteY115" fmla="*/ 43331 h 130375"/>
                <a:gd name="connsiteX116" fmla="*/ 91526 w 116606"/>
                <a:gd name="connsiteY116" fmla="*/ 41664 h 130375"/>
                <a:gd name="connsiteX117" fmla="*/ 90421 w 116606"/>
                <a:gd name="connsiteY117" fmla="*/ 40050 h 130375"/>
                <a:gd name="connsiteX118" fmla="*/ 89242 w 116606"/>
                <a:gd name="connsiteY118" fmla="*/ 38489 h 130375"/>
                <a:gd name="connsiteX119" fmla="*/ 87990 w 116606"/>
                <a:gd name="connsiteY119" fmla="*/ 36982 h 130375"/>
                <a:gd name="connsiteX120" fmla="*/ 86670 w 116606"/>
                <a:gd name="connsiteY120" fmla="*/ 35536 h 130375"/>
                <a:gd name="connsiteX121" fmla="*/ 85291 w 116606"/>
                <a:gd name="connsiteY121" fmla="*/ 34156 h 130375"/>
                <a:gd name="connsiteX122" fmla="*/ 83838 w 116606"/>
                <a:gd name="connsiteY122" fmla="*/ 32843 h 130375"/>
                <a:gd name="connsiteX123" fmla="*/ 82331 w 116606"/>
                <a:gd name="connsiteY123" fmla="*/ 31591 h 130375"/>
                <a:gd name="connsiteX124" fmla="*/ 80770 w 116606"/>
                <a:gd name="connsiteY124" fmla="*/ 30419 h 130375"/>
                <a:gd name="connsiteX125" fmla="*/ 79149 w 116606"/>
                <a:gd name="connsiteY125" fmla="*/ 29321 h 130375"/>
                <a:gd name="connsiteX126" fmla="*/ 77482 w 116606"/>
                <a:gd name="connsiteY126" fmla="*/ 28296 h 130375"/>
                <a:gd name="connsiteX127" fmla="*/ 75767 w 116606"/>
                <a:gd name="connsiteY127" fmla="*/ 27352 h 130375"/>
                <a:gd name="connsiteX128" fmla="*/ 74013 w 116606"/>
                <a:gd name="connsiteY128" fmla="*/ 26488 h 130375"/>
                <a:gd name="connsiteX129" fmla="*/ 72218 w 116606"/>
                <a:gd name="connsiteY129" fmla="*/ 25711 h 130375"/>
                <a:gd name="connsiteX130" fmla="*/ 70389 w 116606"/>
                <a:gd name="connsiteY130" fmla="*/ 25014 h 130375"/>
                <a:gd name="connsiteX131" fmla="*/ 68534 w 116606"/>
                <a:gd name="connsiteY131" fmla="*/ 24405 h 130375"/>
                <a:gd name="connsiteX132" fmla="*/ 66646 w 116606"/>
                <a:gd name="connsiteY132" fmla="*/ 23889 h 130375"/>
                <a:gd name="connsiteX133" fmla="*/ 64737 w 116606"/>
                <a:gd name="connsiteY133" fmla="*/ 23454 h 130375"/>
                <a:gd name="connsiteX134" fmla="*/ 62815 w 116606"/>
                <a:gd name="connsiteY134" fmla="*/ 23112 h 130375"/>
                <a:gd name="connsiteX135" fmla="*/ 60873 w 116606"/>
                <a:gd name="connsiteY135" fmla="*/ 22858 h 130375"/>
                <a:gd name="connsiteX136" fmla="*/ 58924 w 116606"/>
                <a:gd name="connsiteY136" fmla="*/ 22697 h 130375"/>
                <a:gd name="connsiteX137" fmla="*/ 56968 w 116606"/>
                <a:gd name="connsiteY137" fmla="*/ 22623 h 130375"/>
                <a:gd name="connsiteX138" fmla="*/ 55013 w 116606"/>
                <a:gd name="connsiteY138" fmla="*/ 22650 h 130375"/>
                <a:gd name="connsiteX139" fmla="*/ 53057 w 116606"/>
                <a:gd name="connsiteY139" fmla="*/ 22757 h 130375"/>
                <a:gd name="connsiteX140" fmla="*/ 51115 w 116606"/>
                <a:gd name="connsiteY140" fmla="*/ 22965 h 130375"/>
                <a:gd name="connsiteX141" fmla="*/ 49179 w 116606"/>
                <a:gd name="connsiteY141" fmla="*/ 23260 h 130375"/>
                <a:gd name="connsiteX142" fmla="*/ 47264 w 116606"/>
                <a:gd name="connsiteY142" fmla="*/ 23642 h 130375"/>
                <a:gd name="connsiteX143" fmla="*/ 45362 w 116606"/>
                <a:gd name="connsiteY143" fmla="*/ 24117 h 130375"/>
                <a:gd name="connsiteX144" fmla="*/ 43493 w 116606"/>
                <a:gd name="connsiteY144" fmla="*/ 24679 h 130375"/>
                <a:gd name="connsiteX145" fmla="*/ 41645 w 116606"/>
                <a:gd name="connsiteY145" fmla="*/ 25329 h 13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116606" h="130375">
                  <a:moveTo>
                    <a:pt x="65855" y="130376"/>
                  </a:moveTo>
                  <a:cubicBezTo>
                    <a:pt x="56848" y="130215"/>
                    <a:pt x="48094" y="130108"/>
                    <a:pt x="39749" y="126324"/>
                  </a:cubicBezTo>
                  <a:cubicBezTo>
                    <a:pt x="22491" y="118495"/>
                    <a:pt x="9478" y="102046"/>
                    <a:pt x="3711" y="84232"/>
                  </a:cubicBezTo>
                  <a:cubicBezTo>
                    <a:pt x="-2222" y="65868"/>
                    <a:pt x="-1365" y="44396"/>
                    <a:pt x="8641" y="27566"/>
                  </a:cubicBezTo>
                  <a:cubicBezTo>
                    <a:pt x="18606" y="10803"/>
                    <a:pt x="31083" y="4434"/>
                    <a:pt x="49514" y="0"/>
                  </a:cubicBezTo>
                  <a:cubicBezTo>
                    <a:pt x="60069" y="797"/>
                    <a:pt x="70731" y="1326"/>
                    <a:pt x="80455" y="5907"/>
                  </a:cubicBezTo>
                  <a:cubicBezTo>
                    <a:pt x="82357" y="6798"/>
                    <a:pt x="84213" y="7789"/>
                    <a:pt x="86014" y="8867"/>
                  </a:cubicBezTo>
                  <a:cubicBezTo>
                    <a:pt x="87816" y="9945"/>
                    <a:pt x="89564" y="11111"/>
                    <a:pt x="91245" y="12363"/>
                  </a:cubicBezTo>
                  <a:cubicBezTo>
                    <a:pt x="92932" y="13616"/>
                    <a:pt x="94553" y="14955"/>
                    <a:pt x="96107" y="16368"/>
                  </a:cubicBezTo>
                  <a:cubicBezTo>
                    <a:pt x="97654" y="17781"/>
                    <a:pt x="99134" y="19275"/>
                    <a:pt x="100540" y="20835"/>
                  </a:cubicBezTo>
                  <a:cubicBezTo>
                    <a:pt x="101940" y="22396"/>
                    <a:pt x="103266" y="24030"/>
                    <a:pt x="104505" y="25724"/>
                  </a:cubicBezTo>
                  <a:cubicBezTo>
                    <a:pt x="105744" y="27419"/>
                    <a:pt x="106896" y="29173"/>
                    <a:pt x="107961" y="30988"/>
                  </a:cubicBezTo>
                  <a:cubicBezTo>
                    <a:pt x="109026" y="32796"/>
                    <a:pt x="110004" y="34658"/>
                    <a:pt x="110881" y="36567"/>
                  </a:cubicBezTo>
                  <a:cubicBezTo>
                    <a:pt x="111758" y="38476"/>
                    <a:pt x="112542" y="40418"/>
                    <a:pt x="113225" y="42407"/>
                  </a:cubicBezTo>
                  <a:cubicBezTo>
                    <a:pt x="119058" y="59612"/>
                    <a:pt x="117130" y="78217"/>
                    <a:pt x="109086" y="94351"/>
                  </a:cubicBezTo>
                  <a:cubicBezTo>
                    <a:pt x="99476" y="113619"/>
                    <a:pt x="85532" y="123129"/>
                    <a:pt x="65855" y="130376"/>
                  </a:cubicBezTo>
                  <a:close/>
                  <a:moveTo>
                    <a:pt x="41645" y="25329"/>
                  </a:moveTo>
                  <a:cubicBezTo>
                    <a:pt x="37747" y="26803"/>
                    <a:pt x="34150" y="28812"/>
                    <a:pt x="30855" y="31363"/>
                  </a:cubicBezTo>
                  <a:cubicBezTo>
                    <a:pt x="30340" y="31758"/>
                    <a:pt x="29831" y="32174"/>
                    <a:pt x="29335" y="32596"/>
                  </a:cubicBezTo>
                  <a:cubicBezTo>
                    <a:pt x="28840" y="33017"/>
                    <a:pt x="28351" y="33453"/>
                    <a:pt x="27875" y="33895"/>
                  </a:cubicBezTo>
                  <a:cubicBezTo>
                    <a:pt x="27400" y="34344"/>
                    <a:pt x="26931" y="34799"/>
                    <a:pt x="26482" y="35268"/>
                  </a:cubicBezTo>
                  <a:cubicBezTo>
                    <a:pt x="26027" y="35730"/>
                    <a:pt x="25585" y="36212"/>
                    <a:pt x="25149" y="36701"/>
                  </a:cubicBezTo>
                  <a:cubicBezTo>
                    <a:pt x="24714" y="37190"/>
                    <a:pt x="24292" y="37686"/>
                    <a:pt x="23884" y="38195"/>
                  </a:cubicBezTo>
                  <a:cubicBezTo>
                    <a:pt x="23475" y="38697"/>
                    <a:pt x="23073" y="39212"/>
                    <a:pt x="22691" y="39742"/>
                  </a:cubicBezTo>
                  <a:cubicBezTo>
                    <a:pt x="22310" y="40271"/>
                    <a:pt x="21935" y="40807"/>
                    <a:pt x="21573" y="41349"/>
                  </a:cubicBezTo>
                  <a:cubicBezTo>
                    <a:pt x="21211" y="41891"/>
                    <a:pt x="20863" y="42447"/>
                    <a:pt x="20528" y="43003"/>
                  </a:cubicBezTo>
                  <a:cubicBezTo>
                    <a:pt x="20200" y="43566"/>
                    <a:pt x="19879" y="44135"/>
                    <a:pt x="19570" y="44704"/>
                  </a:cubicBezTo>
                  <a:cubicBezTo>
                    <a:pt x="19262" y="45280"/>
                    <a:pt x="18968" y="45863"/>
                    <a:pt x="18687" y="46452"/>
                  </a:cubicBezTo>
                  <a:cubicBezTo>
                    <a:pt x="18405" y="47042"/>
                    <a:pt x="18137" y="47637"/>
                    <a:pt x="17883" y="48234"/>
                  </a:cubicBezTo>
                  <a:cubicBezTo>
                    <a:pt x="17635" y="48836"/>
                    <a:pt x="17394" y="49446"/>
                    <a:pt x="17166" y="50055"/>
                  </a:cubicBezTo>
                  <a:cubicBezTo>
                    <a:pt x="16945" y="50665"/>
                    <a:pt x="16731" y="51288"/>
                    <a:pt x="16537" y="51910"/>
                  </a:cubicBezTo>
                  <a:cubicBezTo>
                    <a:pt x="16342" y="52533"/>
                    <a:pt x="16162" y="53156"/>
                    <a:pt x="15994" y="53786"/>
                  </a:cubicBezTo>
                  <a:cubicBezTo>
                    <a:pt x="15827" y="54422"/>
                    <a:pt x="15679" y="55058"/>
                    <a:pt x="15539" y="55694"/>
                  </a:cubicBezTo>
                  <a:cubicBezTo>
                    <a:pt x="15405" y="56331"/>
                    <a:pt x="15284" y="56967"/>
                    <a:pt x="15177" y="57617"/>
                  </a:cubicBezTo>
                  <a:cubicBezTo>
                    <a:pt x="15070" y="58259"/>
                    <a:pt x="14976" y="58902"/>
                    <a:pt x="14903" y="59552"/>
                  </a:cubicBezTo>
                  <a:cubicBezTo>
                    <a:pt x="14829" y="60202"/>
                    <a:pt x="14762" y="60851"/>
                    <a:pt x="14715" y="61501"/>
                  </a:cubicBezTo>
                  <a:cubicBezTo>
                    <a:pt x="14668" y="62151"/>
                    <a:pt x="14641" y="62800"/>
                    <a:pt x="14621" y="63450"/>
                  </a:cubicBezTo>
                  <a:cubicBezTo>
                    <a:pt x="14608" y="64099"/>
                    <a:pt x="14608" y="64756"/>
                    <a:pt x="14621" y="65405"/>
                  </a:cubicBezTo>
                  <a:cubicBezTo>
                    <a:pt x="14641" y="66062"/>
                    <a:pt x="14668" y="66711"/>
                    <a:pt x="14715" y="67361"/>
                  </a:cubicBezTo>
                  <a:cubicBezTo>
                    <a:pt x="14762" y="68011"/>
                    <a:pt x="14822" y="68660"/>
                    <a:pt x="14896" y="69310"/>
                  </a:cubicBezTo>
                  <a:cubicBezTo>
                    <a:pt x="14970" y="69960"/>
                    <a:pt x="15063" y="70603"/>
                    <a:pt x="15171" y="71246"/>
                  </a:cubicBezTo>
                  <a:cubicBezTo>
                    <a:pt x="15271" y="71889"/>
                    <a:pt x="15391" y="72532"/>
                    <a:pt x="15532" y="73168"/>
                  </a:cubicBezTo>
                  <a:cubicBezTo>
                    <a:pt x="15666" y="73804"/>
                    <a:pt x="15813" y="74440"/>
                    <a:pt x="15981" y="75070"/>
                  </a:cubicBezTo>
                  <a:cubicBezTo>
                    <a:pt x="16148" y="75706"/>
                    <a:pt x="16329" y="76329"/>
                    <a:pt x="16523" y="76952"/>
                  </a:cubicBezTo>
                  <a:cubicBezTo>
                    <a:pt x="16717" y="77574"/>
                    <a:pt x="16932" y="78197"/>
                    <a:pt x="17153" y="78807"/>
                  </a:cubicBezTo>
                  <a:cubicBezTo>
                    <a:pt x="17374" y="79416"/>
                    <a:pt x="17615" y="80025"/>
                    <a:pt x="17863" y="80628"/>
                  </a:cubicBezTo>
                  <a:cubicBezTo>
                    <a:pt x="18117" y="81224"/>
                    <a:pt x="18385" y="81820"/>
                    <a:pt x="18666" y="82410"/>
                  </a:cubicBezTo>
                  <a:cubicBezTo>
                    <a:pt x="18941" y="82999"/>
                    <a:pt x="19236" y="83582"/>
                    <a:pt x="19544" y="84158"/>
                  </a:cubicBezTo>
                  <a:cubicBezTo>
                    <a:pt x="19852" y="84734"/>
                    <a:pt x="20173" y="85303"/>
                    <a:pt x="20508" y="85866"/>
                  </a:cubicBezTo>
                  <a:cubicBezTo>
                    <a:pt x="20836" y="86421"/>
                    <a:pt x="21185" y="86977"/>
                    <a:pt x="21546" y="87520"/>
                  </a:cubicBezTo>
                  <a:cubicBezTo>
                    <a:pt x="21908" y="88062"/>
                    <a:pt x="22283" y="88598"/>
                    <a:pt x="22665" y="89127"/>
                  </a:cubicBezTo>
                  <a:cubicBezTo>
                    <a:pt x="23046" y="89656"/>
                    <a:pt x="23442" y="90172"/>
                    <a:pt x="23850" y="90681"/>
                  </a:cubicBezTo>
                  <a:cubicBezTo>
                    <a:pt x="24259" y="91183"/>
                    <a:pt x="24681" y="91686"/>
                    <a:pt x="25116" y="92174"/>
                  </a:cubicBezTo>
                  <a:cubicBezTo>
                    <a:pt x="25551" y="92663"/>
                    <a:pt x="25993" y="93139"/>
                    <a:pt x="26449" y="93608"/>
                  </a:cubicBezTo>
                  <a:cubicBezTo>
                    <a:pt x="26897" y="94076"/>
                    <a:pt x="27366" y="94532"/>
                    <a:pt x="27842" y="94981"/>
                  </a:cubicBezTo>
                  <a:cubicBezTo>
                    <a:pt x="28317" y="95423"/>
                    <a:pt x="28806" y="95858"/>
                    <a:pt x="29302" y="96280"/>
                  </a:cubicBezTo>
                  <a:cubicBezTo>
                    <a:pt x="29797" y="96702"/>
                    <a:pt x="30300" y="97117"/>
                    <a:pt x="30815" y="97512"/>
                  </a:cubicBezTo>
                  <a:cubicBezTo>
                    <a:pt x="31331" y="97914"/>
                    <a:pt x="31860" y="98302"/>
                    <a:pt x="32389" y="98678"/>
                  </a:cubicBezTo>
                  <a:cubicBezTo>
                    <a:pt x="32925" y="99052"/>
                    <a:pt x="33467" y="99414"/>
                    <a:pt x="34017" y="99762"/>
                  </a:cubicBezTo>
                  <a:cubicBezTo>
                    <a:pt x="34566" y="100111"/>
                    <a:pt x="35122" y="100445"/>
                    <a:pt x="35691" y="100774"/>
                  </a:cubicBezTo>
                  <a:cubicBezTo>
                    <a:pt x="36260" y="101102"/>
                    <a:pt x="36830" y="101410"/>
                    <a:pt x="37412" y="101705"/>
                  </a:cubicBezTo>
                  <a:cubicBezTo>
                    <a:pt x="37995" y="101999"/>
                    <a:pt x="38577" y="102280"/>
                    <a:pt x="39173" y="102555"/>
                  </a:cubicBezTo>
                  <a:cubicBezTo>
                    <a:pt x="39770" y="102823"/>
                    <a:pt x="40366" y="103078"/>
                    <a:pt x="40975" y="103319"/>
                  </a:cubicBezTo>
                  <a:cubicBezTo>
                    <a:pt x="41585" y="103560"/>
                    <a:pt x="42194" y="103788"/>
                    <a:pt x="42810" y="104002"/>
                  </a:cubicBezTo>
                  <a:cubicBezTo>
                    <a:pt x="43426" y="104209"/>
                    <a:pt x="44049" y="104411"/>
                    <a:pt x="44672" y="104591"/>
                  </a:cubicBezTo>
                  <a:cubicBezTo>
                    <a:pt x="45301" y="104772"/>
                    <a:pt x="45931" y="104946"/>
                    <a:pt x="46560" y="105100"/>
                  </a:cubicBezTo>
                  <a:cubicBezTo>
                    <a:pt x="47197" y="105254"/>
                    <a:pt x="47833" y="105388"/>
                    <a:pt x="48476" y="105515"/>
                  </a:cubicBezTo>
                  <a:cubicBezTo>
                    <a:pt x="49112" y="105643"/>
                    <a:pt x="49755" y="105750"/>
                    <a:pt x="50405" y="105844"/>
                  </a:cubicBezTo>
                  <a:cubicBezTo>
                    <a:pt x="51048" y="105937"/>
                    <a:pt x="51697" y="106018"/>
                    <a:pt x="52347" y="106085"/>
                  </a:cubicBezTo>
                  <a:cubicBezTo>
                    <a:pt x="52997" y="106145"/>
                    <a:pt x="53646" y="106192"/>
                    <a:pt x="54296" y="106225"/>
                  </a:cubicBezTo>
                  <a:cubicBezTo>
                    <a:pt x="54946" y="106259"/>
                    <a:pt x="55602" y="106279"/>
                    <a:pt x="56252" y="106279"/>
                  </a:cubicBezTo>
                  <a:cubicBezTo>
                    <a:pt x="56901" y="106286"/>
                    <a:pt x="57557" y="106272"/>
                    <a:pt x="58207" y="106246"/>
                  </a:cubicBezTo>
                  <a:cubicBezTo>
                    <a:pt x="58857" y="106219"/>
                    <a:pt x="59506" y="106178"/>
                    <a:pt x="60156" y="106118"/>
                  </a:cubicBezTo>
                  <a:cubicBezTo>
                    <a:pt x="60806" y="106058"/>
                    <a:pt x="61455" y="105984"/>
                    <a:pt x="62105" y="105897"/>
                  </a:cubicBezTo>
                  <a:cubicBezTo>
                    <a:pt x="62748" y="105810"/>
                    <a:pt x="63391" y="105703"/>
                    <a:pt x="64034" y="105589"/>
                  </a:cubicBezTo>
                  <a:cubicBezTo>
                    <a:pt x="64677" y="105468"/>
                    <a:pt x="65313" y="105335"/>
                    <a:pt x="65949" y="105187"/>
                  </a:cubicBezTo>
                  <a:cubicBezTo>
                    <a:pt x="66585" y="105040"/>
                    <a:pt x="67215" y="104879"/>
                    <a:pt x="67844" y="104698"/>
                  </a:cubicBezTo>
                  <a:cubicBezTo>
                    <a:pt x="68467" y="104518"/>
                    <a:pt x="69090" y="104330"/>
                    <a:pt x="69713" y="104122"/>
                  </a:cubicBezTo>
                  <a:cubicBezTo>
                    <a:pt x="70336" y="103915"/>
                    <a:pt x="70945" y="103694"/>
                    <a:pt x="71555" y="103459"/>
                  </a:cubicBezTo>
                  <a:cubicBezTo>
                    <a:pt x="72164" y="103225"/>
                    <a:pt x="72767" y="102970"/>
                    <a:pt x="73363" y="102709"/>
                  </a:cubicBezTo>
                  <a:cubicBezTo>
                    <a:pt x="73959" y="102448"/>
                    <a:pt x="74548" y="102167"/>
                    <a:pt x="75131" y="101879"/>
                  </a:cubicBezTo>
                  <a:cubicBezTo>
                    <a:pt x="75714" y="101584"/>
                    <a:pt x="76290" y="101276"/>
                    <a:pt x="76859" y="100961"/>
                  </a:cubicBezTo>
                  <a:cubicBezTo>
                    <a:pt x="77428" y="100647"/>
                    <a:pt x="77991" y="100312"/>
                    <a:pt x="78547" y="99970"/>
                  </a:cubicBezTo>
                  <a:cubicBezTo>
                    <a:pt x="79103" y="99622"/>
                    <a:pt x="79645" y="99260"/>
                    <a:pt x="80181" y="98892"/>
                  </a:cubicBezTo>
                  <a:cubicBezTo>
                    <a:pt x="80717" y="98523"/>
                    <a:pt x="81246" y="98142"/>
                    <a:pt x="81761" y="97746"/>
                  </a:cubicBezTo>
                  <a:cubicBezTo>
                    <a:pt x="82284" y="97352"/>
                    <a:pt x="82793" y="96950"/>
                    <a:pt x="83295" y="96528"/>
                  </a:cubicBezTo>
                  <a:cubicBezTo>
                    <a:pt x="83797" y="96106"/>
                    <a:pt x="84286" y="95677"/>
                    <a:pt x="84762" y="95235"/>
                  </a:cubicBezTo>
                  <a:cubicBezTo>
                    <a:pt x="85244" y="94793"/>
                    <a:pt x="85713" y="94344"/>
                    <a:pt x="86175" y="93882"/>
                  </a:cubicBezTo>
                  <a:cubicBezTo>
                    <a:pt x="86637" y="93420"/>
                    <a:pt x="87079" y="92945"/>
                    <a:pt x="87514" y="92456"/>
                  </a:cubicBezTo>
                  <a:cubicBezTo>
                    <a:pt x="87950" y="91973"/>
                    <a:pt x="88378" y="91478"/>
                    <a:pt x="88793" y="90976"/>
                  </a:cubicBezTo>
                  <a:cubicBezTo>
                    <a:pt x="89202" y="90473"/>
                    <a:pt x="89604" y="89958"/>
                    <a:pt x="89999" y="89435"/>
                  </a:cubicBezTo>
                  <a:cubicBezTo>
                    <a:pt x="90387" y="88906"/>
                    <a:pt x="90762" y="88377"/>
                    <a:pt x="91131" y="87835"/>
                  </a:cubicBezTo>
                  <a:cubicBezTo>
                    <a:pt x="91493" y="87292"/>
                    <a:pt x="91841" y="86743"/>
                    <a:pt x="92182" y="86187"/>
                  </a:cubicBezTo>
                  <a:cubicBezTo>
                    <a:pt x="92524" y="85631"/>
                    <a:pt x="92845" y="85069"/>
                    <a:pt x="93160" y="84493"/>
                  </a:cubicBezTo>
                  <a:cubicBezTo>
                    <a:pt x="93475" y="83923"/>
                    <a:pt x="93770" y="83341"/>
                    <a:pt x="94058" y="82758"/>
                  </a:cubicBezTo>
                  <a:cubicBezTo>
                    <a:pt x="94346" y="82169"/>
                    <a:pt x="94613" y="81573"/>
                    <a:pt x="94875" y="80977"/>
                  </a:cubicBezTo>
                  <a:cubicBezTo>
                    <a:pt x="95129" y="80381"/>
                    <a:pt x="95370" y="79771"/>
                    <a:pt x="95605" y="79162"/>
                  </a:cubicBezTo>
                  <a:cubicBezTo>
                    <a:pt x="95832" y="78552"/>
                    <a:pt x="96047" y="77936"/>
                    <a:pt x="96248" y="77313"/>
                  </a:cubicBezTo>
                  <a:cubicBezTo>
                    <a:pt x="96448" y="76690"/>
                    <a:pt x="96636" y="76067"/>
                    <a:pt x="96803" y="75438"/>
                  </a:cubicBezTo>
                  <a:cubicBezTo>
                    <a:pt x="96978" y="74808"/>
                    <a:pt x="97132" y="74179"/>
                    <a:pt x="97272" y="73543"/>
                  </a:cubicBezTo>
                  <a:cubicBezTo>
                    <a:pt x="97413" y="72906"/>
                    <a:pt x="97540" y="72263"/>
                    <a:pt x="97654" y="71621"/>
                  </a:cubicBezTo>
                  <a:cubicBezTo>
                    <a:pt x="97768" y="70978"/>
                    <a:pt x="97862" y="70335"/>
                    <a:pt x="97949" y="69685"/>
                  </a:cubicBezTo>
                  <a:cubicBezTo>
                    <a:pt x="98029" y="69035"/>
                    <a:pt x="98096" y="68392"/>
                    <a:pt x="98143" y="67743"/>
                  </a:cubicBezTo>
                  <a:cubicBezTo>
                    <a:pt x="98197" y="67093"/>
                    <a:pt x="98237" y="66437"/>
                    <a:pt x="98257" y="65787"/>
                  </a:cubicBezTo>
                  <a:cubicBezTo>
                    <a:pt x="98277" y="65138"/>
                    <a:pt x="98277" y="64481"/>
                    <a:pt x="98270" y="63832"/>
                  </a:cubicBezTo>
                  <a:cubicBezTo>
                    <a:pt x="98263" y="63182"/>
                    <a:pt x="98237" y="62526"/>
                    <a:pt x="98197" y="61876"/>
                  </a:cubicBezTo>
                  <a:cubicBezTo>
                    <a:pt x="98156" y="61227"/>
                    <a:pt x="98103" y="60577"/>
                    <a:pt x="98029" y="59927"/>
                  </a:cubicBezTo>
                  <a:cubicBezTo>
                    <a:pt x="97955" y="59278"/>
                    <a:pt x="97875" y="58635"/>
                    <a:pt x="97774" y="57985"/>
                  </a:cubicBezTo>
                  <a:cubicBezTo>
                    <a:pt x="97674" y="57342"/>
                    <a:pt x="97554" y="56699"/>
                    <a:pt x="97426" y="56063"/>
                  </a:cubicBezTo>
                  <a:cubicBezTo>
                    <a:pt x="97299" y="55427"/>
                    <a:pt x="97152" y="54791"/>
                    <a:pt x="96991" y="54154"/>
                  </a:cubicBezTo>
                  <a:cubicBezTo>
                    <a:pt x="96830" y="53525"/>
                    <a:pt x="96656" y="52895"/>
                    <a:pt x="96462" y="52272"/>
                  </a:cubicBezTo>
                  <a:cubicBezTo>
                    <a:pt x="96274" y="51649"/>
                    <a:pt x="96073" y="51027"/>
                    <a:pt x="95852" y="50410"/>
                  </a:cubicBezTo>
                  <a:cubicBezTo>
                    <a:pt x="95632" y="49801"/>
                    <a:pt x="95397" y="49191"/>
                    <a:pt x="95149" y="48589"/>
                  </a:cubicBezTo>
                  <a:cubicBezTo>
                    <a:pt x="94901" y="47979"/>
                    <a:pt x="94640" y="47383"/>
                    <a:pt x="94366" y="46794"/>
                  </a:cubicBezTo>
                  <a:cubicBezTo>
                    <a:pt x="94091" y="46204"/>
                    <a:pt x="93803" y="45622"/>
                    <a:pt x="93502" y="45039"/>
                  </a:cubicBezTo>
                  <a:cubicBezTo>
                    <a:pt x="93200" y="44463"/>
                    <a:pt x="92879" y="43894"/>
                    <a:pt x="92551" y="43331"/>
                  </a:cubicBezTo>
                  <a:cubicBezTo>
                    <a:pt x="92223" y="42769"/>
                    <a:pt x="91881" y="42213"/>
                    <a:pt x="91526" y="41664"/>
                  </a:cubicBezTo>
                  <a:cubicBezTo>
                    <a:pt x="91171" y="41121"/>
                    <a:pt x="90803" y="40579"/>
                    <a:pt x="90421" y="40050"/>
                  </a:cubicBezTo>
                  <a:cubicBezTo>
                    <a:pt x="90039" y="39521"/>
                    <a:pt x="89651" y="38998"/>
                    <a:pt x="89242" y="38489"/>
                  </a:cubicBezTo>
                  <a:cubicBezTo>
                    <a:pt x="88834" y="37973"/>
                    <a:pt x="88418" y="37471"/>
                    <a:pt x="87990" y="36982"/>
                  </a:cubicBezTo>
                  <a:cubicBezTo>
                    <a:pt x="87561" y="36493"/>
                    <a:pt x="87119" y="36011"/>
                    <a:pt x="86670" y="35536"/>
                  </a:cubicBezTo>
                  <a:cubicBezTo>
                    <a:pt x="86222" y="35067"/>
                    <a:pt x="85760" y="34605"/>
                    <a:pt x="85291" y="34156"/>
                  </a:cubicBezTo>
                  <a:cubicBezTo>
                    <a:pt x="84815" y="33707"/>
                    <a:pt x="84333" y="33265"/>
                    <a:pt x="83838" y="32843"/>
                  </a:cubicBezTo>
                  <a:cubicBezTo>
                    <a:pt x="83349" y="32415"/>
                    <a:pt x="82846" y="32000"/>
                    <a:pt x="82331" y="31591"/>
                  </a:cubicBezTo>
                  <a:cubicBezTo>
                    <a:pt x="81815" y="31189"/>
                    <a:pt x="81299" y="30801"/>
                    <a:pt x="80770" y="30419"/>
                  </a:cubicBezTo>
                  <a:cubicBezTo>
                    <a:pt x="80241" y="30037"/>
                    <a:pt x="79699" y="29676"/>
                    <a:pt x="79149" y="29321"/>
                  </a:cubicBezTo>
                  <a:cubicBezTo>
                    <a:pt x="78600" y="28966"/>
                    <a:pt x="78044" y="28624"/>
                    <a:pt x="77482" y="28296"/>
                  </a:cubicBezTo>
                  <a:cubicBezTo>
                    <a:pt x="76919" y="27968"/>
                    <a:pt x="76350" y="27653"/>
                    <a:pt x="75767" y="27352"/>
                  </a:cubicBezTo>
                  <a:cubicBezTo>
                    <a:pt x="75191" y="27050"/>
                    <a:pt x="74609" y="26762"/>
                    <a:pt x="74013" y="26488"/>
                  </a:cubicBezTo>
                  <a:cubicBezTo>
                    <a:pt x="73423" y="26213"/>
                    <a:pt x="72827" y="25958"/>
                    <a:pt x="72218" y="25711"/>
                  </a:cubicBezTo>
                  <a:cubicBezTo>
                    <a:pt x="71615" y="25463"/>
                    <a:pt x="71006" y="25235"/>
                    <a:pt x="70389" y="25014"/>
                  </a:cubicBezTo>
                  <a:cubicBezTo>
                    <a:pt x="69773" y="24793"/>
                    <a:pt x="69157" y="24592"/>
                    <a:pt x="68534" y="24405"/>
                  </a:cubicBezTo>
                  <a:cubicBezTo>
                    <a:pt x="67911" y="24217"/>
                    <a:pt x="67282" y="24043"/>
                    <a:pt x="66646" y="23889"/>
                  </a:cubicBezTo>
                  <a:cubicBezTo>
                    <a:pt x="66009" y="23729"/>
                    <a:pt x="65373" y="23581"/>
                    <a:pt x="64737" y="23454"/>
                  </a:cubicBezTo>
                  <a:cubicBezTo>
                    <a:pt x="64101" y="23326"/>
                    <a:pt x="63458" y="23213"/>
                    <a:pt x="62815" y="23112"/>
                  </a:cubicBezTo>
                  <a:cubicBezTo>
                    <a:pt x="62165" y="23012"/>
                    <a:pt x="61522" y="22925"/>
                    <a:pt x="60873" y="22858"/>
                  </a:cubicBezTo>
                  <a:cubicBezTo>
                    <a:pt x="60223" y="22791"/>
                    <a:pt x="59573" y="22737"/>
                    <a:pt x="58924" y="22697"/>
                  </a:cubicBezTo>
                  <a:cubicBezTo>
                    <a:pt x="58274" y="22657"/>
                    <a:pt x="57618" y="22630"/>
                    <a:pt x="56968" y="22623"/>
                  </a:cubicBezTo>
                  <a:cubicBezTo>
                    <a:pt x="56318" y="22617"/>
                    <a:pt x="55662" y="22630"/>
                    <a:pt x="55013" y="22650"/>
                  </a:cubicBezTo>
                  <a:cubicBezTo>
                    <a:pt x="54363" y="22670"/>
                    <a:pt x="53707" y="22710"/>
                    <a:pt x="53057" y="22757"/>
                  </a:cubicBezTo>
                  <a:cubicBezTo>
                    <a:pt x="52407" y="22811"/>
                    <a:pt x="51764" y="22878"/>
                    <a:pt x="51115" y="22965"/>
                  </a:cubicBezTo>
                  <a:cubicBezTo>
                    <a:pt x="50465" y="23052"/>
                    <a:pt x="49822" y="23146"/>
                    <a:pt x="49179" y="23260"/>
                  </a:cubicBezTo>
                  <a:cubicBezTo>
                    <a:pt x="48536" y="23373"/>
                    <a:pt x="47900" y="23501"/>
                    <a:pt x="47264" y="23642"/>
                  </a:cubicBezTo>
                  <a:cubicBezTo>
                    <a:pt x="46628" y="23782"/>
                    <a:pt x="45991" y="23943"/>
                    <a:pt x="45362" y="24117"/>
                  </a:cubicBezTo>
                  <a:cubicBezTo>
                    <a:pt x="44732" y="24291"/>
                    <a:pt x="44109" y="24479"/>
                    <a:pt x="43493" y="24679"/>
                  </a:cubicBezTo>
                  <a:cubicBezTo>
                    <a:pt x="42870" y="24881"/>
                    <a:pt x="42254" y="25095"/>
                    <a:pt x="41645" y="25329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3705F1C7-0B87-709D-3615-668401B6A0CE}"/>
                </a:ext>
              </a:extLst>
            </p:cNvPr>
            <p:cNvSpPr/>
            <p:nvPr/>
          </p:nvSpPr>
          <p:spPr>
            <a:xfrm>
              <a:off x="759322" y="4456107"/>
              <a:ext cx="83662" cy="83663"/>
            </a:xfrm>
            <a:custGeom>
              <a:avLst/>
              <a:gdLst>
                <a:gd name="connsiteX0" fmla="*/ 27034 w 83662"/>
                <a:gd name="connsiteY0" fmla="*/ 2707 h 83663"/>
                <a:gd name="connsiteX1" fmla="*/ 28882 w 83662"/>
                <a:gd name="connsiteY1" fmla="*/ 2058 h 83663"/>
                <a:gd name="connsiteX2" fmla="*/ 30751 w 83662"/>
                <a:gd name="connsiteY2" fmla="*/ 1495 h 83663"/>
                <a:gd name="connsiteX3" fmla="*/ 32653 w 83662"/>
                <a:gd name="connsiteY3" fmla="*/ 1020 h 83663"/>
                <a:gd name="connsiteX4" fmla="*/ 34568 w 83662"/>
                <a:gd name="connsiteY4" fmla="*/ 638 h 83663"/>
                <a:gd name="connsiteX5" fmla="*/ 36504 w 83662"/>
                <a:gd name="connsiteY5" fmla="*/ 343 h 83663"/>
                <a:gd name="connsiteX6" fmla="*/ 38446 w 83662"/>
                <a:gd name="connsiteY6" fmla="*/ 136 h 83663"/>
                <a:gd name="connsiteX7" fmla="*/ 40401 w 83662"/>
                <a:gd name="connsiteY7" fmla="*/ 29 h 83663"/>
                <a:gd name="connsiteX8" fmla="*/ 42357 w 83662"/>
                <a:gd name="connsiteY8" fmla="*/ 2 h 83663"/>
                <a:gd name="connsiteX9" fmla="*/ 44312 w 83662"/>
                <a:gd name="connsiteY9" fmla="*/ 75 h 83663"/>
                <a:gd name="connsiteX10" fmla="*/ 46261 w 83662"/>
                <a:gd name="connsiteY10" fmla="*/ 236 h 83663"/>
                <a:gd name="connsiteX11" fmla="*/ 48204 w 83662"/>
                <a:gd name="connsiteY11" fmla="*/ 491 h 83663"/>
                <a:gd name="connsiteX12" fmla="*/ 50126 w 83662"/>
                <a:gd name="connsiteY12" fmla="*/ 832 h 83663"/>
                <a:gd name="connsiteX13" fmla="*/ 52035 w 83662"/>
                <a:gd name="connsiteY13" fmla="*/ 1261 h 83663"/>
                <a:gd name="connsiteX14" fmla="*/ 53923 w 83662"/>
                <a:gd name="connsiteY14" fmla="*/ 1783 h 83663"/>
                <a:gd name="connsiteX15" fmla="*/ 55778 w 83662"/>
                <a:gd name="connsiteY15" fmla="*/ 2393 h 83663"/>
                <a:gd name="connsiteX16" fmla="*/ 57607 w 83662"/>
                <a:gd name="connsiteY16" fmla="*/ 3089 h 83663"/>
                <a:gd name="connsiteX17" fmla="*/ 59401 w 83662"/>
                <a:gd name="connsiteY17" fmla="*/ 3866 h 83663"/>
                <a:gd name="connsiteX18" fmla="*/ 61156 w 83662"/>
                <a:gd name="connsiteY18" fmla="*/ 4730 h 83663"/>
                <a:gd name="connsiteX19" fmla="*/ 62871 w 83662"/>
                <a:gd name="connsiteY19" fmla="*/ 5674 h 83663"/>
                <a:gd name="connsiteX20" fmla="*/ 64538 w 83662"/>
                <a:gd name="connsiteY20" fmla="*/ 6699 h 83663"/>
                <a:gd name="connsiteX21" fmla="*/ 66159 w 83662"/>
                <a:gd name="connsiteY21" fmla="*/ 7797 h 83663"/>
                <a:gd name="connsiteX22" fmla="*/ 67719 w 83662"/>
                <a:gd name="connsiteY22" fmla="*/ 8976 h 83663"/>
                <a:gd name="connsiteX23" fmla="*/ 69226 w 83662"/>
                <a:gd name="connsiteY23" fmla="*/ 10222 h 83663"/>
                <a:gd name="connsiteX24" fmla="*/ 70680 w 83662"/>
                <a:gd name="connsiteY24" fmla="*/ 11534 h 83663"/>
                <a:gd name="connsiteX25" fmla="*/ 72059 w 83662"/>
                <a:gd name="connsiteY25" fmla="*/ 12914 h 83663"/>
                <a:gd name="connsiteX26" fmla="*/ 73379 w 83662"/>
                <a:gd name="connsiteY26" fmla="*/ 14360 h 83663"/>
                <a:gd name="connsiteX27" fmla="*/ 74631 w 83662"/>
                <a:gd name="connsiteY27" fmla="*/ 15868 h 83663"/>
                <a:gd name="connsiteX28" fmla="*/ 75810 w 83662"/>
                <a:gd name="connsiteY28" fmla="*/ 17428 h 83663"/>
                <a:gd name="connsiteX29" fmla="*/ 76915 w 83662"/>
                <a:gd name="connsiteY29" fmla="*/ 19042 h 83663"/>
                <a:gd name="connsiteX30" fmla="*/ 77939 w 83662"/>
                <a:gd name="connsiteY30" fmla="*/ 20709 h 83663"/>
                <a:gd name="connsiteX31" fmla="*/ 78890 w 83662"/>
                <a:gd name="connsiteY31" fmla="*/ 22417 h 83663"/>
                <a:gd name="connsiteX32" fmla="*/ 79754 w 83662"/>
                <a:gd name="connsiteY32" fmla="*/ 24172 h 83663"/>
                <a:gd name="connsiteX33" fmla="*/ 80538 w 83662"/>
                <a:gd name="connsiteY33" fmla="*/ 25967 h 83663"/>
                <a:gd name="connsiteX34" fmla="*/ 81241 w 83662"/>
                <a:gd name="connsiteY34" fmla="*/ 27789 h 83663"/>
                <a:gd name="connsiteX35" fmla="*/ 81851 w 83662"/>
                <a:gd name="connsiteY35" fmla="*/ 29650 h 83663"/>
                <a:gd name="connsiteX36" fmla="*/ 82380 w 83662"/>
                <a:gd name="connsiteY36" fmla="*/ 31532 h 83663"/>
                <a:gd name="connsiteX37" fmla="*/ 82815 w 83662"/>
                <a:gd name="connsiteY37" fmla="*/ 33441 h 83663"/>
                <a:gd name="connsiteX38" fmla="*/ 83163 w 83662"/>
                <a:gd name="connsiteY38" fmla="*/ 35363 h 83663"/>
                <a:gd name="connsiteX39" fmla="*/ 83418 w 83662"/>
                <a:gd name="connsiteY39" fmla="*/ 37305 h 83663"/>
                <a:gd name="connsiteX40" fmla="*/ 83585 w 83662"/>
                <a:gd name="connsiteY40" fmla="*/ 39254 h 83663"/>
                <a:gd name="connsiteX41" fmla="*/ 83659 w 83662"/>
                <a:gd name="connsiteY41" fmla="*/ 41210 h 83663"/>
                <a:gd name="connsiteX42" fmla="*/ 83646 w 83662"/>
                <a:gd name="connsiteY42" fmla="*/ 43166 h 83663"/>
                <a:gd name="connsiteX43" fmla="*/ 83532 w 83662"/>
                <a:gd name="connsiteY43" fmla="*/ 45121 h 83663"/>
                <a:gd name="connsiteX44" fmla="*/ 83337 w 83662"/>
                <a:gd name="connsiteY44" fmla="*/ 47064 h 83663"/>
                <a:gd name="connsiteX45" fmla="*/ 83043 w 83662"/>
                <a:gd name="connsiteY45" fmla="*/ 48999 h 83663"/>
                <a:gd name="connsiteX46" fmla="*/ 82661 w 83662"/>
                <a:gd name="connsiteY46" fmla="*/ 50921 h 83663"/>
                <a:gd name="connsiteX47" fmla="*/ 82192 w 83662"/>
                <a:gd name="connsiteY47" fmla="*/ 52816 h 83663"/>
                <a:gd name="connsiteX48" fmla="*/ 81636 w 83662"/>
                <a:gd name="connsiteY48" fmla="*/ 54692 h 83663"/>
                <a:gd name="connsiteX49" fmla="*/ 80993 w 83662"/>
                <a:gd name="connsiteY49" fmla="*/ 56540 h 83663"/>
                <a:gd name="connsiteX50" fmla="*/ 80263 w 83662"/>
                <a:gd name="connsiteY50" fmla="*/ 58355 h 83663"/>
                <a:gd name="connsiteX51" fmla="*/ 79446 w 83662"/>
                <a:gd name="connsiteY51" fmla="*/ 60136 h 83663"/>
                <a:gd name="connsiteX52" fmla="*/ 78549 w 83662"/>
                <a:gd name="connsiteY52" fmla="*/ 61871 h 83663"/>
                <a:gd name="connsiteX53" fmla="*/ 77571 w 83662"/>
                <a:gd name="connsiteY53" fmla="*/ 63566 h 83663"/>
                <a:gd name="connsiteX54" fmla="*/ 76513 w 83662"/>
                <a:gd name="connsiteY54" fmla="*/ 65213 h 83663"/>
                <a:gd name="connsiteX55" fmla="*/ 75388 w 83662"/>
                <a:gd name="connsiteY55" fmla="*/ 66814 h 83663"/>
                <a:gd name="connsiteX56" fmla="*/ 74182 w 83662"/>
                <a:gd name="connsiteY56" fmla="*/ 68354 h 83663"/>
                <a:gd name="connsiteX57" fmla="*/ 72903 w 83662"/>
                <a:gd name="connsiteY57" fmla="*/ 69834 h 83663"/>
                <a:gd name="connsiteX58" fmla="*/ 71564 w 83662"/>
                <a:gd name="connsiteY58" fmla="*/ 71261 h 83663"/>
                <a:gd name="connsiteX59" fmla="*/ 70151 w 83662"/>
                <a:gd name="connsiteY59" fmla="*/ 72613 h 83663"/>
                <a:gd name="connsiteX60" fmla="*/ 68684 w 83662"/>
                <a:gd name="connsiteY60" fmla="*/ 73906 h 83663"/>
                <a:gd name="connsiteX61" fmla="*/ 67150 w 83662"/>
                <a:gd name="connsiteY61" fmla="*/ 75125 h 83663"/>
                <a:gd name="connsiteX62" fmla="*/ 65570 w 83662"/>
                <a:gd name="connsiteY62" fmla="*/ 76270 h 83663"/>
                <a:gd name="connsiteX63" fmla="*/ 63935 w 83662"/>
                <a:gd name="connsiteY63" fmla="*/ 77348 h 83663"/>
                <a:gd name="connsiteX64" fmla="*/ 62248 w 83662"/>
                <a:gd name="connsiteY64" fmla="*/ 78340 h 83663"/>
                <a:gd name="connsiteX65" fmla="*/ 60520 w 83662"/>
                <a:gd name="connsiteY65" fmla="*/ 79257 h 83663"/>
                <a:gd name="connsiteX66" fmla="*/ 58752 w 83662"/>
                <a:gd name="connsiteY66" fmla="*/ 80088 h 83663"/>
                <a:gd name="connsiteX67" fmla="*/ 56944 w 83662"/>
                <a:gd name="connsiteY67" fmla="*/ 80838 h 83663"/>
                <a:gd name="connsiteX68" fmla="*/ 55102 w 83662"/>
                <a:gd name="connsiteY68" fmla="*/ 81501 h 83663"/>
                <a:gd name="connsiteX69" fmla="*/ 53233 w 83662"/>
                <a:gd name="connsiteY69" fmla="*/ 82077 h 83663"/>
                <a:gd name="connsiteX70" fmla="*/ 51338 w 83662"/>
                <a:gd name="connsiteY70" fmla="*/ 82566 h 83663"/>
                <a:gd name="connsiteX71" fmla="*/ 49422 w 83662"/>
                <a:gd name="connsiteY71" fmla="*/ 82967 h 83663"/>
                <a:gd name="connsiteX72" fmla="*/ 47494 w 83662"/>
                <a:gd name="connsiteY72" fmla="*/ 83276 h 83663"/>
                <a:gd name="connsiteX73" fmla="*/ 45545 w 83662"/>
                <a:gd name="connsiteY73" fmla="*/ 83496 h 83663"/>
                <a:gd name="connsiteX74" fmla="*/ 43596 w 83662"/>
                <a:gd name="connsiteY74" fmla="*/ 83624 h 83663"/>
                <a:gd name="connsiteX75" fmla="*/ 41640 w 83662"/>
                <a:gd name="connsiteY75" fmla="*/ 83664 h 83663"/>
                <a:gd name="connsiteX76" fmla="*/ 39685 w 83662"/>
                <a:gd name="connsiteY76" fmla="*/ 83604 h 83663"/>
                <a:gd name="connsiteX77" fmla="*/ 37736 w 83662"/>
                <a:gd name="connsiteY77" fmla="*/ 83463 h 83663"/>
                <a:gd name="connsiteX78" fmla="*/ 35794 w 83662"/>
                <a:gd name="connsiteY78" fmla="*/ 83222 h 83663"/>
                <a:gd name="connsiteX79" fmla="*/ 33865 w 83662"/>
                <a:gd name="connsiteY79" fmla="*/ 82894 h 83663"/>
                <a:gd name="connsiteX80" fmla="*/ 31949 w 83662"/>
                <a:gd name="connsiteY80" fmla="*/ 82479 h 83663"/>
                <a:gd name="connsiteX81" fmla="*/ 30061 w 83662"/>
                <a:gd name="connsiteY81" fmla="*/ 81970 h 83663"/>
                <a:gd name="connsiteX82" fmla="*/ 28199 w 83662"/>
                <a:gd name="connsiteY82" fmla="*/ 81380 h 83663"/>
                <a:gd name="connsiteX83" fmla="*/ 26364 w 83662"/>
                <a:gd name="connsiteY83" fmla="*/ 80697 h 83663"/>
                <a:gd name="connsiteX84" fmla="*/ 24562 w 83662"/>
                <a:gd name="connsiteY84" fmla="*/ 79934 h 83663"/>
                <a:gd name="connsiteX85" fmla="*/ 22801 w 83662"/>
                <a:gd name="connsiteY85" fmla="*/ 79083 h 83663"/>
                <a:gd name="connsiteX86" fmla="*/ 21080 w 83662"/>
                <a:gd name="connsiteY86" fmla="*/ 78152 h 83663"/>
                <a:gd name="connsiteX87" fmla="*/ 19405 w 83662"/>
                <a:gd name="connsiteY87" fmla="*/ 77141 h 83663"/>
                <a:gd name="connsiteX88" fmla="*/ 17778 w 83662"/>
                <a:gd name="connsiteY88" fmla="*/ 76056 h 83663"/>
                <a:gd name="connsiteX89" fmla="*/ 16204 w 83662"/>
                <a:gd name="connsiteY89" fmla="*/ 74891 h 83663"/>
                <a:gd name="connsiteX90" fmla="*/ 14690 w 83662"/>
                <a:gd name="connsiteY90" fmla="*/ 73658 h 83663"/>
                <a:gd name="connsiteX91" fmla="*/ 13231 w 83662"/>
                <a:gd name="connsiteY91" fmla="*/ 72359 h 83663"/>
                <a:gd name="connsiteX92" fmla="*/ 11837 w 83662"/>
                <a:gd name="connsiteY92" fmla="*/ 70986 h 83663"/>
                <a:gd name="connsiteX93" fmla="*/ 10505 w 83662"/>
                <a:gd name="connsiteY93" fmla="*/ 69553 h 83663"/>
                <a:gd name="connsiteX94" fmla="*/ 9239 w 83662"/>
                <a:gd name="connsiteY94" fmla="*/ 68059 h 83663"/>
                <a:gd name="connsiteX95" fmla="*/ 8053 w 83662"/>
                <a:gd name="connsiteY95" fmla="*/ 66505 h 83663"/>
                <a:gd name="connsiteX96" fmla="*/ 6935 w 83662"/>
                <a:gd name="connsiteY96" fmla="*/ 64898 h 83663"/>
                <a:gd name="connsiteX97" fmla="*/ 5897 w 83662"/>
                <a:gd name="connsiteY97" fmla="*/ 63244 h 83663"/>
                <a:gd name="connsiteX98" fmla="*/ 4933 w 83662"/>
                <a:gd name="connsiteY98" fmla="*/ 61536 h 83663"/>
                <a:gd name="connsiteX99" fmla="*/ 4055 w 83662"/>
                <a:gd name="connsiteY99" fmla="*/ 59795 h 83663"/>
                <a:gd name="connsiteX100" fmla="*/ 3252 w 83662"/>
                <a:gd name="connsiteY100" fmla="*/ 58007 h 83663"/>
                <a:gd name="connsiteX101" fmla="*/ 2542 w 83662"/>
                <a:gd name="connsiteY101" fmla="*/ 56185 h 83663"/>
                <a:gd name="connsiteX102" fmla="*/ 1912 w 83662"/>
                <a:gd name="connsiteY102" fmla="*/ 54330 h 83663"/>
                <a:gd name="connsiteX103" fmla="*/ 1370 w 83662"/>
                <a:gd name="connsiteY103" fmla="*/ 52448 h 83663"/>
                <a:gd name="connsiteX104" fmla="*/ 921 w 83662"/>
                <a:gd name="connsiteY104" fmla="*/ 50546 h 83663"/>
                <a:gd name="connsiteX105" fmla="*/ 559 w 83662"/>
                <a:gd name="connsiteY105" fmla="*/ 48624 h 83663"/>
                <a:gd name="connsiteX106" fmla="*/ 285 w 83662"/>
                <a:gd name="connsiteY106" fmla="*/ 46688 h 83663"/>
                <a:gd name="connsiteX107" fmla="*/ 104 w 83662"/>
                <a:gd name="connsiteY107" fmla="*/ 44739 h 83663"/>
                <a:gd name="connsiteX108" fmla="*/ 10 w 83662"/>
                <a:gd name="connsiteY108" fmla="*/ 42784 h 83663"/>
                <a:gd name="connsiteX109" fmla="*/ 10 w 83662"/>
                <a:gd name="connsiteY109" fmla="*/ 40828 h 83663"/>
                <a:gd name="connsiteX110" fmla="*/ 104 w 83662"/>
                <a:gd name="connsiteY110" fmla="*/ 38879 h 83663"/>
                <a:gd name="connsiteX111" fmla="*/ 291 w 83662"/>
                <a:gd name="connsiteY111" fmla="*/ 36931 h 83663"/>
                <a:gd name="connsiteX112" fmla="*/ 566 w 83662"/>
                <a:gd name="connsiteY112" fmla="*/ 34995 h 83663"/>
                <a:gd name="connsiteX113" fmla="*/ 928 w 83662"/>
                <a:gd name="connsiteY113" fmla="*/ 33073 h 83663"/>
                <a:gd name="connsiteX114" fmla="*/ 1383 w 83662"/>
                <a:gd name="connsiteY114" fmla="*/ 31164 h 83663"/>
                <a:gd name="connsiteX115" fmla="*/ 1925 w 83662"/>
                <a:gd name="connsiteY115" fmla="*/ 29289 h 83663"/>
                <a:gd name="connsiteX116" fmla="*/ 2555 w 83662"/>
                <a:gd name="connsiteY116" fmla="*/ 27434 h 83663"/>
                <a:gd name="connsiteX117" fmla="*/ 3272 w 83662"/>
                <a:gd name="connsiteY117" fmla="*/ 25619 h 83663"/>
                <a:gd name="connsiteX118" fmla="*/ 4075 w 83662"/>
                <a:gd name="connsiteY118" fmla="*/ 23830 h 83663"/>
                <a:gd name="connsiteX119" fmla="*/ 4959 w 83662"/>
                <a:gd name="connsiteY119" fmla="*/ 22083 h 83663"/>
                <a:gd name="connsiteX120" fmla="*/ 5917 w 83662"/>
                <a:gd name="connsiteY120" fmla="*/ 20382 h 83663"/>
                <a:gd name="connsiteX121" fmla="*/ 6962 w 83662"/>
                <a:gd name="connsiteY121" fmla="*/ 18727 h 83663"/>
                <a:gd name="connsiteX122" fmla="*/ 8080 w 83662"/>
                <a:gd name="connsiteY122" fmla="*/ 17120 h 83663"/>
                <a:gd name="connsiteX123" fmla="*/ 9272 w 83662"/>
                <a:gd name="connsiteY123" fmla="*/ 15573 h 83663"/>
                <a:gd name="connsiteX124" fmla="*/ 10538 w 83662"/>
                <a:gd name="connsiteY124" fmla="*/ 14079 h 83663"/>
                <a:gd name="connsiteX125" fmla="*/ 11871 w 83662"/>
                <a:gd name="connsiteY125" fmla="*/ 12646 h 83663"/>
                <a:gd name="connsiteX126" fmla="*/ 13264 w 83662"/>
                <a:gd name="connsiteY126" fmla="*/ 11273 h 83663"/>
                <a:gd name="connsiteX127" fmla="*/ 14724 w 83662"/>
                <a:gd name="connsiteY127" fmla="*/ 9974 h 83663"/>
                <a:gd name="connsiteX128" fmla="*/ 16244 w 83662"/>
                <a:gd name="connsiteY128" fmla="*/ 8742 h 83663"/>
                <a:gd name="connsiteX129" fmla="*/ 20711 w 83662"/>
                <a:gd name="connsiteY129" fmla="*/ 55361 h 83663"/>
                <a:gd name="connsiteX130" fmla="*/ 40013 w 83662"/>
                <a:gd name="connsiteY130" fmla="*/ 59152 h 83663"/>
                <a:gd name="connsiteX131" fmla="*/ 57747 w 83662"/>
                <a:gd name="connsiteY131" fmla="*/ 41002 h 83663"/>
                <a:gd name="connsiteX132" fmla="*/ 56126 w 83662"/>
                <a:gd name="connsiteY132" fmla="*/ 17790 h 83663"/>
                <a:gd name="connsiteX133" fmla="*/ 27034 w 83662"/>
                <a:gd name="connsiteY133" fmla="*/ 2707 h 8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83662" h="83663">
                  <a:moveTo>
                    <a:pt x="27034" y="2707"/>
                  </a:moveTo>
                  <a:cubicBezTo>
                    <a:pt x="27643" y="2473"/>
                    <a:pt x="28259" y="2259"/>
                    <a:pt x="28882" y="2058"/>
                  </a:cubicBezTo>
                  <a:cubicBezTo>
                    <a:pt x="29498" y="1857"/>
                    <a:pt x="30121" y="1669"/>
                    <a:pt x="30751" y="1495"/>
                  </a:cubicBezTo>
                  <a:cubicBezTo>
                    <a:pt x="31380" y="1321"/>
                    <a:pt x="32016" y="1161"/>
                    <a:pt x="32653" y="1020"/>
                  </a:cubicBezTo>
                  <a:cubicBezTo>
                    <a:pt x="33289" y="879"/>
                    <a:pt x="33925" y="752"/>
                    <a:pt x="34568" y="638"/>
                  </a:cubicBezTo>
                  <a:cubicBezTo>
                    <a:pt x="35211" y="524"/>
                    <a:pt x="35854" y="430"/>
                    <a:pt x="36504" y="343"/>
                  </a:cubicBezTo>
                  <a:cubicBezTo>
                    <a:pt x="37153" y="256"/>
                    <a:pt x="37796" y="189"/>
                    <a:pt x="38446" y="136"/>
                  </a:cubicBezTo>
                  <a:cubicBezTo>
                    <a:pt x="39095" y="89"/>
                    <a:pt x="39752" y="49"/>
                    <a:pt x="40401" y="29"/>
                  </a:cubicBezTo>
                  <a:cubicBezTo>
                    <a:pt x="41051" y="9"/>
                    <a:pt x="41707" y="-5"/>
                    <a:pt x="42357" y="2"/>
                  </a:cubicBezTo>
                  <a:cubicBezTo>
                    <a:pt x="43006" y="9"/>
                    <a:pt x="43663" y="35"/>
                    <a:pt x="44312" y="75"/>
                  </a:cubicBezTo>
                  <a:cubicBezTo>
                    <a:pt x="44962" y="116"/>
                    <a:pt x="45612" y="169"/>
                    <a:pt x="46261" y="236"/>
                  </a:cubicBezTo>
                  <a:cubicBezTo>
                    <a:pt x="46911" y="303"/>
                    <a:pt x="47554" y="390"/>
                    <a:pt x="48204" y="491"/>
                  </a:cubicBezTo>
                  <a:cubicBezTo>
                    <a:pt x="48847" y="591"/>
                    <a:pt x="49490" y="705"/>
                    <a:pt x="50126" y="832"/>
                  </a:cubicBezTo>
                  <a:cubicBezTo>
                    <a:pt x="50762" y="959"/>
                    <a:pt x="51398" y="1107"/>
                    <a:pt x="52035" y="1261"/>
                  </a:cubicBezTo>
                  <a:cubicBezTo>
                    <a:pt x="52671" y="1422"/>
                    <a:pt x="53300" y="1596"/>
                    <a:pt x="53923" y="1783"/>
                  </a:cubicBezTo>
                  <a:cubicBezTo>
                    <a:pt x="54546" y="1977"/>
                    <a:pt x="55162" y="2178"/>
                    <a:pt x="55778" y="2393"/>
                  </a:cubicBezTo>
                  <a:cubicBezTo>
                    <a:pt x="56394" y="2614"/>
                    <a:pt x="57004" y="2841"/>
                    <a:pt x="57607" y="3089"/>
                  </a:cubicBezTo>
                  <a:cubicBezTo>
                    <a:pt x="58216" y="3337"/>
                    <a:pt x="58812" y="3591"/>
                    <a:pt x="59401" y="3866"/>
                  </a:cubicBezTo>
                  <a:cubicBezTo>
                    <a:pt x="59998" y="4140"/>
                    <a:pt x="60580" y="4429"/>
                    <a:pt x="61156" y="4730"/>
                  </a:cubicBezTo>
                  <a:cubicBezTo>
                    <a:pt x="61739" y="5032"/>
                    <a:pt x="62308" y="5346"/>
                    <a:pt x="62871" y="5674"/>
                  </a:cubicBezTo>
                  <a:cubicBezTo>
                    <a:pt x="63433" y="6002"/>
                    <a:pt x="63989" y="6344"/>
                    <a:pt x="64538" y="6699"/>
                  </a:cubicBezTo>
                  <a:cubicBezTo>
                    <a:pt x="65087" y="7054"/>
                    <a:pt x="65630" y="7416"/>
                    <a:pt x="66159" y="7797"/>
                  </a:cubicBezTo>
                  <a:cubicBezTo>
                    <a:pt x="66688" y="8179"/>
                    <a:pt x="67204" y="8567"/>
                    <a:pt x="67719" y="8976"/>
                  </a:cubicBezTo>
                  <a:cubicBezTo>
                    <a:pt x="68235" y="9378"/>
                    <a:pt x="68737" y="9793"/>
                    <a:pt x="69226" y="10222"/>
                  </a:cubicBezTo>
                  <a:cubicBezTo>
                    <a:pt x="69722" y="10644"/>
                    <a:pt x="70204" y="11086"/>
                    <a:pt x="70680" y="11534"/>
                  </a:cubicBezTo>
                  <a:cubicBezTo>
                    <a:pt x="71149" y="11983"/>
                    <a:pt x="71611" y="12445"/>
                    <a:pt x="72059" y="12914"/>
                  </a:cubicBezTo>
                  <a:cubicBezTo>
                    <a:pt x="72508" y="13390"/>
                    <a:pt x="72950" y="13872"/>
                    <a:pt x="73379" y="14360"/>
                  </a:cubicBezTo>
                  <a:cubicBezTo>
                    <a:pt x="73807" y="14849"/>
                    <a:pt x="74222" y="15352"/>
                    <a:pt x="74631" y="15868"/>
                  </a:cubicBezTo>
                  <a:cubicBezTo>
                    <a:pt x="75040" y="16377"/>
                    <a:pt x="75428" y="16899"/>
                    <a:pt x="75810" y="17428"/>
                  </a:cubicBezTo>
                  <a:cubicBezTo>
                    <a:pt x="76192" y="17957"/>
                    <a:pt x="76560" y="18500"/>
                    <a:pt x="76915" y="19042"/>
                  </a:cubicBezTo>
                  <a:cubicBezTo>
                    <a:pt x="77270" y="19591"/>
                    <a:pt x="77611" y="20147"/>
                    <a:pt x="77939" y="20709"/>
                  </a:cubicBezTo>
                  <a:cubicBezTo>
                    <a:pt x="78268" y="21272"/>
                    <a:pt x="78589" y="21841"/>
                    <a:pt x="78890" y="22417"/>
                  </a:cubicBezTo>
                  <a:cubicBezTo>
                    <a:pt x="79192" y="23000"/>
                    <a:pt x="79480" y="23583"/>
                    <a:pt x="79754" y="24172"/>
                  </a:cubicBezTo>
                  <a:cubicBezTo>
                    <a:pt x="80029" y="24762"/>
                    <a:pt x="80290" y="25358"/>
                    <a:pt x="80538" y="25967"/>
                  </a:cubicBezTo>
                  <a:cubicBezTo>
                    <a:pt x="80786" y="26570"/>
                    <a:pt x="81020" y="27179"/>
                    <a:pt x="81241" y="27789"/>
                  </a:cubicBezTo>
                  <a:cubicBezTo>
                    <a:pt x="81462" y="28405"/>
                    <a:pt x="81663" y="29028"/>
                    <a:pt x="81851" y="29650"/>
                  </a:cubicBezTo>
                  <a:cubicBezTo>
                    <a:pt x="82045" y="30273"/>
                    <a:pt x="82219" y="30903"/>
                    <a:pt x="82380" y="31532"/>
                  </a:cubicBezTo>
                  <a:cubicBezTo>
                    <a:pt x="82541" y="32169"/>
                    <a:pt x="82688" y="32805"/>
                    <a:pt x="82815" y="33441"/>
                  </a:cubicBezTo>
                  <a:cubicBezTo>
                    <a:pt x="82942" y="34077"/>
                    <a:pt x="83063" y="34720"/>
                    <a:pt x="83163" y="35363"/>
                  </a:cubicBezTo>
                  <a:cubicBezTo>
                    <a:pt x="83264" y="36013"/>
                    <a:pt x="83344" y="36656"/>
                    <a:pt x="83418" y="37305"/>
                  </a:cubicBezTo>
                  <a:cubicBezTo>
                    <a:pt x="83492" y="37955"/>
                    <a:pt x="83545" y="38605"/>
                    <a:pt x="83585" y="39254"/>
                  </a:cubicBezTo>
                  <a:cubicBezTo>
                    <a:pt x="83625" y="39904"/>
                    <a:pt x="83652" y="40561"/>
                    <a:pt x="83659" y="41210"/>
                  </a:cubicBezTo>
                  <a:cubicBezTo>
                    <a:pt x="83666" y="41860"/>
                    <a:pt x="83666" y="42516"/>
                    <a:pt x="83646" y="43166"/>
                  </a:cubicBezTo>
                  <a:cubicBezTo>
                    <a:pt x="83625" y="43815"/>
                    <a:pt x="83585" y="44472"/>
                    <a:pt x="83532" y="45121"/>
                  </a:cubicBezTo>
                  <a:cubicBezTo>
                    <a:pt x="83485" y="45771"/>
                    <a:pt x="83418" y="46414"/>
                    <a:pt x="83337" y="47064"/>
                  </a:cubicBezTo>
                  <a:cubicBezTo>
                    <a:pt x="83250" y="47713"/>
                    <a:pt x="83157" y="48356"/>
                    <a:pt x="83043" y="48999"/>
                  </a:cubicBezTo>
                  <a:cubicBezTo>
                    <a:pt x="82929" y="49642"/>
                    <a:pt x="82802" y="50285"/>
                    <a:pt x="82661" y="50921"/>
                  </a:cubicBezTo>
                  <a:cubicBezTo>
                    <a:pt x="82520" y="51557"/>
                    <a:pt x="82366" y="52187"/>
                    <a:pt x="82192" y="52816"/>
                  </a:cubicBezTo>
                  <a:cubicBezTo>
                    <a:pt x="82025" y="53446"/>
                    <a:pt x="81837" y="54069"/>
                    <a:pt x="81636" y="54692"/>
                  </a:cubicBezTo>
                  <a:cubicBezTo>
                    <a:pt x="81435" y="55315"/>
                    <a:pt x="81221" y="55931"/>
                    <a:pt x="80993" y="56540"/>
                  </a:cubicBezTo>
                  <a:cubicBezTo>
                    <a:pt x="80759" y="57150"/>
                    <a:pt x="80518" y="57759"/>
                    <a:pt x="80263" y="58355"/>
                  </a:cubicBezTo>
                  <a:cubicBezTo>
                    <a:pt x="80002" y="58951"/>
                    <a:pt x="79734" y="59547"/>
                    <a:pt x="79446" y="60136"/>
                  </a:cubicBezTo>
                  <a:cubicBezTo>
                    <a:pt x="79158" y="60719"/>
                    <a:pt x="78864" y="61302"/>
                    <a:pt x="78549" y="61871"/>
                  </a:cubicBezTo>
                  <a:cubicBezTo>
                    <a:pt x="78234" y="62447"/>
                    <a:pt x="77913" y="63010"/>
                    <a:pt x="77571" y="63566"/>
                  </a:cubicBezTo>
                  <a:cubicBezTo>
                    <a:pt x="77230" y="64122"/>
                    <a:pt x="76881" y="64671"/>
                    <a:pt x="76513" y="65213"/>
                  </a:cubicBezTo>
                  <a:cubicBezTo>
                    <a:pt x="76151" y="65755"/>
                    <a:pt x="75776" y="66285"/>
                    <a:pt x="75388" y="66814"/>
                  </a:cubicBezTo>
                  <a:cubicBezTo>
                    <a:pt x="74993" y="67336"/>
                    <a:pt x="74591" y="67852"/>
                    <a:pt x="74182" y="68354"/>
                  </a:cubicBezTo>
                  <a:cubicBezTo>
                    <a:pt x="73767" y="68856"/>
                    <a:pt x="73339" y="69352"/>
                    <a:pt x="72903" y="69834"/>
                  </a:cubicBezTo>
                  <a:cubicBezTo>
                    <a:pt x="72468" y="70323"/>
                    <a:pt x="72019" y="70798"/>
                    <a:pt x="71564" y="71261"/>
                  </a:cubicBezTo>
                  <a:cubicBezTo>
                    <a:pt x="71102" y="71723"/>
                    <a:pt x="70633" y="72171"/>
                    <a:pt x="70151" y="72613"/>
                  </a:cubicBezTo>
                  <a:cubicBezTo>
                    <a:pt x="69675" y="73056"/>
                    <a:pt x="69186" y="73484"/>
                    <a:pt x="68684" y="73906"/>
                  </a:cubicBezTo>
                  <a:cubicBezTo>
                    <a:pt x="68181" y="74328"/>
                    <a:pt x="67673" y="74730"/>
                    <a:pt x="67150" y="75125"/>
                  </a:cubicBezTo>
                  <a:cubicBezTo>
                    <a:pt x="66635" y="75520"/>
                    <a:pt x="66105" y="75902"/>
                    <a:pt x="65570" y="76270"/>
                  </a:cubicBezTo>
                  <a:cubicBezTo>
                    <a:pt x="65034" y="76638"/>
                    <a:pt x="64491" y="77000"/>
                    <a:pt x="63935" y="77348"/>
                  </a:cubicBezTo>
                  <a:cubicBezTo>
                    <a:pt x="63380" y="77690"/>
                    <a:pt x="62817" y="78025"/>
                    <a:pt x="62248" y="78340"/>
                  </a:cubicBezTo>
                  <a:cubicBezTo>
                    <a:pt x="61679" y="78654"/>
                    <a:pt x="61103" y="78963"/>
                    <a:pt x="60520" y="79257"/>
                  </a:cubicBezTo>
                  <a:cubicBezTo>
                    <a:pt x="59937" y="79545"/>
                    <a:pt x="59348" y="79826"/>
                    <a:pt x="58752" y="80088"/>
                  </a:cubicBezTo>
                  <a:cubicBezTo>
                    <a:pt x="58156" y="80349"/>
                    <a:pt x="57553" y="80603"/>
                    <a:pt x="56944" y="80838"/>
                  </a:cubicBezTo>
                  <a:cubicBezTo>
                    <a:pt x="56334" y="81072"/>
                    <a:pt x="55718" y="81293"/>
                    <a:pt x="55102" y="81501"/>
                  </a:cubicBezTo>
                  <a:cubicBezTo>
                    <a:pt x="54479" y="81708"/>
                    <a:pt x="53856" y="81896"/>
                    <a:pt x="53233" y="82077"/>
                  </a:cubicBezTo>
                  <a:cubicBezTo>
                    <a:pt x="52604" y="82257"/>
                    <a:pt x="51974" y="82418"/>
                    <a:pt x="51338" y="82566"/>
                  </a:cubicBezTo>
                  <a:cubicBezTo>
                    <a:pt x="50702" y="82713"/>
                    <a:pt x="50065" y="82847"/>
                    <a:pt x="49422" y="82967"/>
                  </a:cubicBezTo>
                  <a:cubicBezTo>
                    <a:pt x="48779" y="83081"/>
                    <a:pt x="48137" y="83189"/>
                    <a:pt x="47494" y="83276"/>
                  </a:cubicBezTo>
                  <a:cubicBezTo>
                    <a:pt x="46844" y="83363"/>
                    <a:pt x="46194" y="83436"/>
                    <a:pt x="45545" y="83496"/>
                  </a:cubicBezTo>
                  <a:cubicBezTo>
                    <a:pt x="44895" y="83557"/>
                    <a:pt x="44245" y="83597"/>
                    <a:pt x="43596" y="83624"/>
                  </a:cubicBezTo>
                  <a:cubicBezTo>
                    <a:pt x="42946" y="83650"/>
                    <a:pt x="42290" y="83664"/>
                    <a:pt x="41640" y="83664"/>
                  </a:cubicBezTo>
                  <a:cubicBezTo>
                    <a:pt x="40991" y="83657"/>
                    <a:pt x="40334" y="83637"/>
                    <a:pt x="39685" y="83604"/>
                  </a:cubicBezTo>
                  <a:cubicBezTo>
                    <a:pt x="39035" y="83570"/>
                    <a:pt x="38385" y="83523"/>
                    <a:pt x="37736" y="83463"/>
                  </a:cubicBezTo>
                  <a:cubicBezTo>
                    <a:pt x="37086" y="83396"/>
                    <a:pt x="36437" y="83316"/>
                    <a:pt x="35794" y="83222"/>
                  </a:cubicBezTo>
                  <a:cubicBezTo>
                    <a:pt x="35144" y="83128"/>
                    <a:pt x="34501" y="83021"/>
                    <a:pt x="33865" y="82894"/>
                  </a:cubicBezTo>
                  <a:cubicBezTo>
                    <a:pt x="33222" y="82767"/>
                    <a:pt x="32586" y="82633"/>
                    <a:pt x="31949" y="82479"/>
                  </a:cubicBezTo>
                  <a:cubicBezTo>
                    <a:pt x="31320" y="82324"/>
                    <a:pt x="30690" y="82150"/>
                    <a:pt x="30061" y="81970"/>
                  </a:cubicBezTo>
                  <a:cubicBezTo>
                    <a:pt x="29438" y="81789"/>
                    <a:pt x="28815" y="81588"/>
                    <a:pt x="28199" y="81380"/>
                  </a:cubicBezTo>
                  <a:cubicBezTo>
                    <a:pt x="27583" y="81166"/>
                    <a:pt x="26973" y="80938"/>
                    <a:pt x="26364" y="80697"/>
                  </a:cubicBezTo>
                  <a:cubicBezTo>
                    <a:pt x="25754" y="80456"/>
                    <a:pt x="25158" y="80202"/>
                    <a:pt x="24562" y="79934"/>
                  </a:cubicBezTo>
                  <a:cubicBezTo>
                    <a:pt x="23966" y="79659"/>
                    <a:pt x="23384" y="79378"/>
                    <a:pt x="22801" y="79083"/>
                  </a:cubicBezTo>
                  <a:cubicBezTo>
                    <a:pt x="22218" y="78782"/>
                    <a:pt x="21649" y="78473"/>
                    <a:pt x="21080" y="78152"/>
                  </a:cubicBezTo>
                  <a:cubicBezTo>
                    <a:pt x="20510" y="77824"/>
                    <a:pt x="19955" y="77489"/>
                    <a:pt x="19405" y="77141"/>
                  </a:cubicBezTo>
                  <a:cubicBezTo>
                    <a:pt x="18856" y="76793"/>
                    <a:pt x="18314" y="76431"/>
                    <a:pt x="17778" y="76056"/>
                  </a:cubicBezTo>
                  <a:cubicBezTo>
                    <a:pt x="17249" y="75681"/>
                    <a:pt x="16720" y="75292"/>
                    <a:pt x="16204" y="74891"/>
                  </a:cubicBezTo>
                  <a:cubicBezTo>
                    <a:pt x="15688" y="74495"/>
                    <a:pt x="15186" y="74080"/>
                    <a:pt x="14690" y="73658"/>
                  </a:cubicBezTo>
                  <a:cubicBezTo>
                    <a:pt x="14195" y="73236"/>
                    <a:pt x="13706" y="72801"/>
                    <a:pt x="13231" y="72359"/>
                  </a:cubicBezTo>
                  <a:cubicBezTo>
                    <a:pt x="12755" y="71910"/>
                    <a:pt x="12286" y="71455"/>
                    <a:pt x="11837" y="70986"/>
                  </a:cubicBezTo>
                  <a:cubicBezTo>
                    <a:pt x="11382" y="70517"/>
                    <a:pt x="10940" y="70042"/>
                    <a:pt x="10505" y="69553"/>
                  </a:cubicBezTo>
                  <a:cubicBezTo>
                    <a:pt x="10069" y="69064"/>
                    <a:pt x="9647" y="68562"/>
                    <a:pt x="9239" y="68059"/>
                  </a:cubicBezTo>
                  <a:cubicBezTo>
                    <a:pt x="8830" y="67550"/>
                    <a:pt x="8435" y="67035"/>
                    <a:pt x="8053" y="66505"/>
                  </a:cubicBezTo>
                  <a:cubicBezTo>
                    <a:pt x="7672" y="65977"/>
                    <a:pt x="7297" y="65441"/>
                    <a:pt x="6935" y="64898"/>
                  </a:cubicBezTo>
                  <a:cubicBezTo>
                    <a:pt x="6573" y="64356"/>
                    <a:pt x="6225" y="63800"/>
                    <a:pt x="5897" y="63244"/>
                  </a:cubicBezTo>
                  <a:cubicBezTo>
                    <a:pt x="5562" y="62681"/>
                    <a:pt x="5241" y="62112"/>
                    <a:pt x="4933" y="61536"/>
                  </a:cubicBezTo>
                  <a:cubicBezTo>
                    <a:pt x="4625" y="60960"/>
                    <a:pt x="4330" y="60378"/>
                    <a:pt x="4055" y="59795"/>
                  </a:cubicBezTo>
                  <a:cubicBezTo>
                    <a:pt x="3774" y="59206"/>
                    <a:pt x="3506" y="58610"/>
                    <a:pt x="3252" y="58007"/>
                  </a:cubicBezTo>
                  <a:cubicBezTo>
                    <a:pt x="3004" y="57404"/>
                    <a:pt x="2763" y="56794"/>
                    <a:pt x="2542" y="56185"/>
                  </a:cubicBezTo>
                  <a:cubicBezTo>
                    <a:pt x="2321" y="55576"/>
                    <a:pt x="2106" y="54953"/>
                    <a:pt x="1912" y="54330"/>
                  </a:cubicBezTo>
                  <a:cubicBezTo>
                    <a:pt x="1718" y="53707"/>
                    <a:pt x="1537" y="53084"/>
                    <a:pt x="1370" y="52448"/>
                  </a:cubicBezTo>
                  <a:cubicBezTo>
                    <a:pt x="1202" y="51818"/>
                    <a:pt x="1055" y="51182"/>
                    <a:pt x="921" y="50546"/>
                  </a:cubicBezTo>
                  <a:cubicBezTo>
                    <a:pt x="780" y="49910"/>
                    <a:pt x="660" y="49267"/>
                    <a:pt x="559" y="48624"/>
                  </a:cubicBezTo>
                  <a:cubicBezTo>
                    <a:pt x="452" y="47981"/>
                    <a:pt x="358" y="47338"/>
                    <a:pt x="285" y="46688"/>
                  </a:cubicBezTo>
                  <a:cubicBezTo>
                    <a:pt x="211" y="46039"/>
                    <a:pt x="151" y="45389"/>
                    <a:pt x="104" y="44739"/>
                  </a:cubicBezTo>
                  <a:cubicBezTo>
                    <a:pt x="57" y="44090"/>
                    <a:pt x="30" y="43440"/>
                    <a:pt x="10" y="42784"/>
                  </a:cubicBezTo>
                  <a:cubicBezTo>
                    <a:pt x="-3" y="42134"/>
                    <a:pt x="-3" y="41478"/>
                    <a:pt x="10" y="40828"/>
                  </a:cubicBezTo>
                  <a:cubicBezTo>
                    <a:pt x="30" y="40179"/>
                    <a:pt x="57" y="39529"/>
                    <a:pt x="104" y="38879"/>
                  </a:cubicBezTo>
                  <a:cubicBezTo>
                    <a:pt x="151" y="38230"/>
                    <a:pt x="218" y="37580"/>
                    <a:pt x="291" y="36931"/>
                  </a:cubicBezTo>
                  <a:cubicBezTo>
                    <a:pt x="365" y="36281"/>
                    <a:pt x="459" y="35638"/>
                    <a:pt x="566" y="34995"/>
                  </a:cubicBezTo>
                  <a:cubicBezTo>
                    <a:pt x="673" y="34345"/>
                    <a:pt x="794" y="33709"/>
                    <a:pt x="928" y="33073"/>
                  </a:cubicBezTo>
                  <a:cubicBezTo>
                    <a:pt x="1068" y="32437"/>
                    <a:pt x="1216" y="31800"/>
                    <a:pt x="1383" y="31164"/>
                  </a:cubicBezTo>
                  <a:cubicBezTo>
                    <a:pt x="1550" y="30535"/>
                    <a:pt x="1731" y="29912"/>
                    <a:pt x="1925" y="29289"/>
                  </a:cubicBezTo>
                  <a:cubicBezTo>
                    <a:pt x="2120" y="28666"/>
                    <a:pt x="2334" y="28043"/>
                    <a:pt x="2555" y="27434"/>
                  </a:cubicBezTo>
                  <a:cubicBezTo>
                    <a:pt x="2783" y="26824"/>
                    <a:pt x="3024" y="26215"/>
                    <a:pt x="3272" y="25619"/>
                  </a:cubicBezTo>
                  <a:cubicBezTo>
                    <a:pt x="3526" y="25016"/>
                    <a:pt x="3794" y="24420"/>
                    <a:pt x="4075" y="23830"/>
                  </a:cubicBezTo>
                  <a:cubicBezTo>
                    <a:pt x="4357" y="23241"/>
                    <a:pt x="4651" y="22658"/>
                    <a:pt x="4959" y="22083"/>
                  </a:cubicBezTo>
                  <a:cubicBezTo>
                    <a:pt x="5267" y="21514"/>
                    <a:pt x="5589" y="20944"/>
                    <a:pt x="5917" y="20382"/>
                  </a:cubicBezTo>
                  <a:cubicBezTo>
                    <a:pt x="6252" y="19826"/>
                    <a:pt x="6600" y="19270"/>
                    <a:pt x="6962" y="18727"/>
                  </a:cubicBezTo>
                  <a:cubicBezTo>
                    <a:pt x="7323" y="18185"/>
                    <a:pt x="7698" y="17649"/>
                    <a:pt x="8080" y="17120"/>
                  </a:cubicBezTo>
                  <a:cubicBezTo>
                    <a:pt x="8462" y="16591"/>
                    <a:pt x="8864" y="16075"/>
                    <a:pt x="9272" y="15573"/>
                  </a:cubicBezTo>
                  <a:cubicBezTo>
                    <a:pt x="9681" y="15064"/>
                    <a:pt x="10103" y="14568"/>
                    <a:pt x="10538" y="14079"/>
                  </a:cubicBezTo>
                  <a:cubicBezTo>
                    <a:pt x="10973" y="13590"/>
                    <a:pt x="11416" y="13108"/>
                    <a:pt x="11871" y="12646"/>
                  </a:cubicBezTo>
                  <a:cubicBezTo>
                    <a:pt x="12320" y="12177"/>
                    <a:pt x="12788" y="11722"/>
                    <a:pt x="13264" y="11273"/>
                  </a:cubicBezTo>
                  <a:cubicBezTo>
                    <a:pt x="13739" y="10831"/>
                    <a:pt x="14228" y="10396"/>
                    <a:pt x="14724" y="9974"/>
                  </a:cubicBezTo>
                  <a:cubicBezTo>
                    <a:pt x="15220" y="9552"/>
                    <a:pt x="15728" y="9137"/>
                    <a:pt x="16244" y="8742"/>
                  </a:cubicBezTo>
                  <a:cubicBezTo>
                    <a:pt x="13545" y="26724"/>
                    <a:pt x="10331" y="39234"/>
                    <a:pt x="20711" y="55361"/>
                  </a:cubicBezTo>
                  <a:cubicBezTo>
                    <a:pt x="27884" y="59540"/>
                    <a:pt x="31259" y="61931"/>
                    <a:pt x="40013" y="59152"/>
                  </a:cubicBezTo>
                  <a:cubicBezTo>
                    <a:pt x="47996" y="56621"/>
                    <a:pt x="54579" y="48483"/>
                    <a:pt x="57747" y="41002"/>
                  </a:cubicBezTo>
                  <a:cubicBezTo>
                    <a:pt x="61069" y="33167"/>
                    <a:pt x="60252" y="25143"/>
                    <a:pt x="56126" y="17790"/>
                  </a:cubicBezTo>
                  <a:cubicBezTo>
                    <a:pt x="50360" y="7516"/>
                    <a:pt x="37488" y="5547"/>
                    <a:pt x="27034" y="2707"/>
                  </a:cubicBezTo>
                  <a:close/>
                </a:path>
              </a:pathLst>
            </a:custGeom>
            <a:solidFill>
              <a:srgbClr val="FA9012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554E5910-20F5-8DB4-87F8-834CCE03E7FE}"/>
                </a:ext>
              </a:extLst>
            </p:cNvPr>
            <p:cNvSpPr/>
            <p:nvPr/>
          </p:nvSpPr>
          <p:spPr>
            <a:xfrm>
              <a:off x="772883" y="4458814"/>
              <a:ext cx="46242" cy="57641"/>
            </a:xfrm>
            <a:custGeom>
              <a:avLst/>
              <a:gdLst>
                <a:gd name="connsiteX0" fmla="*/ 2683 w 46242"/>
                <a:gd name="connsiteY0" fmla="*/ 6034 h 57641"/>
                <a:gd name="connsiteX1" fmla="*/ 13472 w 46242"/>
                <a:gd name="connsiteY1" fmla="*/ 0 h 57641"/>
                <a:gd name="connsiteX2" fmla="*/ 42565 w 46242"/>
                <a:gd name="connsiteY2" fmla="*/ 15082 h 57641"/>
                <a:gd name="connsiteX3" fmla="*/ 44186 w 46242"/>
                <a:gd name="connsiteY3" fmla="*/ 38295 h 57641"/>
                <a:gd name="connsiteX4" fmla="*/ 26451 w 46242"/>
                <a:gd name="connsiteY4" fmla="*/ 56445 h 57641"/>
                <a:gd name="connsiteX5" fmla="*/ 7150 w 46242"/>
                <a:gd name="connsiteY5" fmla="*/ 52654 h 57641"/>
                <a:gd name="connsiteX6" fmla="*/ 2683 w 46242"/>
                <a:gd name="connsiteY6" fmla="*/ 6034 h 57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2" h="57641">
                  <a:moveTo>
                    <a:pt x="2683" y="6034"/>
                  </a:moveTo>
                  <a:cubicBezTo>
                    <a:pt x="5978" y="3483"/>
                    <a:pt x="9574" y="1474"/>
                    <a:pt x="13472" y="0"/>
                  </a:cubicBezTo>
                  <a:cubicBezTo>
                    <a:pt x="23927" y="2840"/>
                    <a:pt x="36799" y="4809"/>
                    <a:pt x="42565" y="15082"/>
                  </a:cubicBezTo>
                  <a:cubicBezTo>
                    <a:pt x="46691" y="22436"/>
                    <a:pt x="47508" y="30459"/>
                    <a:pt x="44186" y="38295"/>
                  </a:cubicBezTo>
                  <a:cubicBezTo>
                    <a:pt x="41018" y="45776"/>
                    <a:pt x="34435" y="53913"/>
                    <a:pt x="26451" y="56445"/>
                  </a:cubicBezTo>
                  <a:cubicBezTo>
                    <a:pt x="17698" y="59224"/>
                    <a:pt x="14323" y="56833"/>
                    <a:pt x="7150" y="52654"/>
                  </a:cubicBezTo>
                  <a:cubicBezTo>
                    <a:pt x="-3231" y="36527"/>
                    <a:pt x="-16" y="24016"/>
                    <a:pt x="2683" y="6034"/>
                  </a:cubicBezTo>
                  <a:close/>
                </a:path>
              </a:pathLst>
            </a:custGeom>
            <a:solidFill>
              <a:srgbClr val="F7E58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9485E5A1-A78D-B375-AB53-17542AE6BFF8}"/>
                </a:ext>
              </a:extLst>
            </p:cNvPr>
            <p:cNvSpPr/>
            <p:nvPr/>
          </p:nvSpPr>
          <p:spPr>
            <a:xfrm>
              <a:off x="1190548" y="4496788"/>
              <a:ext cx="126444" cy="123983"/>
            </a:xfrm>
            <a:custGeom>
              <a:avLst/>
              <a:gdLst>
                <a:gd name="connsiteX0" fmla="*/ 83938 w 126444"/>
                <a:gd name="connsiteY0" fmla="*/ 123645 h 123983"/>
                <a:gd name="connsiteX1" fmla="*/ 40680 w 126444"/>
                <a:gd name="connsiteY1" fmla="*/ 118321 h 123983"/>
                <a:gd name="connsiteX2" fmla="*/ 1923 w 126444"/>
                <a:gd name="connsiteY2" fmla="*/ 68627 h 123983"/>
                <a:gd name="connsiteX3" fmla="*/ 7776 w 126444"/>
                <a:gd name="connsiteY3" fmla="*/ 25858 h 123983"/>
                <a:gd name="connsiteX4" fmla="*/ 51402 w 126444"/>
                <a:gd name="connsiteY4" fmla="*/ 181 h 123983"/>
                <a:gd name="connsiteX5" fmla="*/ 54825 w 126444"/>
                <a:gd name="connsiteY5" fmla="*/ 0 h 123983"/>
                <a:gd name="connsiteX6" fmla="*/ 109548 w 126444"/>
                <a:gd name="connsiteY6" fmla="*/ 17741 h 123983"/>
                <a:gd name="connsiteX7" fmla="*/ 126050 w 126444"/>
                <a:gd name="connsiteY7" fmla="*/ 81499 h 123983"/>
                <a:gd name="connsiteX8" fmla="*/ 124376 w 126444"/>
                <a:gd name="connsiteY8" fmla="*/ 84419 h 123983"/>
                <a:gd name="connsiteX9" fmla="*/ 121523 w 126444"/>
                <a:gd name="connsiteY9" fmla="*/ 89248 h 123983"/>
                <a:gd name="connsiteX10" fmla="*/ 83938 w 126444"/>
                <a:gd name="connsiteY10" fmla="*/ 123645 h 123983"/>
                <a:gd name="connsiteX11" fmla="*/ 41008 w 126444"/>
                <a:gd name="connsiteY11" fmla="*/ 19871 h 123983"/>
                <a:gd name="connsiteX12" fmla="*/ 18653 w 126444"/>
                <a:gd name="connsiteY12" fmla="*/ 49607 h 123983"/>
                <a:gd name="connsiteX13" fmla="*/ 27694 w 126444"/>
                <a:gd name="connsiteY13" fmla="*/ 83066 h 123983"/>
                <a:gd name="connsiteX14" fmla="*/ 43372 w 126444"/>
                <a:gd name="connsiteY14" fmla="*/ 96762 h 123983"/>
                <a:gd name="connsiteX15" fmla="*/ 77817 w 126444"/>
                <a:gd name="connsiteY15" fmla="*/ 102756 h 123983"/>
                <a:gd name="connsiteX16" fmla="*/ 99536 w 126444"/>
                <a:gd name="connsiteY16" fmla="*/ 84258 h 123983"/>
                <a:gd name="connsiteX17" fmla="*/ 104344 w 126444"/>
                <a:gd name="connsiteY17" fmla="*/ 41275 h 123983"/>
                <a:gd name="connsiteX18" fmla="*/ 83690 w 126444"/>
                <a:gd name="connsiteY18" fmla="*/ 18679 h 123983"/>
                <a:gd name="connsiteX19" fmla="*/ 41008 w 126444"/>
                <a:gd name="connsiteY19" fmla="*/ 19871 h 12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6444" h="123983">
                  <a:moveTo>
                    <a:pt x="83938" y="123645"/>
                  </a:moveTo>
                  <a:cubicBezTo>
                    <a:pt x="69405" y="123993"/>
                    <a:pt x="53927" y="125359"/>
                    <a:pt x="40680" y="118321"/>
                  </a:cubicBezTo>
                  <a:cubicBezTo>
                    <a:pt x="22082" y="108435"/>
                    <a:pt x="6859" y="89094"/>
                    <a:pt x="1923" y="68627"/>
                  </a:cubicBezTo>
                  <a:cubicBezTo>
                    <a:pt x="-1600" y="54013"/>
                    <a:pt x="-635" y="38690"/>
                    <a:pt x="7776" y="25858"/>
                  </a:cubicBezTo>
                  <a:cubicBezTo>
                    <a:pt x="18318" y="9791"/>
                    <a:pt x="33454" y="4199"/>
                    <a:pt x="51402" y="181"/>
                  </a:cubicBezTo>
                  <a:cubicBezTo>
                    <a:pt x="52541" y="120"/>
                    <a:pt x="53680" y="0"/>
                    <a:pt x="54825" y="0"/>
                  </a:cubicBezTo>
                  <a:cubicBezTo>
                    <a:pt x="72512" y="34"/>
                    <a:pt x="96502" y="4735"/>
                    <a:pt x="109548" y="17741"/>
                  </a:cubicBezTo>
                  <a:cubicBezTo>
                    <a:pt x="128227" y="36366"/>
                    <a:pt x="126854" y="57221"/>
                    <a:pt x="126050" y="81499"/>
                  </a:cubicBezTo>
                  <a:lnTo>
                    <a:pt x="124376" y="84419"/>
                  </a:lnTo>
                  <a:lnTo>
                    <a:pt x="121523" y="89248"/>
                  </a:lnTo>
                  <a:cubicBezTo>
                    <a:pt x="110666" y="107886"/>
                    <a:pt x="104652" y="116385"/>
                    <a:pt x="83938" y="123645"/>
                  </a:cubicBezTo>
                  <a:close/>
                  <a:moveTo>
                    <a:pt x="41008" y="19871"/>
                  </a:moveTo>
                  <a:cubicBezTo>
                    <a:pt x="30192" y="27820"/>
                    <a:pt x="20521" y="35388"/>
                    <a:pt x="18653" y="49607"/>
                  </a:cubicBezTo>
                  <a:cubicBezTo>
                    <a:pt x="17072" y="61628"/>
                    <a:pt x="22001" y="72873"/>
                    <a:pt x="27694" y="83066"/>
                  </a:cubicBezTo>
                  <a:cubicBezTo>
                    <a:pt x="32503" y="87922"/>
                    <a:pt x="37552" y="93099"/>
                    <a:pt x="43372" y="96762"/>
                  </a:cubicBezTo>
                  <a:cubicBezTo>
                    <a:pt x="53144" y="102917"/>
                    <a:pt x="66619" y="106212"/>
                    <a:pt x="77817" y="102756"/>
                  </a:cubicBezTo>
                  <a:cubicBezTo>
                    <a:pt x="87246" y="99843"/>
                    <a:pt x="94693" y="92670"/>
                    <a:pt x="99536" y="84258"/>
                  </a:cubicBezTo>
                  <a:cubicBezTo>
                    <a:pt x="106775" y="71674"/>
                    <a:pt x="108992" y="55125"/>
                    <a:pt x="104344" y="41275"/>
                  </a:cubicBezTo>
                  <a:cubicBezTo>
                    <a:pt x="100775" y="30620"/>
                    <a:pt x="93910" y="23293"/>
                    <a:pt x="83690" y="18679"/>
                  </a:cubicBezTo>
                  <a:cubicBezTo>
                    <a:pt x="70771" y="12839"/>
                    <a:pt x="53726" y="15042"/>
                    <a:pt x="41008" y="19871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2D41D8F5-F985-E102-DC47-C20607704893}"/>
                </a:ext>
              </a:extLst>
            </p:cNvPr>
            <p:cNvSpPr/>
            <p:nvPr/>
          </p:nvSpPr>
          <p:spPr>
            <a:xfrm>
              <a:off x="1218242" y="4511963"/>
              <a:ext cx="79087" cy="88981"/>
            </a:xfrm>
            <a:custGeom>
              <a:avLst/>
              <a:gdLst>
                <a:gd name="connsiteX0" fmla="*/ 13314 w 79087"/>
                <a:gd name="connsiteY0" fmla="*/ 4696 h 88981"/>
                <a:gd name="connsiteX1" fmla="*/ 55996 w 79087"/>
                <a:gd name="connsiteY1" fmla="*/ 3504 h 88981"/>
                <a:gd name="connsiteX2" fmla="*/ 76650 w 79087"/>
                <a:gd name="connsiteY2" fmla="*/ 26100 h 88981"/>
                <a:gd name="connsiteX3" fmla="*/ 71842 w 79087"/>
                <a:gd name="connsiteY3" fmla="*/ 69083 h 88981"/>
                <a:gd name="connsiteX4" fmla="*/ 50122 w 79087"/>
                <a:gd name="connsiteY4" fmla="*/ 87581 h 88981"/>
                <a:gd name="connsiteX5" fmla="*/ 15678 w 79087"/>
                <a:gd name="connsiteY5" fmla="*/ 81587 h 88981"/>
                <a:gd name="connsiteX6" fmla="*/ 0 w 79087"/>
                <a:gd name="connsiteY6" fmla="*/ 67891 h 88981"/>
                <a:gd name="connsiteX7" fmla="*/ 43043 w 79087"/>
                <a:gd name="connsiteY7" fmla="*/ 44143 h 88981"/>
                <a:gd name="connsiteX8" fmla="*/ 43298 w 79087"/>
                <a:gd name="connsiteY8" fmla="*/ 29482 h 88981"/>
                <a:gd name="connsiteX9" fmla="*/ 13314 w 79087"/>
                <a:gd name="connsiteY9" fmla="*/ 4696 h 8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87" h="88981">
                  <a:moveTo>
                    <a:pt x="13314" y="4696"/>
                  </a:moveTo>
                  <a:cubicBezTo>
                    <a:pt x="26032" y="-133"/>
                    <a:pt x="43077" y="-2337"/>
                    <a:pt x="55996" y="3504"/>
                  </a:cubicBezTo>
                  <a:cubicBezTo>
                    <a:pt x="66216" y="8118"/>
                    <a:pt x="73080" y="15445"/>
                    <a:pt x="76650" y="26100"/>
                  </a:cubicBezTo>
                  <a:cubicBezTo>
                    <a:pt x="81298" y="39950"/>
                    <a:pt x="79081" y="56499"/>
                    <a:pt x="71842" y="69083"/>
                  </a:cubicBezTo>
                  <a:cubicBezTo>
                    <a:pt x="66999" y="77495"/>
                    <a:pt x="59552" y="84667"/>
                    <a:pt x="50122" y="87581"/>
                  </a:cubicBezTo>
                  <a:cubicBezTo>
                    <a:pt x="38925" y="91036"/>
                    <a:pt x="25450" y="87742"/>
                    <a:pt x="15678" y="81587"/>
                  </a:cubicBezTo>
                  <a:cubicBezTo>
                    <a:pt x="9858" y="77924"/>
                    <a:pt x="4809" y="72747"/>
                    <a:pt x="0" y="67891"/>
                  </a:cubicBezTo>
                  <a:cubicBezTo>
                    <a:pt x="19777" y="63745"/>
                    <a:pt x="31477" y="61348"/>
                    <a:pt x="43043" y="44143"/>
                  </a:cubicBezTo>
                  <a:cubicBezTo>
                    <a:pt x="43907" y="38530"/>
                    <a:pt x="45414" y="34980"/>
                    <a:pt x="43298" y="29482"/>
                  </a:cubicBezTo>
                  <a:cubicBezTo>
                    <a:pt x="37853" y="15317"/>
                    <a:pt x="26140" y="10743"/>
                    <a:pt x="13314" y="4696"/>
                  </a:cubicBezTo>
                  <a:close/>
                </a:path>
              </a:pathLst>
            </a:custGeom>
            <a:solidFill>
              <a:srgbClr val="CD3F3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79ADFCEE-B245-B32F-03D9-F251354023EC}"/>
                </a:ext>
              </a:extLst>
            </p:cNvPr>
            <p:cNvSpPr/>
            <p:nvPr/>
          </p:nvSpPr>
          <p:spPr>
            <a:xfrm>
              <a:off x="1208901" y="4516658"/>
              <a:ext cx="53715" cy="63195"/>
            </a:xfrm>
            <a:custGeom>
              <a:avLst/>
              <a:gdLst>
                <a:gd name="connsiteX0" fmla="*/ 9341 w 53715"/>
                <a:gd name="connsiteY0" fmla="*/ 63195 h 63195"/>
                <a:gd name="connsiteX1" fmla="*/ 299 w 53715"/>
                <a:gd name="connsiteY1" fmla="*/ 29736 h 63195"/>
                <a:gd name="connsiteX2" fmla="*/ 22655 w 53715"/>
                <a:gd name="connsiteY2" fmla="*/ 0 h 63195"/>
                <a:gd name="connsiteX3" fmla="*/ 52638 w 53715"/>
                <a:gd name="connsiteY3" fmla="*/ 24787 h 63195"/>
                <a:gd name="connsiteX4" fmla="*/ 52384 w 53715"/>
                <a:gd name="connsiteY4" fmla="*/ 39447 h 63195"/>
                <a:gd name="connsiteX5" fmla="*/ 9341 w 53715"/>
                <a:gd name="connsiteY5" fmla="*/ 63195 h 63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715" h="63195">
                  <a:moveTo>
                    <a:pt x="9341" y="63195"/>
                  </a:moveTo>
                  <a:cubicBezTo>
                    <a:pt x="3648" y="53002"/>
                    <a:pt x="-1281" y="41757"/>
                    <a:pt x="299" y="29736"/>
                  </a:cubicBezTo>
                  <a:cubicBezTo>
                    <a:pt x="2168" y="15518"/>
                    <a:pt x="11838" y="7950"/>
                    <a:pt x="22655" y="0"/>
                  </a:cubicBezTo>
                  <a:cubicBezTo>
                    <a:pt x="35480" y="6048"/>
                    <a:pt x="47193" y="10622"/>
                    <a:pt x="52638" y="24787"/>
                  </a:cubicBezTo>
                  <a:cubicBezTo>
                    <a:pt x="54755" y="30285"/>
                    <a:pt x="53248" y="33835"/>
                    <a:pt x="52384" y="39447"/>
                  </a:cubicBezTo>
                  <a:cubicBezTo>
                    <a:pt x="40818" y="56652"/>
                    <a:pt x="29118" y="59050"/>
                    <a:pt x="9341" y="63195"/>
                  </a:cubicBezTo>
                  <a:close/>
                </a:path>
              </a:pathLst>
            </a:custGeom>
            <a:solidFill>
              <a:srgbClr val="F96765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3E27F601-7649-5979-7BE5-B643BF49A9F6}"/>
                </a:ext>
              </a:extLst>
            </p:cNvPr>
            <p:cNvSpPr/>
            <p:nvPr/>
          </p:nvSpPr>
          <p:spPr>
            <a:xfrm>
              <a:off x="1320041" y="4667017"/>
              <a:ext cx="84604" cy="82154"/>
            </a:xfrm>
            <a:custGeom>
              <a:avLst/>
              <a:gdLst>
                <a:gd name="connsiteX0" fmla="*/ 64708 w 84604"/>
                <a:gd name="connsiteY0" fmla="*/ 77730 h 82154"/>
                <a:gd name="connsiteX1" fmla="*/ 18531 w 84604"/>
                <a:gd name="connsiteY1" fmla="*/ 77884 h 82154"/>
                <a:gd name="connsiteX2" fmla="*/ 575 w 84604"/>
                <a:gd name="connsiteY2" fmla="*/ 49876 h 82154"/>
                <a:gd name="connsiteX3" fmla="*/ 13809 w 84604"/>
                <a:gd name="connsiteY3" fmla="*/ 282 h 82154"/>
                <a:gd name="connsiteX4" fmla="*/ 71760 w 84604"/>
                <a:gd name="connsiteY4" fmla="*/ 16075 h 82154"/>
                <a:gd name="connsiteX5" fmla="*/ 84599 w 84604"/>
                <a:gd name="connsiteY5" fmla="*/ 43399 h 82154"/>
                <a:gd name="connsiteX6" fmla="*/ 64708 w 84604"/>
                <a:gd name="connsiteY6" fmla="*/ 77730 h 8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604" h="82154">
                  <a:moveTo>
                    <a:pt x="64708" y="77730"/>
                  </a:moveTo>
                  <a:cubicBezTo>
                    <a:pt x="51816" y="82009"/>
                    <a:pt x="30914" y="84990"/>
                    <a:pt x="18531" y="77884"/>
                  </a:cubicBezTo>
                  <a:cubicBezTo>
                    <a:pt x="8512" y="72137"/>
                    <a:pt x="2149" y="61114"/>
                    <a:pt x="575" y="49876"/>
                  </a:cubicBezTo>
                  <a:cubicBezTo>
                    <a:pt x="-1869" y="32409"/>
                    <a:pt x="3649" y="14253"/>
                    <a:pt x="13809" y="282"/>
                  </a:cubicBezTo>
                  <a:cubicBezTo>
                    <a:pt x="36473" y="-775"/>
                    <a:pt x="53839" y="457"/>
                    <a:pt x="71760" y="16075"/>
                  </a:cubicBezTo>
                  <a:cubicBezTo>
                    <a:pt x="79864" y="23140"/>
                    <a:pt x="84793" y="32416"/>
                    <a:pt x="84599" y="43399"/>
                  </a:cubicBezTo>
                  <a:cubicBezTo>
                    <a:pt x="84325" y="59044"/>
                    <a:pt x="74982" y="67409"/>
                    <a:pt x="64708" y="77730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205DD7B3-EF50-3AE1-1CBB-A9183F595CA7}"/>
                </a:ext>
              </a:extLst>
            </p:cNvPr>
            <p:cNvSpPr/>
            <p:nvPr/>
          </p:nvSpPr>
          <p:spPr>
            <a:xfrm>
              <a:off x="133336" y="4707028"/>
              <a:ext cx="88281" cy="564331"/>
            </a:xfrm>
            <a:custGeom>
              <a:avLst/>
              <a:gdLst>
                <a:gd name="connsiteX0" fmla="*/ 10357 w 88281"/>
                <a:gd name="connsiteY0" fmla="*/ 377190 h 564331"/>
                <a:gd name="connsiteX1" fmla="*/ 6385 w 88281"/>
                <a:gd name="connsiteY1" fmla="*/ 303607 h 564331"/>
                <a:gd name="connsiteX2" fmla="*/ 58945 w 88281"/>
                <a:gd name="connsiteY2" fmla="*/ 0 h 564331"/>
                <a:gd name="connsiteX3" fmla="*/ 58624 w 88281"/>
                <a:gd name="connsiteY3" fmla="*/ 2719 h 564331"/>
                <a:gd name="connsiteX4" fmla="*/ 30797 w 88281"/>
                <a:gd name="connsiteY4" fmla="*/ 121388 h 564331"/>
                <a:gd name="connsiteX5" fmla="*/ 68516 w 88281"/>
                <a:gd name="connsiteY5" fmla="*/ 355256 h 564331"/>
                <a:gd name="connsiteX6" fmla="*/ 80899 w 88281"/>
                <a:gd name="connsiteY6" fmla="*/ 544267 h 564331"/>
                <a:gd name="connsiteX7" fmla="*/ 86712 w 88281"/>
                <a:gd name="connsiteY7" fmla="*/ 564332 h 564331"/>
                <a:gd name="connsiteX8" fmla="*/ 63379 w 88281"/>
                <a:gd name="connsiteY8" fmla="*/ 557882 h 564331"/>
                <a:gd name="connsiteX9" fmla="*/ 18126 w 88281"/>
                <a:gd name="connsiteY9" fmla="*/ 547066 h 564331"/>
                <a:gd name="connsiteX10" fmla="*/ 10357 w 88281"/>
                <a:gd name="connsiteY10" fmla="*/ 377190 h 56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281" h="564331">
                  <a:moveTo>
                    <a:pt x="10357" y="377190"/>
                  </a:moveTo>
                  <a:cubicBezTo>
                    <a:pt x="12225" y="353877"/>
                    <a:pt x="8140" y="327061"/>
                    <a:pt x="6385" y="303607"/>
                  </a:cubicBezTo>
                  <a:cubicBezTo>
                    <a:pt x="-1752" y="195071"/>
                    <a:pt x="-14658" y="91411"/>
                    <a:pt x="58945" y="0"/>
                  </a:cubicBezTo>
                  <a:cubicBezTo>
                    <a:pt x="58838" y="904"/>
                    <a:pt x="58751" y="1815"/>
                    <a:pt x="58624" y="2719"/>
                  </a:cubicBezTo>
                  <a:cubicBezTo>
                    <a:pt x="52971" y="43646"/>
                    <a:pt x="31520" y="78465"/>
                    <a:pt x="30797" y="121388"/>
                  </a:cubicBezTo>
                  <a:cubicBezTo>
                    <a:pt x="29618" y="190684"/>
                    <a:pt x="63225" y="277495"/>
                    <a:pt x="68516" y="355256"/>
                  </a:cubicBezTo>
                  <a:cubicBezTo>
                    <a:pt x="71764" y="402974"/>
                    <a:pt x="62977" y="505992"/>
                    <a:pt x="80899" y="544267"/>
                  </a:cubicBezTo>
                  <a:cubicBezTo>
                    <a:pt x="83745" y="550341"/>
                    <a:pt x="91608" y="559684"/>
                    <a:pt x="86712" y="564332"/>
                  </a:cubicBezTo>
                  <a:cubicBezTo>
                    <a:pt x="78809" y="562396"/>
                    <a:pt x="71047" y="560635"/>
                    <a:pt x="63379" y="557882"/>
                  </a:cubicBezTo>
                  <a:cubicBezTo>
                    <a:pt x="50252" y="550810"/>
                    <a:pt x="32719" y="549316"/>
                    <a:pt x="18126" y="547066"/>
                  </a:cubicBezTo>
                  <a:cubicBezTo>
                    <a:pt x="20677" y="491921"/>
                    <a:pt x="17288" y="431894"/>
                    <a:pt x="10357" y="377190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878F0575-B93F-D736-7EF8-02FA2C04DDCB}"/>
                </a:ext>
              </a:extLst>
            </p:cNvPr>
            <p:cNvSpPr/>
            <p:nvPr/>
          </p:nvSpPr>
          <p:spPr>
            <a:xfrm>
              <a:off x="202029" y="4816686"/>
              <a:ext cx="282252" cy="439765"/>
            </a:xfrm>
            <a:custGeom>
              <a:avLst/>
              <a:gdLst>
                <a:gd name="connsiteX0" fmla="*/ 49241 w 282252"/>
                <a:gd name="connsiteY0" fmla="*/ 381191 h 439765"/>
                <a:gd name="connsiteX1" fmla="*/ 25024 w 282252"/>
                <a:gd name="connsiteY1" fmla="*/ 155775 h 439765"/>
                <a:gd name="connsiteX2" fmla="*/ 746 w 282252"/>
                <a:gd name="connsiteY2" fmla="*/ 1644 h 439765"/>
                <a:gd name="connsiteX3" fmla="*/ 112075 w 282252"/>
                <a:gd name="connsiteY3" fmla="*/ 8046 h 439765"/>
                <a:gd name="connsiteX4" fmla="*/ 101982 w 282252"/>
                <a:gd name="connsiteY4" fmla="*/ 69293 h 439765"/>
                <a:gd name="connsiteX5" fmla="*/ 98285 w 282252"/>
                <a:gd name="connsiteY5" fmla="*/ 113461 h 439765"/>
                <a:gd name="connsiteX6" fmla="*/ 119516 w 282252"/>
                <a:gd name="connsiteY6" fmla="*/ 253983 h 439765"/>
                <a:gd name="connsiteX7" fmla="*/ 229933 w 282252"/>
                <a:gd name="connsiteY7" fmla="*/ 346459 h 439765"/>
                <a:gd name="connsiteX8" fmla="*/ 188250 w 282252"/>
                <a:gd name="connsiteY8" fmla="*/ 161608 h 439765"/>
                <a:gd name="connsiteX9" fmla="*/ 193862 w 282252"/>
                <a:gd name="connsiteY9" fmla="*/ 44814 h 439765"/>
                <a:gd name="connsiteX10" fmla="*/ 201068 w 282252"/>
                <a:gd name="connsiteY10" fmla="*/ 42564 h 439765"/>
                <a:gd name="connsiteX11" fmla="*/ 271704 w 282252"/>
                <a:gd name="connsiteY11" fmla="*/ 68241 h 439765"/>
                <a:gd name="connsiteX12" fmla="*/ 282253 w 282252"/>
                <a:gd name="connsiteY12" fmla="*/ 427141 h 439765"/>
                <a:gd name="connsiteX13" fmla="*/ 278033 w 282252"/>
                <a:gd name="connsiteY13" fmla="*/ 439765 h 439765"/>
                <a:gd name="connsiteX14" fmla="*/ 49241 w 282252"/>
                <a:gd name="connsiteY14" fmla="*/ 381191 h 43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2252" h="439765">
                  <a:moveTo>
                    <a:pt x="49241" y="381191"/>
                  </a:moveTo>
                  <a:cubicBezTo>
                    <a:pt x="31172" y="309390"/>
                    <a:pt x="35331" y="229364"/>
                    <a:pt x="25024" y="155775"/>
                  </a:cubicBezTo>
                  <a:cubicBezTo>
                    <a:pt x="18320" y="107929"/>
                    <a:pt x="-4377" y="49061"/>
                    <a:pt x="746" y="1644"/>
                  </a:cubicBezTo>
                  <a:cubicBezTo>
                    <a:pt x="40776" y="-5154"/>
                    <a:pt x="73646" y="11556"/>
                    <a:pt x="112075" y="8046"/>
                  </a:cubicBezTo>
                  <a:cubicBezTo>
                    <a:pt x="107729" y="25680"/>
                    <a:pt x="97455" y="51913"/>
                    <a:pt x="101982" y="69293"/>
                  </a:cubicBezTo>
                  <a:cubicBezTo>
                    <a:pt x="102377" y="83598"/>
                    <a:pt x="99002" y="99008"/>
                    <a:pt x="98285" y="113461"/>
                  </a:cubicBezTo>
                  <a:cubicBezTo>
                    <a:pt x="95948" y="160483"/>
                    <a:pt x="99477" y="210686"/>
                    <a:pt x="119516" y="253983"/>
                  </a:cubicBezTo>
                  <a:cubicBezTo>
                    <a:pt x="142206" y="303014"/>
                    <a:pt x="181251" y="328116"/>
                    <a:pt x="229933" y="346459"/>
                  </a:cubicBezTo>
                  <a:cubicBezTo>
                    <a:pt x="213043" y="284710"/>
                    <a:pt x="190339" y="226478"/>
                    <a:pt x="188250" y="161608"/>
                  </a:cubicBezTo>
                  <a:cubicBezTo>
                    <a:pt x="187017" y="123058"/>
                    <a:pt x="192080" y="83371"/>
                    <a:pt x="193862" y="44814"/>
                  </a:cubicBezTo>
                  <a:lnTo>
                    <a:pt x="201068" y="42564"/>
                  </a:lnTo>
                  <a:cubicBezTo>
                    <a:pt x="224267" y="52155"/>
                    <a:pt x="247949" y="60144"/>
                    <a:pt x="271704" y="68241"/>
                  </a:cubicBezTo>
                  <a:cubicBezTo>
                    <a:pt x="269722" y="187928"/>
                    <a:pt x="265931" y="308171"/>
                    <a:pt x="282253" y="427141"/>
                  </a:cubicBezTo>
                  <a:cubicBezTo>
                    <a:pt x="281161" y="431950"/>
                    <a:pt x="279982" y="435318"/>
                    <a:pt x="278033" y="439765"/>
                  </a:cubicBezTo>
                  <a:cubicBezTo>
                    <a:pt x="202006" y="419265"/>
                    <a:pt x="125295" y="401819"/>
                    <a:pt x="49241" y="381191"/>
                  </a:cubicBezTo>
                  <a:close/>
                </a:path>
              </a:pathLst>
            </a:custGeom>
            <a:gradFill>
              <a:gsLst>
                <a:gs pos="0">
                  <a:srgbClr val="A14544"/>
                </a:gs>
                <a:gs pos="50000">
                  <a:srgbClr val="A86464"/>
                </a:gs>
                <a:gs pos="100000">
                  <a:srgbClr val="B08484"/>
                </a:gs>
              </a:gsLst>
              <a:lin ang="21201855" scaled="1"/>
            </a:gra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AF2DC6F-906C-701B-1346-4DB8E41090F6}"/>
                </a:ext>
              </a:extLst>
            </p:cNvPr>
            <p:cNvSpPr/>
            <p:nvPr/>
          </p:nvSpPr>
          <p:spPr>
            <a:xfrm>
              <a:off x="302883" y="4824733"/>
              <a:ext cx="100214" cy="61246"/>
            </a:xfrm>
            <a:custGeom>
              <a:avLst/>
              <a:gdLst>
                <a:gd name="connsiteX0" fmla="*/ 11221 w 100214"/>
                <a:gd name="connsiteY0" fmla="*/ 0 h 61246"/>
                <a:gd name="connsiteX1" fmla="*/ 19264 w 100214"/>
                <a:gd name="connsiteY1" fmla="*/ 2866 h 61246"/>
                <a:gd name="connsiteX2" fmla="*/ 90932 w 100214"/>
                <a:gd name="connsiteY2" fmla="*/ 10669 h 61246"/>
                <a:gd name="connsiteX3" fmla="*/ 100214 w 100214"/>
                <a:gd name="connsiteY3" fmla="*/ 34518 h 61246"/>
                <a:gd name="connsiteX4" fmla="*/ 93008 w 100214"/>
                <a:gd name="connsiteY4" fmla="*/ 36768 h 61246"/>
                <a:gd name="connsiteX5" fmla="*/ 14858 w 100214"/>
                <a:gd name="connsiteY5" fmla="*/ 15919 h 61246"/>
                <a:gd name="connsiteX6" fmla="*/ 1128 w 100214"/>
                <a:gd name="connsiteY6" fmla="*/ 61247 h 61246"/>
                <a:gd name="connsiteX7" fmla="*/ 11221 w 100214"/>
                <a:gd name="connsiteY7" fmla="*/ 0 h 6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214" h="61246">
                  <a:moveTo>
                    <a:pt x="11221" y="0"/>
                  </a:moveTo>
                  <a:lnTo>
                    <a:pt x="19264" y="2866"/>
                  </a:lnTo>
                  <a:cubicBezTo>
                    <a:pt x="35539" y="7313"/>
                    <a:pt x="74510" y="14721"/>
                    <a:pt x="90932" y="10669"/>
                  </a:cubicBezTo>
                  <a:cubicBezTo>
                    <a:pt x="92867" y="20500"/>
                    <a:pt x="94448" y="26012"/>
                    <a:pt x="100214" y="34518"/>
                  </a:cubicBezTo>
                  <a:lnTo>
                    <a:pt x="93008" y="36768"/>
                  </a:lnTo>
                  <a:cubicBezTo>
                    <a:pt x="66232" y="31296"/>
                    <a:pt x="40756" y="24646"/>
                    <a:pt x="14858" y="15919"/>
                  </a:cubicBezTo>
                  <a:lnTo>
                    <a:pt x="1128" y="61247"/>
                  </a:lnTo>
                  <a:cubicBezTo>
                    <a:pt x="-3399" y="43867"/>
                    <a:pt x="6874" y="17634"/>
                    <a:pt x="11221" y="0"/>
                  </a:cubicBezTo>
                  <a:close/>
                </a:path>
              </a:pathLst>
            </a:custGeom>
            <a:solidFill>
              <a:srgbClr val="892C2A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D7043C44-21BB-8E0D-1060-8E42A37CB45D}"/>
                </a:ext>
              </a:extLst>
            </p:cNvPr>
            <p:cNvSpPr/>
            <p:nvPr/>
          </p:nvSpPr>
          <p:spPr>
            <a:xfrm>
              <a:off x="393815" y="4830733"/>
              <a:ext cx="195499" cy="486791"/>
            </a:xfrm>
            <a:custGeom>
              <a:avLst/>
              <a:gdLst>
                <a:gd name="connsiteX0" fmla="*/ 0 w 195499"/>
                <a:gd name="connsiteY0" fmla="*/ 4668 h 486791"/>
                <a:gd name="connsiteX1" fmla="*/ 4882 w 195499"/>
                <a:gd name="connsiteY1" fmla="*/ 0 h 486791"/>
                <a:gd name="connsiteX2" fmla="*/ 166809 w 195499"/>
                <a:gd name="connsiteY2" fmla="*/ 3215 h 486791"/>
                <a:gd name="connsiteX3" fmla="*/ 195500 w 195499"/>
                <a:gd name="connsiteY3" fmla="*/ 485726 h 486791"/>
                <a:gd name="connsiteX4" fmla="*/ 97733 w 195499"/>
                <a:gd name="connsiteY4" fmla="*/ 483683 h 486791"/>
                <a:gd name="connsiteX5" fmla="*/ 90467 w 195499"/>
                <a:gd name="connsiteY5" fmla="*/ 413094 h 486791"/>
                <a:gd name="connsiteX6" fmla="*/ 79918 w 195499"/>
                <a:gd name="connsiteY6" fmla="*/ 54194 h 486791"/>
                <a:gd name="connsiteX7" fmla="*/ 9282 w 195499"/>
                <a:gd name="connsiteY7" fmla="*/ 28517 h 486791"/>
                <a:gd name="connsiteX8" fmla="*/ 0 w 195499"/>
                <a:gd name="connsiteY8" fmla="*/ 4668 h 48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499" h="486791">
                  <a:moveTo>
                    <a:pt x="0" y="4668"/>
                  </a:moveTo>
                  <a:lnTo>
                    <a:pt x="4882" y="0"/>
                  </a:lnTo>
                  <a:cubicBezTo>
                    <a:pt x="59586" y="5244"/>
                    <a:pt x="111985" y="6322"/>
                    <a:pt x="166809" y="3215"/>
                  </a:cubicBezTo>
                  <a:cubicBezTo>
                    <a:pt x="140435" y="159094"/>
                    <a:pt x="168329" y="331455"/>
                    <a:pt x="195500" y="485726"/>
                  </a:cubicBezTo>
                  <a:cubicBezTo>
                    <a:pt x="163313" y="487360"/>
                    <a:pt x="129753" y="487427"/>
                    <a:pt x="97733" y="483683"/>
                  </a:cubicBezTo>
                  <a:cubicBezTo>
                    <a:pt x="97405" y="460819"/>
                    <a:pt x="95623" y="435382"/>
                    <a:pt x="90467" y="413094"/>
                  </a:cubicBezTo>
                  <a:cubicBezTo>
                    <a:pt x="74145" y="294124"/>
                    <a:pt x="77936" y="173881"/>
                    <a:pt x="79918" y="54194"/>
                  </a:cubicBezTo>
                  <a:cubicBezTo>
                    <a:pt x="56163" y="46097"/>
                    <a:pt x="32482" y="38107"/>
                    <a:pt x="9282" y="28517"/>
                  </a:cubicBezTo>
                  <a:cubicBezTo>
                    <a:pt x="3516" y="20011"/>
                    <a:pt x="1936" y="14499"/>
                    <a:pt x="0" y="4668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2AA2CABD-C72D-52F7-E7AC-57E1F90149E3}"/>
                </a:ext>
              </a:extLst>
            </p:cNvPr>
            <p:cNvSpPr/>
            <p:nvPr/>
          </p:nvSpPr>
          <p:spPr>
            <a:xfrm>
              <a:off x="299683" y="4840652"/>
              <a:ext cx="132279" cy="322493"/>
            </a:xfrm>
            <a:custGeom>
              <a:avLst/>
              <a:gdLst>
                <a:gd name="connsiteX0" fmla="*/ 18057 w 132279"/>
                <a:gd name="connsiteY0" fmla="*/ 0 h 322493"/>
                <a:gd name="connsiteX1" fmla="*/ 96208 w 132279"/>
                <a:gd name="connsiteY1" fmla="*/ 20848 h 322493"/>
                <a:gd name="connsiteX2" fmla="*/ 90596 w 132279"/>
                <a:gd name="connsiteY2" fmla="*/ 137642 h 322493"/>
                <a:gd name="connsiteX3" fmla="*/ 132279 w 132279"/>
                <a:gd name="connsiteY3" fmla="*/ 322493 h 322493"/>
                <a:gd name="connsiteX4" fmla="*/ 21861 w 132279"/>
                <a:gd name="connsiteY4" fmla="*/ 230017 h 322493"/>
                <a:gd name="connsiteX5" fmla="*/ 631 w 132279"/>
                <a:gd name="connsiteY5" fmla="*/ 89495 h 322493"/>
                <a:gd name="connsiteX6" fmla="*/ 4328 w 132279"/>
                <a:gd name="connsiteY6" fmla="*/ 45327 h 322493"/>
                <a:gd name="connsiteX7" fmla="*/ 18057 w 132279"/>
                <a:gd name="connsiteY7" fmla="*/ 0 h 32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279" h="322493">
                  <a:moveTo>
                    <a:pt x="18057" y="0"/>
                  </a:moveTo>
                  <a:cubicBezTo>
                    <a:pt x="43956" y="8726"/>
                    <a:pt x="69432" y="15377"/>
                    <a:pt x="96208" y="20848"/>
                  </a:cubicBezTo>
                  <a:cubicBezTo>
                    <a:pt x="94426" y="59405"/>
                    <a:pt x="89363" y="99092"/>
                    <a:pt x="90596" y="137642"/>
                  </a:cubicBezTo>
                  <a:cubicBezTo>
                    <a:pt x="92685" y="202512"/>
                    <a:pt x="115389" y="260745"/>
                    <a:pt x="132279" y="322493"/>
                  </a:cubicBezTo>
                  <a:cubicBezTo>
                    <a:pt x="83597" y="304150"/>
                    <a:pt x="44552" y="279048"/>
                    <a:pt x="21861" y="230017"/>
                  </a:cubicBezTo>
                  <a:cubicBezTo>
                    <a:pt x="1823" y="186720"/>
                    <a:pt x="-1706" y="136517"/>
                    <a:pt x="631" y="89495"/>
                  </a:cubicBezTo>
                  <a:cubicBezTo>
                    <a:pt x="1348" y="75043"/>
                    <a:pt x="4723" y="59632"/>
                    <a:pt x="4328" y="45327"/>
                  </a:cubicBezTo>
                  <a:lnTo>
                    <a:pt x="18057" y="0"/>
                  </a:lnTo>
                  <a:close/>
                </a:path>
              </a:pathLst>
            </a:custGeom>
            <a:solidFill>
              <a:srgbClr val="ECE7E9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751C2492-1B96-8679-1134-711AFD82E987}"/>
                </a:ext>
              </a:extLst>
            </p:cNvPr>
            <p:cNvSpPr/>
            <p:nvPr/>
          </p:nvSpPr>
          <p:spPr>
            <a:xfrm>
              <a:off x="1542300" y="4883985"/>
              <a:ext cx="42885" cy="56429"/>
            </a:xfrm>
            <a:custGeom>
              <a:avLst/>
              <a:gdLst>
                <a:gd name="connsiteX0" fmla="*/ 25399 w 42885"/>
                <a:gd name="connsiteY0" fmla="*/ 56430 h 56429"/>
                <a:gd name="connsiteX1" fmla="*/ 23309 w 42885"/>
                <a:gd name="connsiteY1" fmla="*/ 56135 h 56429"/>
                <a:gd name="connsiteX2" fmla="*/ 21247 w 42885"/>
                <a:gd name="connsiteY2" fmla="*/ 55686 h 56429"/>
                <a:gd name="connsiteX3" fmla="*/ 19224 w 42885"/>
                <a:gd name="connsiteY3" fmla="*/ 55083 h 56429"/>
                <a:gd name="connsiteX4" fmla="*/ 17255 w 42885"/>
                <a:gd name="connsiteY4" fmla="*/ 54333 h 56429"/>
                <a:gd name="connsiteX5" fmla="*/ 15340 w 42885"/>
                <a:gd name="connsiteY5" fmla="*/ 53442 h 56429"/>
                <a:gd name="connsiteX6" fmla="*/ 13505 w 42885"/>
                <a:gd name="connsiteY6" fmla="*/ 52404 h 56429"/>
                <a:gd name="connsiteX7" fmla="*/ 11750 w 42885"/>
                <a:gd name="connsiteY7" fmla="*/ 51239 h 56429"/>
                <a:gd name="connsiteX8" fmla="*/ 10082 w 42885"/>
                <a:gd name="connsiteY8" fmla="*/ 49940 h 56429"/>
                <a:gd name="connsiteX9" fmla="*/ 8522 w 42885"/>
                <a:gd name="connsiteY9" fmla="*/ 48520 h 56429"/>
                <a:gd name="connsiteX10" fmla="*/ 7068 w 42885"/>
                <a:gd name="connsiteY10" fmla="*/ 46993 h 56429"/>
                <a:gd name="connsiteX11" fmla="*/ 5729 w 42885"/>
                <a:gd name="connsiteY11" fmla="*/ 45359 h 56429"/>
                <a:gd name="connsiteX12" fmla="*/ 4524 w 42885"/>
                <a:gd name="connsiteY12" fmla="*/ 43631 h 56429"/>
                <a:gd name="connsiteX13" fmla="*/ 3445 w 42885"/>
                <a:gd name="connsiteY13" fmla="*/ 41816 h 56429"/>
                <a:gd name="connsiteX14" fmla="*/ 2507 w 42885"/>
                <a:gd name="connsiteY14" fmla="*/ 39928 h 56429"/>
                <a:gd name="connsiteX15" fmla="*/ 1710 w 42885"/>
                <a:gd name="connsiteY15" fmla="*/ 37972 h 56429"/>
                <a:gd name="connsiteX16" fmla="*/ 1061 w 42885"/>
                <a:gd name="connsiteY16" fmla="*/ 35963 h 56429"/>
                <a:gd name="connsiteX17" fmla="*/ 565 w 42885"/>
                <a:gd name="connsiteY17" fmla="*/ 33913 h 56429"/>
                <a:gd name="connsiteX18" fmla="*/ 224 w 42885"/>
                <a:gd name="connsiteY18" fmla="*/ 31830 h 56429"/>
                <a:gd name="connsiteX19" fmla="*/ 36 w 42885"/>
                <a:gd name="connsiteY19" fmla="*/ 29728 h 56429"/>
                <a:gd name="connsiteX20" fmla="*/ 9 w 42885"/>
                <a:gd name="connsiteY20" fmla="*/ 27618 h 56429"/>
                <a:gd name="connsiteX21" fmla="*/ 137 w 42885"/>
                <a:gd name="connsiteY21" fmla="*/ 25508 h 56429"/>
                <a:gd name="connsiteX22" fmla="*/ 425 w 42885"/>
                <a:gd name="connsiteY22" fmla="*/ 23419 h 56429"/>
                <a:gd name="connsiteX23" fmla="*/ 867 w 42885"/>
                <a:gd name="connsiteY23" fmla="*/ 21356 h 56429"/>
                <a:gd name="connsiteX24" fmla="*/ 1456 w 42885"/>
                <a:gd name="connsiteY24" fmla="*/ 19333 h 56429"/>
                <a:gd name="connsiteX25" fmla="*/ 2199 w 42885"/>
                <a:gd name="connsiteY25" fmla="*/ 17357 h 56429"/>
                <a:gd name="connsiteX26" fmla="*/ 3090 w 42885"/>
                <a:gd name="connsiteY26" fmla="*/ 15442 h 56429"/>
                <a:gd name="connsiteX27" fmla="*/ 4115 w 42885"/>
                <a:gd name="connsiteY27" fmla="*/ 13600 h 56429"/>
                <a:gd name="connsiteX28" fmla="*/ 5280 w 42885"/>
                <a:gd name="connsiteY28" fmla="*/ 11839 h 56429"/>
                <a:gd name="connsiteX29" fmla="*/ 6566 w 42885"/>
                <a:gd name="connsiteY29" fmla="*/ 10165 h 56429"/>
                <a:gd name="connsiteX30" fmla="*/ 7979 w 42885"/>
                <a:gd name="connsiteY30" fmla="*/ 8597 h 56429"/>
                <a:gd name="connsiteX31" fmla="*/ 9506 w 42885"/>
                <a:gd name="connsiteY31" fmla="*/ 7138 h 56429"/>
                <a:gd name="connsiteX32" fmla="*/ 11134 w 42885"/>
                <a:gd name="connsiteY32" fmla="*/ 5798 h 56429"/>
                <a:gd name="connsiteX33" fmla="*/ 12862 w 42885"/>
                <a:gd name="connsiteY33" fmla="*/ 4579 h 56429"/>
                <a:gd name="connsiteX34" fmla="*/ 14670 w 42885"/>
                <a:gd name="connsiteY34" fmla="*/ 3494 h 56429"/>
                <a:gd name="connsiteX35" fmla="*/ 16552 w 42885"/>
                <a:gd name="connsiteY35" fmla="*/ 2550 h 56429"/>
                <a:gd name="connsiteX36" fmla="*/ 18507 w 42885"/>
                <a:gd name="connsiteY36" fmla="*/ 1746 h 56429"/>
                <a:gd name="connsiteX37" fmla="*/ 20510 w 42885"/>
                <a:gd name="connsiteY37" fmla="*/ 1090 h 56429"/>
                <a:gd name="connsiteX38" fmla="*/ 22559 w 42885"/>
                <a:gd name="connsiteY38" fmla="*/ 588 h 56429"/>
                <a:gd name="connsiteX39" fmla="*/ 24642 w 42885"/>
                <a:gd name="connsiteY39" fmla="*/ 233 h 56429"/>
                <a:gd name="connsiteX40" fmla="*/ 26738 w 42885"/>
                <a:gd name="connsiteY40" fmla="*/ 38 h 56429"/>
                <a:gd name="connsiteX41" fmla="*/ 28848 w 42885"/>
                <a:gd name="connsiteY41" fmla="*/ 5 h 56429"/>
                <a:gd name="connsiteX42" fmla="*/ 30957 w 42885"/>
                <a:gd name="connsiteY42" fmla="*/ 125 h 56429"/>
                <a:gd name="connsiteX43" fmla="*/ 33047 w 42885"/>
                <a:gd name="connsiteY43" fmla="*/ 400 h 56429"/>
                <a:gd name="connsiteX44" fmla="*/ 35117 w 42885"/>
                <a:gd name="connsiteY44" fmla="*/ 835 h 56429"/>
                <a:gd name="connsiteX45" fmla="*/ 37139 w 42885"/>
                <a:gd name="connsiteY45" fmla="*/ 1418 h 56429"/>
                <a:gd name="connsiteX46" fmla="*/ 39121 w 42885"/>
                <a:gd name="connsiteY46" fmla="*/ 2148 h 56429"/>
                <a:gd name="connsiteX47" fmla="*/ 41037 w 42885"/>
                <a:gd name="connsiteY47" fmla="*/ 3032 h 56429"/>
                <a:gd name="connsiteX48" fmla="*/ 42885 w 42885"/>
                <a:gd name="connsiteY48" fmla="*/ 4050 h 56429"/>
                <a:gd name="connsiteX49" fmla="*/ 25399 w 42885"/>
                <a:gd name="connsiteY49" fmla="*/ 56430 h 56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2885" h="56429">
                  <a:moveTo>
                    <a:pt x="25399" y="56430"/>
                  </a:moveTo>
                  <a:cubicBezTo>
                    <a:pt x="24695" y="56356"/>
                    <a:pt x="23999" y="56262"/>
                    <a:pt x="23309" y="56135"/>
                  </a:cubicBezTo>
                  <a:cubicBezTo>
                    <a:pt x="22619" y="56008"/>
                    <a:pt x="21930" y="55860"/>
                    <a:pt x="21247" y="55686"/>
                  </a:cubicBezTo>
                  <a:cubicBezTo>
                    <a:pt x="20563" y="55512"/>
                    <a:pt x="19887" y="55311"/>
                    <a:pt x="19224" y="55083"/>
                  </a:cubicBezTo>
                  <a:cubicBezTo>
                    <a:pt x="18561" y="54862"/>
                    <a:pt x="17905" y="54608"/>
                    <a:pt x="17255" y="54333"/>
                  </a:cubicBezTo>
                  <a:cubicBezTo>
                    <a:pt x="16605" y="54059"/>
                    <a:pt x="15969" y="53764"/>
                    <a:pt x="15340" y="53442"/>
                  </a:cubicBezTo>
                  <a:cubicBezTo>
                    <a:pt x="14717" y="53114"/>
                    <a:pt x="14101" y="52773"/>
                    <a:pt x="13505" y="52404"/>
                  </a:cubicBezTo>
                  <a:cubicBezTo>
                    <a:pt x="12902" y="52036"/>
                    <a:pt x="12319" y="51648"/>
                    <a:pt x="11750" y="51239"/>
                  </a:cubicBezTo>
                  <a:cubicBezTo>
                    <a:pt x="11180" y="50824"/>
                    <a:pt x="10624" y="50388"/>
                    <a:pt x="10082" y="49940"/>
                  </a:cubicBezTo>
                  <a:cubicBezTo>
                    <a:pt x="9540" y="49485"/>
                    <a:pt x="9024" y="49009"/>
                    <a:pt x="8522" y="48520"/>
                  </a:cubicBezTo>
                  <a:cubicBezTo>
                    <a:pt x="8019" y="48031"/>
                    <a:pt x="7530" y="47522"/>
                    <a:pt x="7068" y="46993"/>
                  </a:cubicBezTo>
                  <a:cubicBezTo>
                    <a:pt x="6600" y="46464"/>
                    <a:pt x="6151" y="45915"/>
                    <a:pt x="5729" y="45359"/>
                  </a:cubicBezTo>
                  <a:cubicBezTo>
                    <a:pt x="5307" y="44796"/>
                    <a:pt x="4905" y="44220"/>
                    <a:pt x="4524" y="43631"/>
                  </a:cubicBezTo>
                  <a:cubicBezTo>
                    <a:pt x="4142" y="43035"/>
                    <a:pt x="3780" y="42432"/>
                    <a:pt x="3445" y="41816"/>
                  </a:cubicBezTo>
                  <a:cubicBezTo>
                    <a:pt x="3103" y="41193"/>
                    <a:pt x="2796" y="40564"/>
                    <a:pt x="2507" y="39928"/>
                  </a:cubicBezTo>
                  <a:cubicBezTo>
                    <a:pt x="2220" y="39285"/>
                    <a:pt x="1952" y="38635"/>
                    <a:pt x="1710" y="37972"/>
                  </a:cubicBezTo>
                  <a:cubicBezTo>
                    <a:pt x="1470" y="37309"/>
                    <a:pt x="1255" y="36639"/>
                    <a:pt x="1061" y="35963"/>
                  </a:cubicBezTo>
                  <a:cubicBezTo>
                    <a:pt x="867" y="35286"/>
                    <a:pt x="706" y="34603"/>
                    <a:pt x="565" y="33913"/>
                  </a:cubicBezTo>
                  <a:cubicBezTo>
                    <a:pt x="425" y="33223"/>
                    <a:pt x="311" y="32527"/>
                    <a:pt x="224" y="31830"/>
                  </a:cubicBezTo>
                  <a:cubicBezTo>
                    <a:pt x="137" y="31127"/>
                    <a:pt x="70" y="30431"/>
                    <a:pt x="36" y="29728"/>
                  </a:cubicBezTo>
                  <a:cubicBezTo>
                    <a:pt x="3" y="29024"/>
                    <a:pt x="-11" y="28321"/>
                    <a:pt x="9" y="27618"/>
                  </a:cubicBezTo>
                  <a:cubicBezTo>
                    <a:pt x="30" y="26914"/>
                    <a:pt x="70" y="26211"/>
                    <a:pt x="137" y="25508"/>
                  </a:cubicBezTo>
                  <a:cubicBezTo>
                    <a:pt x="210" y="24805"/>
                    <a:pt x="304" y="24109"/>
                    <a:pt x="425" y="23419"/>
                  </a:cubicBezTo>
                  <a:cubicBezTo>
                    <a:pt x="545" y="22729"/>
                    <a:pt x="693" y="22039"/>
                    <a:pt x="867" y="21356"/>
                  </a:cubicBezTo>
                  <a:cubicBezTo>
                    <a:pt x="1034" y="20673"/>
                    <a:pt x="1235" y="19996"/>
                    <a:pt x="1456" y="19333"/>
                  </a:cubicBezTo>
                  <a:cubicBezTo>
                    <a:pt x="1677" y="18663"/>
                    <a:pt x="1925" y="18007"/>
                    <a:pt x="2199" y="17357"/>
                  </a:cubicBezTo>
                  <a:cubicBezTo>
                    <a:pt x="2474" y="16708"/>
                    <a:pt x="2769" y="16065"/>
                    <a:pt x="3090" y="15442"/>
                  </a:cubicBezTo>
                  <a:cubicBezTo>
                    <a:pt x="3405" y="14813"/>
                    <a:pt x="3746" y="14196"/>
                    <a:pt x="4115" y="13600"/>
                  </a:cubicBezTo>
                  <a:cubicBezTo>
                    <a:pt x="4483" y="12998"/>
                    <a:pt x="4872" y="12408"/>
                    <a:pt x="5280" y="11839"/>
                  </a:cubicBezTo>
                  <a:cubicBezTo>
                    <a:pt x="5688" y="11263"/>
                    <a:pt x="6117" y="10707"/>
                    <a:pt x="6566" y="10165"/>
                  </a:cubicBezTo>
                  <a:cubicBezTo>
                    <a:pt x="7015" y="9622"/>
                    <a:pt x="7490" y="9100"/>
                    <a:pt x="7979" y="8597"/>
                  </a:cubicBezTo>
                  <a:cubicBezTo>
                    <a:pt x="8468" y="8095"/>
                    <a:pt x="8977" y="7606"/>
                    <a:pt x="9506" y="7138"/>
                  </a:cubicBezTo>
                  <a:cubicBezTo>
                    <a:pt x="10035" y="6675"/>
                    <a:pt x="10578" y="6227"/>
                    <a:pt x="11134" y="5798"/>
                  </a:cubicBezTo>
                  <a:cubicBezTo>
                    <a:pt x="11690" y="5369"/>
                    <a:pt x="12266" y="4961"/>
                    <a:pt x="12862" y="4579"/>
                  </a:cubicBezTo>
                  <a:cubicBezTo>
                    <a:pt x="13451" y="4198"/>
                    <a:pt x="14054" y="3836"/>
                    <a:pt x="14670" y="3494"/>
                  </a:cubicBezTo>
                  <a:cubicBezTo>
                    <a:pt x="15286" y="3153"/>
                    <a:pt x="15915" y="2838"/>
                    <a:pt x="16552" y="2550"/>
                  </a:cubicBezTo>
                  <a:cubicBezTo>
                    <a:pt x="17195" y="2262"/>
                    <a:pt x="17844" y="1994"/>
                    <a:pt x="18507" y="1746"/>
                  </a:cubicBezTo>
                  <a:cubicBezTo>
                    <a:pt x="19164" y="1498"/>
                    <a:pt x="19833" y="1284"/>
                    <a:pt x="20510" y="1090"/>
                  </a:cubicBezTo>
                  <a:cubicBezTo>
                    <a:pt x="21186" y="896"/>
                    <a:pt x="21869" y="728"/>
                    <a:pt x="22559" y="588"/>
                  </a:cubicBezTo>
                  <a:cubicBezTo>
                    <a:pt x="23249" y="447"/>
                    <a:pt x="23939" y="326"/>
                    <a:pt x="24642" y="233"/>
                  </a:cubicBezTo>
                  <a:cubicBezTo>
                    <a:pt x="25338" y="146"/>
                    <a:pt x="26035" y="79"/>
                    <a:pt x="26738" y="38"/>
                  </a:cubicBezTo>
                  <a:cubicBezTo>
                    <a:pt x="27442" y="5"/>
                    <a:pt x="28145" y="-8"/>
                    <a:pt x="28848" y="5"/>
                  </a:cubicBezTo>
                  <a:cubicBezTo>
                    <a:pt x="29551" y="18"/>
                    <a:pt x="30254" y="59"/>
                    <a:pt x="30957" y="125"/>
                  </a:cubicBezTo>
                  <a:cubicBezTo>
                    <a:pt x="31661" y="186"/>
                    <a:pt x="32357" y="279"/>
                    <a:pt x="33047" y="400"/>
                  </a:cubicBezTo>
                  <a:cubicBezTo>
                    <a:pt x="33744" y="521"/>
                    <a:pt x="34434" y="668"/>
                    <a:pt x="35117" y="835"/>
                  </a:cubicBezTo>
                  <a:cubicBezTo>
                    <a:pt x="35800" y="1003"/>
                    <a:pt x="36476" y="1197"/>
                    <a:pt x="37139" y="1418"/>
                  </a:cubicBezTo>
                  <a:cubicBezTo>
                    <a:pt x="37809" y="1639"/>
                    <a:pt x="38472" y="1880"/>
                    <a:pt x="39121" y="2148"/>
                  </a:cubicBezTo>
                  <a:cubicBezTo>
                    <a:pt x="39771" y="2423"/>
                    <a:pt x="40407" y="2717"/>
                    <a:pt x="41037" y="3032"/>
                  </a:cubicBezTo>
                  <a:cubicBezTo>
                    <a:pt x="41666" y="3347"/>
                    <a:pt x="42283" y="3689"/>
                    <a:pt x="42885" y="4050"/>
                  </a:cubicBezTo>
                  <a:cubicBezTo>
                    <a:pt x="29732" y="22233"/>
                    <a:pt x="26551" y="34188"/>
                    <a:pt x="25399" y="56430"/>
                  </a:cubicBezTo>
                  <a:close/>
                </a:path>
              </a:pathLst>
            </a:custGeom>
            <a:solidFill>
              <a:srgbClr val="9002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D97BDBFC-961F-62B7-B4FC-1EF8EC83A733}"/>
                </a:ext>
              </a:extLst>
            </p:cNvPr>
            <p:cNvSpPr/>
            <p:nvPr/>
          </p:nvSpPr>
          <p:spPr>
            <a:xfrm>
              <a:off x="1567698" y="4888035"/>
              <a:ext cx="31186" cy="52530"/>
            </a:xfrm>
            <a:custGeom>
              <a:avLst/>
              <a:gdLst>
                <a:gd name="connsiteX0" fmla="*/ 17486 w 31186"/>
                <a:gd name="connsiteY0" fmla="*/ 0 h 52530"/>
                <a:gd name="connsiteX1" fmla="*/ 19475 w 31186"/>
                <a:gd name="connsiteY1" fmla="*/ 1320 h 52530"/>
                <a:gd name="connsiteX2" fmla="*/ 21351 w 31186"/>
                <a:gd name="connsiteY2" fmla="*/ 2800 h 52530"/>
                <a:gd name="connsiteX3" fmla="*/ 23092 w 31186"/>
                <a:gd name="connsiteY3" fmla="*/ 4434 h 52530"/>
                <a:gd name="connsiteX4" fmla="*/ 24692 w 31186"/>
                <a:gd name="connsiteY4" fmla="*/ 6202 h 52530"/>
                <a:gd name="connsiteX5" fmla="*/ 26133 w 31186"/>
                <a:gd name="connsiteY5" fmla="*/ 8111 h 52530"/>
                <a:gd name="connsiteX6" fmla="*/ 27412 w 31186"/>
                <a:gd name="connsiteY6" fmla="*/ 10126 h 52530"/>
                <a:gd name="connsiteX7" fmla="*/ 28517 w 31186"/>
                <a:gd name="connsiteY7" fmla="*/ 12243 h 52530"/>
                <a:gd name="connsiteX8" fmla="*/ 29434 w 31186"/>
                <a:gd name="connsiteY8" fmla="*/ 14446 h 52530"/>
                <a:gd name="connsiteX9" fmla="*/ 30164 w 31186"/>
                <a:gd name="connsiteY9" fmla="*/ 16723 h 52530"/>
                <a:gd name="connsiteX10" fmla="*/ 30700 w 31186"/>
                <a:gd name="connsiteY10" fmla="*/ 19047 h 52530"/>
                <a:gd name="connsiteX11" fmla="*/ 31041 w 31186"/>
                <a:gd name="connsiteY11" fmla="*/ 21411 h 52530"/>
                <a:gd name="connsiteX12" fmla="*/ 31182 w 31186"/>
                <a:gd name="connsiteY12" fmla="*/ 23796 h 52530"/>
                <a:gd name="connsiteX13" fmla="*/ 31115 w 31186"/>
                <a:gd name="connsiteY13" fmla="*/ 26180 h 52530"/>
                <a:gd name="connsiteX14" fmla="*/ 30854 w 31186"/>
                <a:gd name="connsiteY14" fmla="*/ 28557 h 52530"/>
                <a:gd name="connsiteX15" fmla="*/ 30392 w 31186"/>
                <a:gd name="connsiteY15" fmla="*/ 30895 h 52530"/>
                <a:gd name="connsiteX16" fmla="*/ 29729 w 31186"/>
                <a:gd name="connsiteY16" fmla="*/ 33192 h 52530"/>
                <a:gd name="connsiteX17" fmla="*/ 28878 w 31186"/>
                <a:gd name="connsiteY17" fmla="*/ 35422 h 52530"/>
                <a:gd name="connsiteX18" fmla="*/ 27840 w 31186"/>
                <a:gd name="connsiteY18" fmla="*/ 37579 h 52530"/>
                <a:gd name="connsiteX19" fmla="*/ 26628 w 31186"/>
                <a:gd name="connsiteY19" fmla="*/ 39635 h 52530"/>
                <a:gd name="connsiteX20" fmla="*/ 25242 w 31186"/>
                <a:gd name="connsiteY20" fmla="*/ 41577 h 52530"/>
                <a:gd name="connsiteX21" fmla="*/ 23702 w 31186"/>
                <a:gd name="connsiteY21" fmla="*/ 43405 h 52530"/>
                <a:gd name="connsiteX22" fmla="*/ 22014 w 31186"/>
                <a:gd name="connsiteY22" fmla="*/ 45093 h 52530"/>
                <a:gd name="connsiteX23" fmla="*/ 20185 w 31186"/>
                <a:gd name="connsiteY23" fmla="*/ 46627 h 52530"/>
                <a:gd name="connsiteX24" fmla="*/ 18236 w 31186"/>
                <a:gd name="connsiteY24" fmla="*/ 48006 h 52530"/>
                <a:gd name="connsiteX25" fmla="*/ 16174 w 31186"/>
                <a:gd name="connsiteY25" fmla="*/ 49218 h 52530"/>
                <a:gd name="connsiteX26" fmla="*/ 14017 w 31186"/>
                <a:gd name="connsiteY26" fmla="*/ 50250 h 52530"/>
                <a:gd name="connsiteX27" fmla="*/ 11787 w 31186"/>
                <a:gd name="connsiteY27" fmla="*/ 51094 h 52530"/>
                <a:gd name="connsiteX28" fmla="*/ 9490 w 31186"/>
                <a:gd name="connsiteY28" fmla="*/ 51750 h 52530"/>
                <a:gd name="connsiteX29" fmla="*/ 7146 w 31186"/>
                <a:gd name="connsiteY29" fmla="*/ 52205 h 52530"/>
                <a:gd name="connsiteX30" fmla="*/ 4775 w 31186"/>
                <a:gd name="connsiteY30" fmla="*/ 52467 h 52530"/>
                <a:gd name="connsiteX31" fmla="*/ 2384 w 31186"/>
                <a:gd name="connsiteY31" fmla="*/ 52527 h 52530"/>
                <a:gd name="connsiteX32" fmla="*/ 0 w 31186"/>
                <a:gd name="connsiteY32" fmla="*/ 52380 h 52530"/>
                <a:gd name="connsiteX33" fmla="*/ 17486 w 31186"/>
                <a:gd name="connsiteY33" fmla="*/ 0 h 52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186" h="52530">
                  <a:moveTo>
                    <a:pt x="17486" y="0"/>
                  </a:moveTo>
                  <a:cubicBezTo>
                    <a:pt x="18169" y="409"/>
                    <a:pt x="18832" y="851"/>
                    <a:pt x="19475" y="1320"/>
                  </a:cubicBezTo>
                  <a:cubicBezTo>
                    <a:pt x="20125" y="1782"/>
                    <a:pt x="20748" y="2277"/>
                    <a:pt x="21351" y="2800"/>
                  </a:cubicBezTo>
                  <a:cubicBezTo>
                    <a:pt x="21953" y="3316"/>
                    <a:pt x="22536" y="3864"/>
                    <a:pt x="23092" y="4434"/>
                  </a:cubicBezTo>
                  <a:cubicBezTo>
                    <a:pt x="23648" y="5003"/>
                    <a:pt x="24184" y="5592"/>
                    <a:pt x="24692" y="6202"/>
                  </a:cubicBezTo>
                  <a:cubicBezTo>
                    <a:pt x="25202" y="6818"/>
                    <a:pt x="25684" y="7454"/>
                    <a:pt x="26133" y="8111"/>
                  </a:cubicBezTo>
                  <a:cubicBezTo>
                    <a:pt x="26588" y="8760"/>
                    <a:pt x="27017" y="9437"/>
                    <a:pt x="27412" y="10126"/>
                  </a:cubicBezTo>
                  <a:cubicBezTo>
                    <a:pt x="27807" y="10816"/>
                    <a:pt x="28175" y="11526"/>
                    <a:pt x="28517" y="12243"/>
                  </a:cubicBezTo>
                  <a:cubicBezTo>
                    <a:pt x="28852" y="12966"/>
                    <a:pt x="29160" y="13703"/>
                    <a:pt x="29434" y="14446"/>
                  </a:cubicBezTo>
                  <a:cubicBezTo>
                    <a:pt x="29709" y="15196"/>
                    <a:pt x="29957" y="15953"/>
                    <a:pt x="30164" y="16723"/>
                  </a:cubicBezTo>
                  <a:cubicBezTo>
                    <a:pt x="30378" y="17493"/>
                    <a:pt x="30560" y="18264"/>
                    <a:pt x="30700" y="19047"/>
                  </a:cubicBezTo>
                  <a:cubicBezTo>
                    <a:pt x="30847" y="19831"/>
                    <a:pt x="30961" y="20614"/>
                    <a:pt x="31041" y="21411"/>
                  </a:cubicBezTo>
                  <a:cubicBezTo>
                    <a:pt x="31122" y="22201"/>
                    <a:pt x="31169" y="22999"/>
                    <a:pt x="31182" y="23796"/>
                  </a:cubicBezTo>
                  <a:cubicBezTo>
                    <a:pt x="31196" y="24593"/>
                    <a:pt x="31176" y="25383"/>
                    <a:pt x="31115" y="26180"/>
                  </a:cubicBezTo>
                  <a:cubicBezTo>
                    <a:pt x="31062" y="26977"/>
                    <a:pt x="30975" y="27767"/>
                    <a:pt x="30854" y="28557"/>
                  </a:cubicBezTo>
                  <a:cubicBezTo>
                    <a:pt x="30734" y="29341"/>
                    <a:pt x="30580" y="30125"/>
                    <a:pt x="30392" y="30895"/>
                  </a:cubicBezTo>
                  <a:cubicBezTo>
                    <a:pt x="30204" y="31671"/>
                    <a:pt x="29984" y="32435"/>
                    <a:pt x="29729" y="33192"/>
                  </a:cubicBezTo>
                  <a:cubicBezTo>
                    <a:pt x="29481" y="33949"/>
                    <a:pt x="29193" y="34692"/>
                    <a:pt x="28878" y="35422"/>
                  </a:cubicBezTo>
                  <a:cubicBezTo>
                    <a:pt x="28564" y="36152"/>
                    <a:pt x="28215" y="36875"/>
                    <a:pt x="27840" y="37579"/>
                  </a:cubicBezTo>
                  <a:cubicBezTo>
                    <a:pt x="27465" y="38282"/>
                    <a:pt x="27063" y="38965"/>
                    <a:pt x="26628" y="39635"/>
                  </a:cubicBezTo>
                  <a:cubicBezTo>
                    <a:pt x="26193" y="40298"/>
                    <a:pt x="25731" y="40947"/>
                    <a:pt x="25242" y="41577"/>
                  </a:cubicBezTo>
                  <a:cubicBezTo>
                    <a:pt x="24753" y="42206"/>
                    <a:pt x="24244" y="42816"/>
                    <a:pt x="23702" y="43405"/>
                  </a:cubicBezTo>
                  <a:cubicBezTo>
                    <a:pt x="23159" y="43988"/>
                    <a:pt x="22596" y="44550"/>
                    <a:pt x="22014" y="45093"/>
                  </a:cubicBezTo>
                  <a:cubicBezTo>
                    <a:pt x="21424" y="45629"/>
                    <a:pt x="20815" y="46138"/>
                    <a:pt x="20185" y="46627"/>
                  </a:cubicBezTo>
                  <a:cubicBezTo>
                    <a:pt x="19556" y="47115"/>
                    <a:pt x="18906" y="47571"/>
                    <a:pt x="18236" y="48006"/>
                  </a:cubicBezTo>
                  <a:cubicBezTo>
                    <a:pt x="17567" y="48442"/>
                    <a:pt x="16877" y="48843"/>
                    <a:pt x="16174" y="49218"/>
                  </a:cubicBezTo>
                  <a:cubicBezTo>
                    <a:pt x="15471" y="49593"/>
                    <a:pt x="14754" y="49935"/>
                    <a:pt x="14017" y="50250"/>
                  </a:cubicBezTo>
                  <a:cubicBezTo>
                    <a:pt x="13287" y="50565"/>
                    <a:pt x="12544" y="50846"/>
                    <a:pt x="11787" y="51094"/>
                  </a:cubicBezTo>
                  <a:cubicBezTo>
                    <a:pt x="11030" y="51341"/>
                    <a:pt x="10267" y="51562"/>
                    <a:pt x="9490" y="51750"/>
                  </a:cubicBezTo>
                  <a:cubicBezTo>
                    <a:pt x="8713" y="51931"/>
                    <a:pt x="7929" y="52085"/>
                    <a:pt x="7146" y="52205"/>
                  </a:cubicBezTo>
                  <a:cubicBezTo>
                    <a:pt x="6362" y="52326"/>
                    <a:pt x="5572" y="52413"/>
                    <a:pt x="4775" y="52467"/>
                  </a:cubicBezTo>
                  <a:cubicBezTo>
                    <a:pt x="3978" y="52520"/>
                    <a:pt x="3181" y="52540"/>
                    <a:pt x="2384" y="52527"/>
                  </a:cubicBezTo>
                  <a:cubicBezTo>
                    <a:pt x="1587" y="52507"/>
                    <a:pt x="797" y="52460"/>
                    <a:pt x="0" y="52380"/>
                  </a:cubicBezTo>
                  <a:cubicBezTo>
                    <a:pt x="1152" y="30138"/>
                    <a:pt x="4333" y="18183"/>
                    <a:pt x="17486" y="0"/>
                  </a:cubicBezTo>
                  <a:close/>
                </a:path>
              </a:pathLst>
            </a:custGeom>
            <a:solidFill>
              <a:srgbClr val="7D0100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75E2AE95-5C13-BD99-7D96-847204B306F9}"/>
                </a:ext>
              </a:extLst>
            </p:cNvPr>
            <p:cNvSpPr/>
            <p:nvPr/>
          </p:nvSpPr>
          <p:spPr>
            <a:xfrm>
              <a:off x="588387" y="4944813"/>
              <a:ext cx="98788" cy="105946"/>
            </a:xfrm>
            <a:custGeom>
              <a:avLst/>
              <a:gdLst>
                <a:gd name="connsiteX0" fmla="*/ 62757 w 98788"/>
                <a:gd name="connsiteY0" fmla="*/ 104827 h 105946"/>
                <a:gd name="connsiteX1" fmla="*/ 40556 w 98788"/>
                <a:gd name="connsiteY1" fmla="*/ 105463 h 105946"/>
                <a:gd name="connsiteX2" fmla="*/ 35686 w 98788"/>
                <a:gd name="connsiteY2" fmla="*/ 104573 h 105946"/>
                <a:gd name="connsiteX3" fmla="*/ 30931 w 98788"/>
                <a:gd name="connsiteY3" fmla="*/ 103173 h 105946"/>
                <a:gd name="connsiteX4" fmla="*/ 26364 w 98788"/>
                <a:gd name="connsiteY4" fmla="*/ 101271 h 105946"/>
                <a:gd name="connsiteX5" fmla="*/ 22017 w 98788"/>
                <a:gd name="connsiteY5" fmla="*/ 98893 h 105946"/>
                <a:gd name="connsiteX6" fmla="*/ 17952 w 98788"/>
                <a:gd name="connsiteY6" fmla="*/ 96067 h 105946"/>
                <a:gd name="connsiteX7" fmla="*/ 14215 w 98788"/>
                <a:gd name="connsiteY7" fmla="*/ 92819 h 105946"/>
                <a:gd name="connsiteX8" fmla="*/ 10840 w 98788"/>
                <a:gd name="connsiteY8" fmla="*/ 89196 h 105946"/>
                <a:gd name="connsiteX9" fmla="*/ 7873 w 98788"/>
                <a:gd name="connsiteY9" fmla="*/ 85231 h 105946"/>
                <a:gd name="connsiteX10" fmla="*/ 2040 w 98788"/>
                <a:gd name="connsiteY10" fmla="*/ 40694 h 105946"/>
                <a:gd name="connsiteX11" fmla="*/ 34742 w 98788"/>
                <a:gd name="connsiteY11" fmla="*/ 457 h 105946"/>
                <a:gd name="connsiteX12" fmla="*/ 61176 w 98788"/>
                <a:gd name="connsiteY12" fmla="*/ 1495 h 105946"/>
                <a:gd name="connsiteX13" fmla="*/ 91622 w 98788"/>
                <a:gd name="connsiteY13" fmla="*/ 24661 h 105946"/>
                <a:gd name="connsiteX14" fmla="*/ 94167 w 98788"/>
                <a:gd name="connsiteY14" fmla="*/ 29570 h 105946"/>
                <a:gd name="connsiteX15" fmla="*/ 96176 w 98788"/>
                <a:gd name="connsiteY15" fmla="*/ 34720 h 105946"/>
                <a:gd name="connsiteX16" fmla="*/ 97630 w 98788"/>
                <a:gd name="connsiteY16" fmla="*/ 40051 h 105946"/>
                <a:gd name="connsiteX17" fmla="*/ 98500 w 98788"/>
                <a:gd name="connsiteY17" fmla="*/ 45509 h 105946"/>
                <a:gd name="connsiteX18" fmla="*/ 98788 w 98788"/>
                <a:gd name="connsiteY18" fmla="*/ 51028 h 105946"/>
                <a:gd name="connsiteX19" fmla="*/ 98480 w 98788"/>
                <a:gd name="connsiteY19" fmla="*/ 56553 h 105946"/>
                <a:gd name="connsiteX20" fmla="*/ 97589 w 98788"/>
                <a:gd name="connsiteY20" fmla="*/ 62005 h 105946"/>
                <a:gd name="connsiteX21" fmla="*/ 96123 w 98788"/>
                <a:gd name="connsiteY21" fmla="*/ 67336 h 105946"/>
                <a:gd name="connsiteX22" fmla="*/ 62757 w 98788"/>
                <a:gd name="connsiteY22" fmla="*/ 104827 h 10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788" h="105946">
                  <a:moveTo>
                    <a:pt x="62757" y="104827"/>
                  </a:moveTo>
                  <a:cubicBezTo>
                    <a:pt x="55343" y="105939"/>
                    <a:pt x="48016" y="106354"/>
                    <a:pt x="40556" y="105463"/>
                  </a:cubicBezTo>
                  <a:cubicBezTo>
                    <a:pt x="38915" y="105256"/>
                    <a:pt x="37294" y="104954"/>
                    <a:pt x="35686" y="104573"/>
                  </a:cubicBezTo>
                  <a:cubicBezTo>
                    <a:pt x="34072" y="104191"/>
                    <a:pt x="32492" y="103729"/>
                    <a:pt x="30931" y="103173"/>
                  </a:cubicBezTo>
                  <a:cubicBezTo>
                    <a:pt x="29378" y="102617"/>
                    <a:pt x="27857" y="101988"/>
                    <a:pt x="26364" y="101271"/>
                  </a:cubicBezTo>
                  <a:cubicBezTo>
                    <a:pt x="24870" y="100554"/>
                    <a:pt x="23424" y="99764"/>
                    <a:pt x="22017" y="98893"/>
                  </a:cubicBezTo>
                  <a:cubicBezTo>
                    <a:pt x="20611" y="98023"/>
                    <a:pt x="19258" y="97078"/>
                    <a:pt x="17952" y="96067"/>
                  </a:cubicBezTo>
                  <a:cubicBezTo>
                    <a:pt x="16646" y="95049"/>
                    <a:pt x="15401" y="93964"/>
                    <a:pt x="14215" y="92819"/>
                  </a:cubicBezTo>
                  <a:cubicBezTo>
                    <a:pt x="13023" y="91674"/>
                    <a:pt x="11898" y="90462"/>
                    <a:pt x="10840" y="89196"/>
                  </a:cubicBezTo>
                  <a:cubicBezTo>
                    <a:pt x="9782" y="87930"/>
                    <a:pt x="8790" y="86604"/>
                    <a:pt x="7873" y="85231"/>
                  </a:cubicBezTo>
                  <a:cubicBezTo>
                    <a:pt x="-773" y="72292"/>
                    <a:pt x="-1604" y="55442"/>
                    <a:pt x="2040" y="40694"/>
                  </a:cubicBezTo>
                  <a:cubicBezTo>
                    <a:pt x="7036" y="20428"/>
                    <a:pt x="17892" y="11467"/>
                    <a:pt x="34742" y="457"/>
                  </a:cubicBezTo>
                  <a:cubicBezTo>
                    <a:pt x="43609" y="-39"/>
                    <a:pt x="52450" y="-588"/>
                    <a:pt x="61176" y="1495"/>
                  </a:cubicBezTo>
                  <a:cubicBezTo>
                    <a:pt x="73787" y="4495"/>
                    <a:pt x="85039" y="13644"/>
                    <a:pt x="91622" y="24661"/>
                  </a:cubicBezTo>
                  <a:cubicBezTo>
                    <a:pt x="92560" y="26248"/>
                    <a:pt x="93410" y="27889"/>
                    <a:pt x="94167" y="29570"/>
                  </a:cubicBezTo>
                  <a:cubicBezTo>
                    <a:pt x="94931" y="31251"/>
                    <a:pt x="95600" y="32965"/>
                    <a:pt x="96176" y="34720"/>
                  </a:cubicBezTo>
                  <a:cubicBezTo>
                    <a:pt x="96759" y="36468"/>
                    <a:pt x="97241" y="38250"/>
                    <a:pt x="97630" y="40051"/>
                  </a:cubicBezTo>
                  <a:cubicBezTo>
                    <a:pt x="98018" y="41853"/>
                    <a:pt x="98306" y="43674"/>
                    <a:pt x="98500" y="45509"/>
                  </a:cubicBezTo>
                  <a:cubicBezTo>
                    <a:pt x="98694" y="47345"/>
                    <a:pt x="98788" y="49186"/>
                    <a:pt x="98788" y="51028"/>
                  </a:cubicBezTo>
                  <a:cubicBezTo>
                    <a:pt x="98782" y="52876"/>
                    <a:pt x="98681" y="54718"/>
                    <a:pt x="98480" y="56553"/>
                  </a:cubicBezTo>
                  <a:cubicBezTo>
                    <a:pt x="98279" y="58381"/>
                    <a:pt x="97984" y="60203"/>
                    <a:pt x="97589" y="62005"/>
                  </a:cubicBezTo>
                  <a:cubicBezTo>
                    <a:pt x="97194" y="63806"/>
                    <a:pt x="96705" y="65588"/>
                    <a:pt x="96123" y="67336"/>
                  </a:cubicBezTo>
                  <a:cubicBezTo>
                    <a:pt x="90095" y="85673"/>
                    <a:pt x="79319" y="95819"/>
                    <a:pt x="62757" y="104827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C5A42E8C-B233-C5CA-BFE5-B03081699D1E}"/>
                </a:ext>
              </a:extLst>
            </p:cNvPr>
            <p:cNvSpPr/>
            <p:nvPr/>
          </p:nvSpPr>
          <p:spPr>
            <a:xfrm>
              <a:off x="92606" y="5084218"/>
              <a:ext cx="400864" cy="448770"/>
            </a:xfrm>
            <a:custGeom>
              <a:avLst/>
              <a:gdLst>
                <a:gd name="connsiteX0" fmla="*/ 0 w 400864"/>
                <a:gd name="connsiteY0" fmla="*/ 68004 h 448770"/>
                <a:gd name="connsiteX1" fmla="*/ 3221 w 400864"/>
                <a:gd name="connsiteY1" fmla="*/ 49332 h 448770"/>
                <a:gd name="connsiteX2" fmla="*/ 19596 w 400864"/>
                <a:gd name="connsiteY2" fmla="*/ 152249 h 448770"/>
                <a:gd name="connsiteX3" fmla="*/ 51140 w 400864"/>
                <a:gd name="connsiteY3" fmla="*/ 164827 h 448770"/>
                <a:gd name="connsiteX4" fmla="*/ 49024 w 400864"/>
                <a:gd name="connsiteY4" fmla="*/ 5565 h 448770"/>
                <a:gd name="connsiteX5" fmla="*/ 51087 w 400864"/>
                <a:gd name="connsiteY5" fmla="*/ 0 h 448770"/>
                <a:gd name="connsiteX6" fmla="*/ 58856 w 400864"/>
                <a:gd name="connsiteY6" fmla="*/ 169876 h 448770"/>
                <a:gd name="connsiteX7" fmla="*/ 109119 w 400864"/>
                <a:gd name="connsiteY7" fmla="*/ 380974 h 448770"/>
                <a:gd name="connsiteX8" fmla="*/ 216657 w 400864"/>
                <a:gd name="connsiteY8" fmla="*/ 424111 h 448770"/>
                <a:gd name="connsiteX9" fmla="*/ 400296 w 400864"/>
                <a:gd name="connsiteY9" fmla="*/ 442837 h 448770"/>
                <a:gd name="connsiteX10" fmla="*/ 400865 w 400864"/>
                <a:gd name="connsiteY10" fmla="*/ 444417 h 448770"/>
                <a:gd name="connsiteX11" fmla="*/ 361157 w 400864"/>
                <a:gd name="connsiteY11" fmla="*/ 448770 h 448770"/>
                <a:gd name="connsiteX12" fmla="*/ 304906 w 400864"/>
                <a:gd name="connsiteY12" fmla="*/ 443902 h 448770"/>
                <a:gd name="connsiteX13" fmla="*/ 89797 w 400864"/>
                <a:gd name="connsiteY13" fmla="*/ 401575 h 448770"/>
                <a:gd name="connsiteX14" fmla="*/ 75880 w 400864"/>
                <a:gd name="connsiteY14" fmla="*/ 389533 h 448770"/>
                <a:gd name="connsiteX15" fmla="*/ 63664 w 400864"/>
                <a:gd name="connsiteY15" fmla="*/ 375763 h 448770"/>
                <a:gd name="connsiteX16" fmla="*/ 53364 w 400864"/>
                <a:gd name="connsiteY16" fmla="*/ 360514 h 448770"/>
                <a:gd name="connsiteX17" fmla="*/ 45153 w 400864"/>
                <a:gd name="connsiteY17" fmla="*/ 344045 h 448770"/>
                <a:gd name="connsiteX18" fmla="*/ 0 w 400864"/>
                <a:gd name="connsiteY18" fmla="*/ 68004 h 44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0864" h="448770">
                  <a:moveTo>
                    <a:pt x="0" y="68004"/>
                  </a:moveTo>
                  <a:lnTo>
                    <a:pt x="3221" y="49332"/>
                  </a:lnTo>
                  <a:cubicBezTo>
                    <a:pt x="10695" y="78753"/>
                    <a:pt x="1701" y="127978"/>
                    <a:pt x="19596" y="152249"/>
                  </a:cubicBezTo>
                  <a:cubicBezTo>
                    <a:pt x="27439" y="162878"/>
                    <a:pt x="39085" y="164076"/>
                    <a:pt x="51140" y="164827"/>
                  </a:cubicBezTo>
                  <a:cubicBezTo>
                    <a:pt x="63410" y="155933"/>
                    <a:pt x="40344" y="31404"/>
                    <a:pt x="49024" y="5565"/>
                  </a:cubicBezTo>
                  <a:cubicBezTo>
                    <a:pt x="49654" y="3690"/>
                    <a:pt x="50397" y="1855"/>
                    <a:pt x="51087" y="0"/>
                  </a:cubicBezTo>
                  <a:cubicBezTo>
                    <a:pt x="58018" y="54703"/>
                    <a:pt x="61407" y="114731"/>
                    <a:pt x="58856" y="169876"/>
                  </a:cubicBezTo>
                  <a:cubicBezTo>
                    <a:pt x="61387" y="238362"/>
                    <a:pt x="54717" y="329807"/>
                    <a:pt x="109119" y="380974"/>
                  </a:cubicBezTo>
                  <a:cubicBezTo>
                    <a:pt x="138459" y="408567"/>
                    <a:pt x="178080" y="417910"/>
                    <a:pt x="216657" y="424111"/>
                  </a:cubicBezTo>
                  <a:cubicBezTo>
                    <a:pt x="276570" y="435101"/>
                    <a:pt x="339538" y="437378"/>
                    <a:pt x="400296" y="442837"/>
                  </a:cubicBezTo>
                  <a:lnTo>
                    <a:pt x="400865" y="444417"/>
                  </a:lnTo>
                  <a:cubicBezTo>
                    <a:pt x="387604" y="446494"/>
                    <a:pt x="374551" y="447900"/>
                    <a:pt x="361157" y="448770"/>
                  </a:cubicBezTo>
                  <a:cubicBezTo>
                    <a:pt x="344601" y="443848"/>
                    <a:pt x="322393" y="444725"/>
                    <a:pt x="304906" y="443902"/>
                  </a:cubicBezTo>
                  <a:cubicBezTo>
                    <a:pt x="238329" y="440767"/>
                    <a:pt x="145391" y="443218"/>
                    <a:pt x="89797" y="401575"/>
                  </a:cubicBezTo>
                  <a:cubicBezTo>
                    <a:pt x="84895" y="397864"/>
                    <a:pt x="80253" y="393853"/>
                    <a:pt x="75880" y="389533"/>
                  </a:cubicBezTo>
                  <a:cubicBezTo>
                    <a:pt x="71507" y="385213"/>
                    <a:pt x="67435" y="380619"/>
                    <a:pt x="63664" y="375763"/>
                  </a:cubicBezTo>
                  <a:cubicBezTo>
                    <a:pt x="59894" y="370908"/>
                    <a:pt x="56465" y="365825"/>
                    <a:pt x="53364" y="360514"/>
                  </a:cubicBezTo>
                  <a:cubicBezTo>
                    <a:pt x="50263" y="355203"/>
                    <a:pt x="47530" y="349718"/>
                    <a:pt x="45153" y="344045"/>
                  </a:cubicBezTo>
                  <a:cubicBezTo>
                    <a:pt x="21317" y="287976"/>
                    <a:pt x="8271" y="134535"/>
                    <a:pt x="0" y="68004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96629975-2273-DE79-4345-3472518C2BF4}"/>
                </a:ext>
              </a:extLst>
            </p:cNvPr>
            <p:cNvSpPr/>
            <p:nvPr/>
          </p:nvSpPr>
          <p:spPr>
            <a:xfrm>
              <a:off x="656722" y="5142701"/>
              <a:ext cx="45469" cy="45470"/>
            </a:xfrm>
            <a:custGeom>
              <a:avLst/>
              <a:gdLst>
                <a:gd name="connsiteX0" fmla="*/ 32074 w 45469"/>
                <a:gd name="connsiteY0" fmla="*/ 43463 h 45470"/>
                <a:gd name="connsiteX1" fmla="*/ 29234 w 45469"/>
                <a:gd name="connsiteY1" fmla="*/ 44521 h 45470"/>
                <a:gd name="connsiteX2" fmla="*/ 26281 w 45469"/>
                <a:gd name="connsiteY2" fmla="*/ 45190 h 45470"/>
                <a:gd name="connsiteX3" fmla="*/ 23267 w 45469"/>
                <a:gd name="connsiteY3" fmla="*/ 45465 h 45470"/>
                <a:gd name="connsiteX4" fmla="*/ 20240 w 45469"/>
                <a:gd name="connsiteY4" fmla="*/ 45331 h 45470"/>
                <a:gd name="connsiteX5" fmla="*/ 17253 w 45469"/>
                <a:gd name="connsiteY5" fmla="*/ 44802 h 45470"/>
                <a:gd name="connsiteX6" fmla="*/ 14373 w 45469"/>
                <a:gd name="connsiteY6" fmla="*/ 43878 h 45470"/>
                <a:gd name="connsiteX7" fmla="*/ 11634 w 45469"/>
                <a:gd name="connsiteY7" fmla="*/ 42579 h 45470"/>
                <a:gd name="connsiteX8" fmla="*/ 9095 w 45469"/>
                <a:gd name="connsiteY8" fmla="*/ 40924 h 45470"/>
                <a:gd name="connsiteX9" fmla="*/ 6798 w 45469"/>
                <a:gd name="connsiteY9" fmla="*/ 38948 h 45470"/>
                <a:gd name="connsiteX10" fmla="*/ 4782 w 45469"/>
                <a:gd name="connsiteY10" fmla="*/ 36685 h 45470"/>
                <a:gd name="connsiteX11" fmla="*/ 3088 w 45469"/>
                <a:gd name="connsiteY11" fmla="*/ 34180 h 45470"/>
                <a:gd name="connsiteX12" fmla="*/ 1742 w 45469"/>
                <a:gd name="connsiteY12" fmla="*/ 31461 h 45470"/>
                <a:gd name="connsiteX13" fmla="*/ 771 w 45469"/>
                <a:gd name="connsiteY13" fmla="*/ 28595 h 45470"/>
                <a:gd name="connsiteX14" fmla="*/ 188 w 45469"/>
                <a:gd name="connsiteY14" fmla="*/ 25628 h 45470"/>
                <a:gd name="connsiteX15" fmla="*/ 0 w 45469"/>
                <a:gd name="connsiteY15" fmla="*/ 22601 h 45470"/>
                <a:gd name="connsiteX16" fmla="*/ 222 w 45469"/>
                <a:gd name="connsiteY16" fmla="*/ 19580 h 45470"/>
                <a:gd name="connsiteX17" fmla="*/ 838 w 45469"/>
                <a:gd name="connsiteY17" fmla="*/ 16613 h 45470"/>
                <a:gd name="connsiteX18" fmla="*/ 1849 w 45469"/>
                <a:gd name="connsiteY18" fmla="*/ 13760 h 45470"/>
                <a:gd name="connsiteX19" fmla="*/ 3222 w 45469"/>
                <a:gd name="connsiteY19" fmla="*/ 11061 h 45470"/>
                <a:gd name="connsiteX20" fmla="*/ 4950 w 45469"/>
                <a:gd name="connsiteY20" fmla="*/ 8577 h 45470"/>
                <a:gd name="connsiteX21" fmla="*/ 6986 w 45469"/>
                <a:gd name="connsiteY21" fmla="*/ 6333 h 45470"/>
                <a:gd name="connsiteX22" fmla="*/ 9310 w 45469"/>
                <a:gd name="connsiteY22" fmla="*/ 4391 h 45470"/>
                <a:gd name="connsiteX23" fmla="*/ 11861 w 45469"/>
                <a:gd name="connsiteY23" fmla="*/ 2763 h 45470"/>
                <a:gd name="connsiteX24" fmla="*/ 14614 w 45469"/>
                <a:gd name="connsiteY24" fmla="*/ 1498 h 45470"/>
                <a:gd name="connsiteX25" fmla="*/ 16697 w 45469"/>
                <a:gd name="connsiteY25" fmla="*/ 814 h 45470"/>
                <a:gd name="connsiteX26" fmla="*/ 18833 w 45469"/>
                <a:gd name="connsiteY26" fmla="*/ 332 h 45470"/>
                <a:gd name="connsiteX27" fmla="*/ 21003 w 45469"/>
                <a:gd name="connsiteY27" fmla="*/ 64 h 45470"/>
                <a:gd name="connsiteX28" fmla="*/ 23193 w 45469"/>
                <a:gd name="connsiteY28" fmla="*/ 4 h 45470"/>
                <a:gd name="connsiteX29" fmla="*/ 25376 w 45469"/>
                <a:gd name="connsiteY29" fmla="*/ 151 h 45470"/>
                <a:gd name="connsiteX30" fmla="*/ 27540 w 45469"/>
                <a:gd name="connsiteY30" fmla="*/ 513 h 45470"/>
                <a:gd name="connsiteX31" fmla="*/ 29656 w 45469"/>
                <a:gd name="connsiteY31" fmla="*/ 1076 h 45470"/>
                <a:gd name="connsiteX32" fmla="*/ 31705 w 45469"/>
                <a:gd name="connsiteY32" fmla="*/ 1846 h 45470"/>
                <a:gd name="connsiteX33" fmla="*/ 33674 w 45469"/>
                <a:gd name="connsiteY33" fmla="*/ 2804 h 45470"/>
                <a:gd name="connsiteX34" fmla="*/ 35536 w 45469"/>
                <a:gd name="connsiteY34" fmla="*/ 3949 h 45470"/>
                <a:gd name="connsiteX35" fmla="*/ 37284 w 45469"/>
                <a:gd name="connsiteY35" fmla="*/ 5268 h 45470"/>
                <a:gd name="connsiteX36" fmla="*/ 38898 w 45469"/>
                <a:gd name="connsiteY36" fmla="*/ 6748 h 45470"/>
                <a:gd name="connsiteX37" fmla="*/ 40358 w 45469"/>
                <a:gd name="connsiteY37" fmla="*/ 8382 h 45470"/>
                <a:gd name="connsiteX38" fmla="*/ 41657 w 45469"/>
                <a:gd name="connsiteY38" fmla="*/ 10144 h 45470"/>
                <a:gd name="connsiteX39" fmla="*/ 42783 w 45469"/>
                <a:gd name="connsiteY39" fmla="*/ 12019 h 45470"/>
                <a:gd name="connsiteX40" fmla="*/ 43720 w 45469"/>
                <a:gd name="connsiteY40" fmla="*/ 14001 h 45470"/>
                <a:gd name="connsiteX41" fmla="*/ 44464 w 45469"/>
                <a:gd name="connsiteY41" fmla="*/ 16064 h 45470"/>
                <a:gd name="connsiteX42" fmla="*/ 45006 w 45469"/>
                <a:gd name="connsiteY42" fmla="*/ 18181 h 45470"/>
                <a:gd name="connsiteX43" fmla="*/ 45341 w 45469"/>
                <a:gd name="connsiteY43" fmla="*/ 20350 h 45470"/>
                <a:gd name="connsiteX44" fmla="*/ 45468 w 45469"/>
                <a:gd name="connsiteY44" fmla="*/ 22534 h 45470"/>
                <a:gd name="connsiteX45" fmla="*/ 45381 w 45469"/>
                <a:gd name="connsiteY45" fmla="*/ 24724 h 45470"/>
                <a:gd name="connsiteX46" fmla="*/ 45086 w 45469"/>
                <a:gd name="connsiteY46" fmla="*/ 26893 h 45470"/>
                <a:gd name="connsiteX47" fmla="*/ 44577 w 45469"/>
                <a:gd name="connsiteY47" fmla="*/ 29023 h 45470"/>
                <a:gd name="connsiteX48" fmla="*/ 43874 w 45469"/>
                <a:gd name="connsiteY48" fmla="*/ 31093 h 45470"/>
                <a:gd name="connsiteX49" fmla="*/ 42970 w 45469"/>
                <a:gd name="connsiteY49" fmla="*/ 33088 h 45470"/>
                <a:gd name="connsiteX50" fmla="*/ 41885 w 45469"/>
                <a:gd name="connsiteY50" fmla="*/ 34990 h 45470"/>
                <a:gd name="connsiteX51" fmla="*/ 40613 w 45469"/>
                <a:gd name="connsiteY51" fmla="*/ 36779 h 45470"/>
                <a:gd name="connsiteX52" fmla="*/ 39179 w 45469"/>
                <a:gd name="connsiteY52" fmla="*/ 38433 h 45470"/>
                <a:gd name="connsiteX53" fmla="*/ 37592 w 45469"/>
                <a:gd name="connsiteY53" fmla="*/ 39940 h 45470"/>
                <a:gd name="connsiteX54" fmla="*/ 35871 w 45469"/>
                <a:gd name="connsiteY54" fmla="*/ 41293 h 45470"/>
                <a:gd name="connsiteX55" fmla="*/ 34023 w 45469"/>
                <a:gd name="connsiteY55" fmla="*/ 42465 h 45470"/>
                <a:gd name="connsiteX56" fmla="*/ 32074 w 45469"/>
                <a:gd name="connsiteY56" fmla="*/ 43463 h 4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5469" h="45470">
                  <a:moveTo>
                    <a:pt x="32074" y="43463"/>
                  </a:moveTo>
                  <a:cubicBezTo>
                    <a:pt x="31149" y="43878"/>
                    <a:pt x="30205" y="44233"/>
                    <a:pt x="29234" y="44521"/>
                  </a:cubicBezTo>
                  <a:cubicBezTo>
                    <a:pt x="28263" y="44809"/>
                    <a:pt x="27278" y="45036"/>
                    <a:pt x="26281" y="45190"/>
                  </a:cubicBezTo>
                  <a:cubicBezTo>
                    <a:pt x="25283" y="45351"/>
                    <a:pt x="24278" y="45445"/>
                    <a:pt x="23267" y="45465"/>
                  </a:cubicBezTo>
                  <a:cubicBezTo>
                    <a:pt x="22255" y="45485"/>
                    <a:pt x="21244" y="45445"/>
                    <a:pt x="20240" y="45331"/>
                  </a:cubicBezTo>
                  <a:cubicBezTo>
                    <a:pt x="19228" y="45217"/>
                    <a:pt x="18237" y="45043"/>
                    <a:pt x="17253" y="44802"/>
                  </a:cubicBezTo>
                  <a:cubicBezTo>
                    <a:pt x="16268" y="44554"/>
                    <a:pt x="15310" y="44246"/>
                    <a:pt x="14373" y="43878"/>
                  </a:cubicBezTo>
                  <a:cubicBezTo>
                    <a:pt x="13428" y="43503"/>
                    <a:pt x="12518" y="43068"/>
                    <a:pt x="11634" y="42579"/>
                  </a:cubicBezTo>
                  <a:cubicBezTo>
                    <a:pt x="10750" y="42083"/>
                    <a:pt x="9906" y="41534"/>
                    <a:pt x="9095" y="40924"/>
                  </a:cubicBezTo>
                  <a:cubicBezTo>
                    <a:pt x="8285" y="40315"/>
                    <a:pt x="7522" y="39659"/>
                    <a:pt x="6798" y="38948"/>
                  </a:cubicBezTo>
                  <a:cubicBezTo>
                    <a:pt x="6075" y="38239"/>
                    <a:pt x="5405" y="37482"/>
                    <a:pt x="4782" y="36685"/>
                  </a:cubicBezTo>
                  <a:cubicBezTo>
                    <a:pt x="4159" y="35888"/>
                    <a:pt x="3597" y="35051"/>
                    <a:pt x="3088" y="34180"/>
                  </a:cubicBezTo>
                  <a:cubicBezTo>
                    <a:pt x="2579" y="33303"/>
                    <a:pt x="2130" y="32399"/>
                    <a:pt x="1742" y="31461"/>
                  </a:cubicBezTo>
                  <a:cubicBezTo>
                    <a:pt x="1353" y="30530"/>
                    <a:pt x="1032" y="29573"/>
                    <a:pt x="771" y="28595"/>
                  </a:cubicBezTo>
                  <a:cubicBezTo>
                    <a:pt x="510" y="27617"/>
                    <a:pt x="315" y="26626"/>
                    <a:pt x="188" y="25628"/>
                  </a:cubicBezTo>
                  <a:cubicBezTo>
                    <a:pt x="61" y="24623"/>
                    <a:pt x="-6" y="23612"/>
                    <a:pt x="0" y="22601"/>
                  </a:cubicBezTo>
                  <a:cubicBezTo>
                    <a:pt x="7" y="21589"/>
                    <a:pt x="81" y="20578"/>
                    <a:pt x="222" y="19580"/>
                  </a:cubicBezTo>
                  <a:cubicBezTo>
                    <a:pt x="362" y="18582"/>
                    <a:pt x="563" y="17591"/>
                    <a:pt x="838" y="16613"/>
                  </a:cubicBezTo>
                  <a:cubicBezTo>
                    <a:pt x="1112" y="15642"/>
                    <a:pt x="1447" y="14691"/>
                    <a:pt x="1849" y="13760"/>
                  </a:cubicBezTo>
                  <a:cubicBezTo>
                    <a:pt x="2244" y="12829"/>
                    <a:pt x="2706" y="11932"/>
                    <a:pt x="3222" y="11061"/>
                  </a:cubicBezTo>
                  <a:cubicBezTo>
                    <a:pt x="3744" y="10197"/>
                    <a:pt x="4320" y="9367"/>
                    <a:pt x="4950" y="8577"/>
                  </a:cubicBezTo>
                  <a:cubicBezTo>
                    <a:pt x="5579" y="7779"/>
                    <a:pt x="6256" y="7036"/>
                    <a:pt x="6986" y="6333"/>
                  </a:cubicBezTo>
                  <a:cubicBezTo>
                    <a:pt x="7716" y="5630"/>
                    <a:pt x="8493" y="4987"/>
                    <a:pt x="9310" y="4391"/>
                  </a:cubicBezTo>
                  <a:cubicBezTo>
                    <a:pt x="10120" y="3795"/>
                    <a:pt x="10971" y="3252"/>
                    <a:pt x="11861" y="2763"/>
                  </a:cubicBezTo>
                  <a:cubicBezTo>
                    <a:pt x="12752" y="2281"/>
                    <a:pt x="13670" y="1859"/>
                    <a:pt x="14614" y="1498"/>
                  </a:cubicBezTo>
                  <a:cubicBezTo>
                    <a:pt x="15297" y="1236"/>
                    <a:pt x="15994" y="1009"/>
                    <a:pt x="16697" y="814"/>
                  </a:cubicBezTo>
                  <a:cubicBezTo>
                    <a:pt x="17400" y="620"/>
                    <a:pt x="18110" y="460"/>
                    <a:pt x="18833" y="332"/>
                  </a:cubicBezTo>
                  <a:cubicBezTo>
                    <a:pt x="19550" y="205"/>
                    <a:pt x="20273" y="118"/>
                    <a:pt x="21003" y="64"/>
                  </a:cubicBezTo>
                  <a:cubicBezTo>
                    <a:pt x="21733" y="11"/>
                    <a:pt x="22463" y="-9"/>
                    <a:pt x="23193" y="4"/>
                  </a:cubicBezTo>
                  <a:cubicBezTo>
                    <a:pt x="23923" y="17"/>
                    <a:pt x="24653" y="64"/>
                    <a:pt x="25376" y="151"/>
                  </a:cubicBezTo>
                  <a:cubicBezTo>
                    <a:pt x="26106" y="239"/>
                    <a:pt x="26823" y="359"/>
                    <a:pt x="27540" y="513"/>
                  </a:cubicBezTo>
                  <a:cubicBezTo>
                    <a:pt x="28256" y="667"/>
                    <a:pt x="28959" y="855"/>
                    <a:pt x="29656" y="1076"/>
                  </a:cubicBezTo>
                  <a:cubicBezTo>
                    <a:pt x="30346" y="1297"/>
                    <a:pt x="31029" y="1558"/>
                    <a:pt x="31705" y="1846"/>
                  </a:cubicBezTo>
                  <a:cubicBezTo>
                    <a:pt x="32375" y="2134"/>
                    <a:pt x="33031" y="2449"/>
                    <a:pt x="33674" y="2804"/>
                  </a:cubicBezTo>
                  <a:cubicBezTo>
                    <a:pt x="34311" y="3158"/>
                    <a:pt x="34933" y="3540"/>
                    <a:pt x="35536" y="3949"/>
                  </a:cubicBezTo>
                  <a:cubicBezTo>
                    <a:pt x="36139" y="4357"/>
                    <a:pt x="36722" y="4799"/>
                    <a:pt x="37284" y="5268"/>
                  </a:cubicBezTo>
                  <a:cubicBezTo>
                    <a:pt x="37847" y="5737"/>
                    <a:pt x="38383" y="6233"/>
                    <a:pt x="38898" y="6748"/>
                  </a:cubicBezTo>
                  <a:cubicBezTo>
                    <a:pt x="39414" y="7271"/>
                    <a:pt x="39896" y="7813"/>
                    <a:pt x="40358" y="8382"/>
                  </a:cubicBezTo>
                  <a:cubicBezTo>
                    <a:pt x="40820" y="8951"/>
                    <a:pt x="41256" y="9534"/>
                    <a:pt x="41657" y="10144"/>
                  </a:cubicBezTo>
                  <a:cubicBezTo>
                    <a:pt x="42066" y="10753"/>
                    <a:pt x="42441" y="11376"/>
                    <a:pt x="42783" y="12019"/>
                  </a:cubicBezTo>
                  <a:cubicBezTo>
                    <a:pt x="43124" y="12669"/>
                    <a:pt x="43439" y="13325"/>
                    <a:pt x="43720" y="14001"/>
                  </a:cubicBezTo>
                  <a:cubicBezTo>
                    <a:pt x="44002" y="14678"/>
                    <a:pt x="44249" y="15361"/>
                    <a:pt x="44464" y="16064"/>
                  </a:cubicBezTo>
                  <a:cubicBezTo>
                    <a:pt x="44678" y="16761"/>
                    <a:pt x="44859" y="17464"/>
                    <a:pt x="45006" y="18181"/>
                  </a:cubicBezTo>
                  <a:cubicBezTo>
                    <a:pt x="45153" y="18897"/>
                    <a:pt x="45267" y="19620"/>
                    <a:pt x="45341" y="20350"/>
                  </a:cubicBezTo>
                  <a:cubicBezTo>
                    <a:pt x="45415" y="21074"/>
                    <a:pt x="45461" y="21804"/>
                    <a:pt x="45468" y="22534"/>
                  </a:cubicBezTo>
                  <a:cubicBezTo>
                    <a:pt x="45475" y="23264"/>
                    <a:pt x="45441" y="23994"/>
                    <a:pt x="45381" y="24724"/>
                  </a:cubicBezTo>
                  <a:cubicBezTo>
                    <a:pt x="45321" y="25454"/>
                    <a:pt x="45220" y="26177"/>
                    <a:pt x="45086" y="26893"/>
                  </a:cubicBezTo>
                  <a:cubicBezTo>
                    <a:pt x="44953" y="27610"/>
                    <a:pt x="44785" y="28320"/>
                    <a:pt x="44577" y="29023"/>
                  </a:cubicBezTo>
                  <a:cubicBezTo>
                    <a:pt x="44377" y="29727"/>
                    <a:pt x="44142" y="30416"/>
                    <a:pt x="43874" y="31093"/>
                  </a:cubicBezTo>
                  <a:cubicBezTo>
                    <a:pt x="43606" y="31776"/>
                    <a:pt x="43305" y="32439"/>
                    <a:pt x="42970" y="33088"/>
                  </a:cubicBezTo>
                  <a:cubicBezTo>
                    <a:pt x="42642" y="33738"/>
                    <a:pt x="42280" y="34374"/>
                    <a:pt x="41885" y="34990"/>
                  </a:cubicBezTo>
                  <a:cubicBezTo>
                    <a:pt x="41490" y="35607"/>
                    <a:pt x="41061" y="36203"/>
                    <a:pt x="40613" y="36779"/>
                  </a:cubicBezTo>
                  <a:cubicBezTo>
                    <a:pt x="40164" y="37348"/>
                    <a:pt x="39682" y="37904"/>
                    <a:pt x="39179" y="38433"/>
                  </a:cubicBezTo>
                  <a:cubicBezTo>
                    <a:pt x="38677" y="38962"/>
                    <a:pt x="38148" y="39464"/>
                    <a:pt x="37592" y="39940"/>
                  </a:cubicBezTo>
                  <a:cubicBezTo>
                    <a:pt x="37036" y="40416"/>
                    <a:pt x="36467" y="40871"/>
                    <a:pt x="35871" y="41293"/>
                  </a:cubicBezTo>
                  <a:cubicBezTo>
                    <a:pt x="35275" y="41715"/>
                    <a:pt x="34659" y="42103"/>
                    <a:pt x="34023" y="42465"/>
                  </a:cubicBezTo>
                  <a:cubicBezTo>
                    <a:pt x="33386" y="42833"/>
                    <a:pt x="32737" y="43161"/>
                    <a:pt x="32074" y="43463"/>
                  </a:cubicBezTo>
                  <a:close/>
                </a:path>
              </a:pathLst>
            </a:custGeom>
            <a:solidFill>
              <a:srgbClr val="020101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4ED348F8-9A0D-7C47-2CF5-769072F1D6EA}"/>
                </a:ext>
              </a:extLst>
            </p:cNvPr>
            <p:cNvSpPr/>
            <p:nvPr/>
          </p:nvSpPr>
          <p:spPr>
            <a:xfrm>
              <a:off x="1282100" y="5196840"/>
              <a:ext cx="26621" cy="26622"/>
            </a:xfrm>
            <a:custGeom>
              <a:avLst/>
              <a:gdLst>
                <a:gd name="connsiteX0" fmla="*/ 18424 w 26621"/>
                <a:gd name="connsiteY0" fmla="*/ 25603 h 26622"/>
                <a:gd name="connsiteX1" fmla="*/ 16736 w 26621"/>
                <a:gd name="connsiteY1" fmla="*/ 26173 h 26622"/>
                <a:gd name="connsiteX2" fmla="*/ 14989 w 26621"/>
                <a:gd name="connsiteY2" fmla="*/ 26521 h 26622"/>
                <a:gd name="connsiteX3" fmla="*/ 13207 w 26621"/>
                <a:gd name="connsiteY3" fmla="*/ 26621 h 26622"/>
                <a:gd name="connsiteX4" fmla="*/ 11432 w 26621"/>
                <a:gd name="connsiteY4" fmla="*/ 26494 h 26622"/>
                <a:gd name="connsiteX5" fmla="*/ 9684 w 26621"/>
                <a:gd name="connsiteY5" fmla="*/ 26119 h 26622"/>
                <a:gd name="connsiteX6" fmla="*/ 8003 w 26621"/>
                <a:gd name="connsiteY6" fmla="*/ 25523 h 26622"/>
                <a:gd name="connsiteX7" fmla="*/ 6423 w 26621"/>
                <a:gd name="connsiteY7" fmla="*/ 24706 h 26622"/>
                <a:gd name="connsiteX8" fmla="*/ 4963 w 26621"/>
                <a:gd name="connsiteY8" fmla="*/ 23681 h 26622"/>
                <a:gd name="connsiteX9" fmla="*/ 3650 w 26621"/>
                <a:gd name="connsiteY9" fmla="*/ 22469 h 26622"/>
                <a:gd name="connsiteX10" fmla="*/ 2511 w 26621"/>
                <a:gd name="connsiteY10" fmla="*/ 21096 h 26622"/>
                <a:gd name="connsiteX11" fmla="*/ 1567 w 26621"/>
                <a:gd name="connsiteY11" fmla="*/ 19583 h 26622"/>
                <a:gd name="connsiteX12" fmla="*/ 837 w 26621"/>
                <a:gd name="connsiteY12" fmla="*/ 17955 h 26622"/>
                <a:gd name="connsiteX13" fmla="*/ 328 w 26621"/>
                <a:gd name="connsiteY13" fmla="*/ 16247 h 26622"/>
                <a:gd name="connsiteX14" fmla="*/ 53 w 26621"/>
                <a:gd name="connsiteY14" fmla="*/ 14486 h 26622"/>
                <a:gd name="connsiteX15" fmla="*/ 13 w 26621"/>
                <a:gd name="connsiteY15" fmla="*/ 12705 h 26622"/>
                <a:gd name="connsiteX16" fmla="*/ 214 w 26621"/>
                <a:gd name="connsiteY16" fmla="*/ 10930 h 26622"/>
                <a:gd name="connsiteX17" fmla="*/ 650 w 26621"/>
                <a:gd name="connsiteY17" fmla="*/ 9202 h 26622"/>
                <a:gd name="connsiteX18" fmla="*/ 1313 w 26621"/>
                <a:gd name="connsiteY18" fmla="*/ 7548 h 26622"/>
                <a:gd name="connsiteX19" fmla="*/ 2190 w 26621"/>
                <a:gd name="connsiteY19" fmla="*/ 5994 h 26622"/>
                <a:gd name="connsiteX20" fmla="*/ 3275 w 26621"/>
                <a:gd name="connsiteY20" fmla="*/ 4574 h 26622"/>
                <a:gd name="connsiteX21" fmla="*/ 4527 w 26621"/>
                <a:gd name="connsiteY21" fmla="*/ 3308 h 26622"/>
                <a:gd name="connsiteX22" fmla="*/ 5947 w 26621"/>
                <a:gd name="connsiteY22" fmla="*/ 2223 h 26622"/>
                <a:gd name="connsiteX23" fmla="*/ 7494 w 26621"/>
                <a:gd name="connsiteY23" fmla="*/ 1339 h 26622"/>
                <a:gd name="connsiteX24" fmla="*/ 9148 w 26621"/>
                <a:gd name="connsiteY24" fmla="*/ 670 h 26622"/>
                <a:gd name="connsiteX25" fmla="*/ 10374 w 26621"/>
                <a:gd name="connsiteY25" fmla="*/ 328 h 26622"/>
                <a:gd name="connsiteX26" fmla="*/ 11633 w 26621"/>
                <a:gd name="connsiteY26" fmla="*/ 107 h 26622"/>
                <a:gd name="connsiteX27" fmla="*/ 12899 w 26621"/>
                <a:gd name="connsiteY27" fmla="*/ 7 h 26622"/>
                <a:gd name="connsiteX28" fmla="*/ 14178 w 26621"/>
                <a:gd name="connsiteY28" fmla="*/ 33 h 26622"/>
                <a:gd name="connsiteX29" fmla="*/ 15444 w 26621"/>
                <a:gd name="connsiteY29" fmla="*/ 174 h 26622"/>
                <a:gd name="connsiteX30" fmla="*/ 16689 w 26621"/>
                <a:gd name="connsiteY30" fmla="*/ 435 h 26622"/>
                <a:gd name="connsiteX31" fmla="*/ 17902 w 26621"/>
                <a:gd name="connsiteY31" fmla="*/ 824 h 26622"/>
                <a:gd name="connsiteX32" fmla="*/ 19080 w 26621"/>
                <a:gd name="connsiteY32" fmla="*/ 1319 h 26622"/>
                <a:gd name="connsiteX33" fmla="*/ 20199 w 26621"/>
                <a:gd name="connsiteY33" fmla="*/ 1922 h 26622"/>
                <a:gd name="connsiteX34" fmla="*/ 21257 w 26621"/>
                <a:gd name="connsiteY34" fmla="*/ 2639 h 26622"/>
                <a:gd name="connsiteX35" fmla="*/ 22242 w 26621"/>
                <a:gd name="connsiteY35" fmla="*/ 3442 h 26622"/>
                <a:gd name="connsiteX36" fmla="*/ 23146 w 26621"/>
                <a:gd name="connsiteY36" fmla="*/ 4346 h 26622"/>
                <a:gd name="connsiteX37" fmla="*/ 23956 w 26621"/>
                <a:gd name="connsiteY37" fmla="*/ 5324 h 26622"/>
                <a:gd name="connsiteX38" fmla="*/ 24673 w 26621"/>
                <a:gd name="connsiteY38" fmla="*/ 6382 h 26622"/>
                <a:gd name="connsiteX39" fmla="*/ 25282 w 26621"/>
                <a:gd name="connsiteY39" fmla="*/ 7501 h 26622"/>
                <a:gd name="connsiteX40" fmla="*/ 25785 w 26621"/>
                <a:gd name="connsiteY40" fmla="*/ 8673 h 26622"/>
                <a:gd name="connsiteX41" fmla="*/ 26173 w 26621"/>
                <a:gd name="connsiteY41" fmla="*/ 9885 h 26622"/>
                <a:gd name="connsiteX42" fmla="*/ 26441 w 26621"/>
                <a:gd name="connsiteY42" fmla="*/ 11131 h 26622"/>
                <a:gd name="connsiteX43" fmla="*/ 26588 w 26621"/>
                <a:gd name="connsiteY43" fmla="*/ 12396 h 26622"/>
                <a:gd name="connsiteX44" fmla="*/ 26615 w 26621"/>
                <a:gd name="connsiteY44" fmla="*/ 13675 h 26622"/>
                <a:gd name="connsiteX45" fmla="*/ 26521 w 26621"/>
                <a:gd name="connsiteY45" fmla="*/ 14941 h 26622"/>
                <a:gd name="connsiteX46" fmla="*/ 26307 w 26621"/>
                <a:gd name="connsiteY46" fmla="*/ 16200 h 26622"/>
                <a:gd name="connsiteX47" fmla="*/ 25965 w 26621"/>
                <a:gd name="connsiteY47" fmla="*/ 17433 h 26622"/>
                <a:gd name="connsiteX48" fmla="*/ 25516 w 26621"/>
                <a:gd name="connsiteY48" fmla="*/ 18618 h 26622"/>
                <a:gd name="connsiteX49" fmla="*/ 24954 w 26621"/>
                <a:gd name="connsiteY49" fmla="*/ 19764 h 26622"/>
                <a:gd name="connsiteX50" fmla="*/ 24284 w 26621"/>
                <a:gd name="connsiteY50" fmla="*/ 20848 h 26622"/>
                <a:gd name="connsiteX51" fmla="*/ 23514 w 26621"/>
                <a:gd name="connsiteY51" fmla="*/ 21866 h 26622"/>
                <a:gd name="connsiteX52" fmla="*/ 22650 w 26621"/>
                <a:gd name="connsiteY52" fmla="*/ 22797 h 26622"/>
                <a:gd name="connsiteX53" fmla="*/ 21699 w 26621"/>
                <a:gd name="connsiteY53" fmla="*/ 23648 h 26622"/>
                <a:gd name="connsiteX54" fmla="*/ 20668 w 26621"/>
                <a:gd name="connsiteY54" fmla="*/ 24405 h 26622"/>
                <a:gd name="connsiteX55" fmla="*/ 19576 w 26621"/>
                <a:gd name="connsiteY55" fmla="*/ 25061 h 26622"/>
                <a:gd name="connsiteX56" fmla="*/ 18424 w 26621"/>
                <a:gd name="connsiteY56" fmla="*/ 25603 h 2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6621" h="26622">
                  <a:moveTo>
                    <a:pt x="18424" y="25603"/>
                  </a:moveTo>
                  <a:cubicBezTo>
                    <a:pt x="17875" y="25831"/>
                    <a:pt x="17312" y="26019"/>
                    <a:pt x="16736" y="26173"/>
                  </a:cubicBezTo>
                  <a:cubicBezTo>
                    <a:pt x="16161" y="26327"/>
                    <a:pt x="15578" y="26447"/>
                    <a:pt x="14989" y="26521"/>
                  </a:cubicBezTo>
                  <a:cubicBezTo>
                    <a:pt x="14393" y="26595"/>
                    <a:pt x="13803" y="26628"/>
                    <a:pt x="13207" y="26621"/>
                  </a:cubicBezTo>
                  <a:cubicBezTo>
                    <a:pt x="12611" y="26615"/>
                    <a:pt x="12022" y="26574"/>
                    <a:pt x="11432" y="26494"/>
                  </a:cubicBezTo>
                  <a:cubicBezTo>
                    <a:pt x="10843" y="26407"/>
                    <a:pt x="10260" y="26287"/>
                    <a:pt x="9684" y="26119"/>
                  </a:cubicBezTo>
                  <a:cubicBezTo>
                    <a:pt x="9115" y="25958"/>
                    <a:pt x="8553" y="25757"/>
                    <a:pt x="8003" y="25523"/>
                  </a:cubicBezTo>
                  <a:cubicBezTo>
                    <a:pt x="7461" y="25289"/>
                    <a:pt x="6932" y="25014"/>
                    <a:pt x="6423" y="24706"/>
                  </a:cubicBezTo>
                  <a:cubicBezTo>
                    <a:pt x="5913" y="24398"/>
                    <a:pt x="5425" y="24056"/>
                    <a:pt x="4963" y="23681"/>
                  </a:cubicBezTo>
                  <a:cubicBezTo>
                    <a:pt x="4500" y="23306"/>
                    <a:pt x="4058" y="22905"/>
                    <a:pt x="3650" y="22469"/>
                  </a:cubicBezTo>
                  <a:cubicBezTo>
                    <a:pt x="3241" y="22040"/>
                    <a:pt x="2860" y="21585"/>
                    <a:pt x="2511" y="21096"/>
                  </a:cubicBezTo>
                  <a:cubicBezTo>
                    <a:pt x="2163" y="20614"/>
                    <a:pt x="1848" y="20111"/>
                    <a:pt x="1567" y="19583"/>
                  </a:cubicBezTo>
                  <a:cubicBezTo>
                    <a:pt x="1286" y="19054"/>
                    <a:pt x="1045" y="18511"/>
                    <a:pt x="837" y="17955"/>
                  </a:cubicBezTo>
                  <a:cubicBezTo>
                    <a:pt x="629" y="17399"/>
                    <a:pt x="455" y="16830"/>
                    <a:pt x="328" y="16247"/>
                  </a:cubicBezTo>
                  <a:cubicBezTo>
                    <a:pt x="194" y="15665"/>
                    <a:pt x="100" y="15082"/>
                    <a:pt x="53" y="14486"/>
                  </a:cubicBezTo>
                  <a:cubicBezTo>
                    <a:pt x="0" y="13890"/>
                    <a:pt x="-13" y="13301"/>
                    <a:pt x="13" y="12705"/>
                  </a:cubicBezTo>
                  <a:cubicBezTo>
                    <a:pt x="40" y="12109"/>
                    <a:pt x="107" y="11512"/>
                    <a:pt x="214" y="10930"/>
                  </a:cubicBezTo>
                  <a:cubicBezTo>
                    <a:pt x="322" y="10347"/>
                    <a:pt x="469" y="9771"/>
                    <a:pt x="650" y="9202"/>
                  </a:cubicBezTo>
                  <a:cubicBezTo>
                    <a:pt x="830" y="8632"/>
                    <a:pt x="1052" y="8083"/>
                    <a:pt x="1313" y="7548"/>
                  </a:cubicBezTo>
                  <a:cubicBezTo>
                    <a:pt x="1574" y="7005"/>
                    <a:pt x="1862" y="6489"/>
                    <a:pt x="2190" y="5994"/>
                  </a:cubicBezTo>
                  <a:cubicBezTo>
                    <a:pt x="2518" y="5491"/>
                    <a:pt x="2880" y="5023"/>
                    <a:pt x="3275" y="4574"/>
                  </a:cubicBezTo>
                  <a:cubicBezTo>
                    <a:pt x="3663" y="4125"/>
                    <a:pt x="4079" y="3703"/>
                    <a:pt x="4527" y="3308"/>
                  </a:cubicBezTo>
                  <a:cubicBezTo>
                    <a:pt x="4976" y="2913"/>
                    <a:pt x="5452" y="2552"/>
                    <a:pt x="5947" y="2223"/>
                  </a:cubicBezTo>
                  <a:cubicBezTo>
                    <a:pt x="6443" y="1895"/>
                    <a:pt x="6958" y="1600"/>
                    <a:pt x="7494" y="1339"/>
                  </a:cubicBezTo>
                  <a:cubicBezTo>
                    <a:pt x="8030" y="1078"/>
                    <a:pt x="8579" y="857"/>
                    <a:pt x="9148" y="670"/>
                  </a:cubicBezTo>
                  <a:cubicBezTo>
                    <a:pt x="9550" y="536"/>
                    <a:pt x="9959" y="422"/>
                    <a:pt x="10374" y="328"/>
                  </a:cubicBezTo>
                  <a:cubicBezTo>
                    <a:pt x="10789" y="234"/>
                    <a:pt x="11211" y="161"/>
                    <a:pt x="11633" y="107"/>
                  </a:cubicBezTo>
                  <a:cubicBezTo>
                    <a:pt x="12055" y="53"/>
                    <a:pt x="12477" y="20"/>
                    <a:pt x="12899" y="7"/>
                  </a:cubicBezTo>
                  <a:cubicBezTo>
                    <a:pt x="13327" y="-7"/>
                    <a:pt x="13756" y="0"/>
                    <a:pt x="14178" y="33"/>
                  </a:cubicBezTo>
                  <a:cubicBezTo>
                    <a:pt x="14600" y="60"/>
                    <a:pt x="15022" y="107"/>
                    <a:pt x="15444" y="174"/>
                  </a:cubicBezTo>
                  <a:cubicBezTo>
                    <a:pt x="15866" y="241"/>
                    <a:pt x="16281" y="328"/>
                    <a:pt x="16689" y="435"/>
                  </a:cubicBezTo>
                  <a:cubicBezTo>
                    <a:pt x="17098" y="549"/>
                    <a:pt x="17507" y="676"/>
                    <a:pt x="17902" y="824"/>
                  </a:cubicBezTo>
                  <a:cubicBezTo>
                    <a:pt x="18304" y="964"/>
                    <a:pt x="18699" y="1132"/>
                    <a:pt x="19080" y="1319"/>
                  </a:cubicBezTo>
                  <a:cubicBezTo>
                    <a:pt x="19462" y="1500"/>
                    <a:pt x="19837" y="1701"/>
                    <a:pt x="20199" y="1922"/>
                  </a:cubicBezTo>
                  <a:cubicBezTo>
                    <a:pt x="20567" y="2143"/>
                    <a:pt x="20916" y="2384"/>
                    <a:pt x="21257" y="2639"/>
                  </a:cubicBezTo>
                  <a:cubicBezTo>
                    <a:pt x="21599" y="2886"/>
                    <a:pt x="21927" y="3154"/>
                    <a:pt x="22242" y="3442"/>
                  </a:cubicBezTo>
                  <a:cubicBezTo>
                    <a:pt x="22557" y="3730"/>
                    <a:pt x="22858" y="4032"/>
                    <a:pt x="23146" y="4346"/>
                  </a:cubicBezTo>
                  <a:cubicBezTo>
                    <a:pt x="23434" y="4661"/>
                    <a:pt x="23701" y="4983"/>
                    <a:pt x="23956" y="5324"/>
                  </a:cubicBezTo>
                  <a:cubicBezTo>
                    <a:pt x="24210" y="5666"/>
                    <a:pt x="24452" y="6021"/>
                    <a:pt x="24673" y="6382"/>
                  </a:cubicBezTo>
                  <a:cubicBezTo>
                    <a:pt x="24894" y="6744"/>
                    <a:pt x="25101" y="7119"/>
                    <a:pt x="25282" y="7501"/>
                  </a:cubicBezTo>
                  <a:cubicBezTo>
                    <a:pt x="25470" y="7882"/>
                    <a:pt x="25637" y="8278"/>
                    <a:pt x="25785" y="8673"/>
                  </a:cubicBezTo>
                  <a:cubicBezTo>
                    <a:pt x="25932" y="9068"/>
                    <a:pt x="26059" y="9477"/>
                    <a:pt x="26173" y="9885"/>
                  </a:cubicBezTo>
                  <a:cubicBezTo>
                    <a:pt x="26280" y="10294"/>
                    <a:pt x="26367" y="10709"/>
                    <a:pt x="26441" y="11131"/>
                  </a:cubicBezTo>
                  <a:cubicBezTo>
                    <a:pt x="26515" y="11553"/>
                    <a:pt x="26561" y="11974"/>
                    <a:pt x="26588" y="12396"/>
                  </a:cubicBezTo>
                  <a:cubicBezTo>
                    <a:pt x="26622" y="12818"/>
                    <a:pt x="26628" y="13247"/>
                    <a:pt x="26615" y="13675"/>
                  </a:cubicBezTo>
                  <a:cubicBezTo>
                    <a:pt x="26608" y="14098"/>
                    <a:pt x="26575" y="14519"/>
                    <a:pt x="26521" y="14941"/>
                  </a:cubicBezTo>
                  <a:cubicBezTo>
                    <a:pt x="26468" y="15363"/>
                    <a:pt x="26394" y="15785"/>
                    <a:pt x="26307" y="16200"/>
                  </a:cubicBezTo>
                  <a:cubicBezTo>
                    <a:pt x="26213" y="16616"/>
                    <a:pt x="26099" y="17024"/>
                    <a:pt x="25965" y="17433"/>
                  </a:cubicBezTo>
                  <a:cubicBezTo>
                    <a:pt x="25838" y="17835"/>
                    <a:pt x="25684" y="18230"/>
                    <a:pt x="25516" y="18618"/>
                  </a:cubicBezTo>
                  <a:cubicBezTo>
                    <a:pt x="25349" y="19013"/>
                    <a:pt x="25162" y="19395"/>
                    <a:pt x="24954" y="19764"/>
                  </a:cubicBezTo>
                  <a:cubicBezTo>
                    <a:pt x="24746" y="20138"/>
                    <a:pt x="24526" y="20500"/>
                    <a:pt x="24284" y="20848"/>
                  </a:cubicBezTo>
                  <a:cubicBezTo>
                    <a:pt x="24043" y="21203"/>
                    <a:pt x="23789" y="21538"/>
                    <a:pt x="23514" y="21866"/>
                  </a:cubicBezTo>
                  <a:cubicBezTo>
                    <a:pt x="23240" y="22195"/>
                    <a:pt x="22951" y="22503"/>
                    <a:pt x="22650" y="22797"/>
                  </a:cubicBezTo>
                  <a:cubicBezTo>
                    <a:pt x="22349" y="23099"/>
                    <a:pt x="22027" y="23380"/>
                    <a:pt x="21699" y="23648"/>
                  </a:cubicBezTo>
                  <a:cubicBezTo>
                    <a:pt x="21371" y="23916"/>
                    <a:pt x="21023" y="24170"/>
                    <a:pt x="20668" y="24405"/>
                  </a:cubicBezTo>
                  <a:cubicBezTo>
                    <a:pt x="20313" y="24639"/>
                    <a:pt x="19951" y="24860"/>
                    <a:pt x="19576" y="25061"/>
                  </a:cubicBezTo>
                  <a:cubicBezTo>
                    <a:pt x="19201" y="25255"/>
                    <a:pt x="18819" y="25436"/>
                    <a:pt x="18424" y="25603"/>
                  </a:cubicBezTo>
                  <a:close/>
                </a:path>
              </a:pathLst>
            </a:custGeom>
            <a:solidFill>
              <a:srgbClr val="FA1C1F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78042193-0BEB-35F3-FF89-6EDBF889BE67}"/>
                </a:ext>
              </a:extLst>
            </p:cNvPr>
            <p:cNvSpPr/>
            <p:nvPr/>
          </p:nvSpPr>
          <p:spPr>
            <a:xfrm>
              <a:off x="251270" y="5197877"/>
              <a:ext cx="240277" cy="116539"/>
            </a:xfrm>
            <a:custGeom>
              <a:avLst/>
              <a:gdLst>
                <a:gd name="connsiteX0" fmla="*/ 0 w 240277"/>
                <a:gd name="connsiteY0" fmla="*/ 0 h 116539"/>
                <a:gd name="connsiteX1" fmla="*/ 228792 w 240277"/>
                <a:gd name="connsiteY1" fmla="*/ 58574 h 116539"/>
                <a:gd name="connsiteX2" fmla="*/ 233011 w 240277"/>
                <a:gd name="connsiteY2" fmla="*/ 45950 h 116539"/>
                <a:gd name="connsiteX3" fmla="*/ 240278 w 240277"/>
                <a:gd name="connsiteY3" fmla="*/ 116539 h 116539"/>
                <a:gd name="connsiteX4" fmla="*/ 49111 w 240277"/>
                <a:gd name="connsiteY4" fmla="*/ 82745 h 116539"/>
                <a:gd name="connsiteX5" fmla="*/ 0 w 240277"/>
                <a:gd name="connsiteY5" fmla="*/ 0 h 11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277" h="116539">
                  <a:moveTo>
                    <a:pt x="0" y="0"/>
                  </a:moveTo>
                  <a:cubicBezTo>
                    <a:pt x="76054" y="20628"/>
                    <a:pt x="152765" y="38074"/>
                    <a:pt x="228792" y="58574"/>
                  </a:cubicBezTo>
                  <a:cubicBezTo>
                    <a:pt x="230741" y="54127"/>
                    <a:pt x="231920" y="50758"/>
                    <a:pt x="233011" y="45950"/>
                  </a:cubicBezTo>
                  <a:cubicBezTo>
                    <a:pt x="238168" y="68238"/>
                    <a:pt x="239949" y="93675"/>
                    <a:pt x="240278" y="116539"/>
                  </a:cubicBezTo>
                  <a:cubicBezTo>
                    <a:pt x="183164" y="109139"/>
                    <a:pt x="99829" y="111087"/>
                    <a:pt x="49111" y="82745"/>
                  </a:cubicBezTo>
                  <a:cubicBezTo>
                    <a:pt x="16120" y="64307"/>
                    <a:pt x="9142" y="33647"/>
                    <a:pt x="0" y="0"/>
                  </a:cubicBezTo>
                  <a:close/>
                </a:path>
              </a:pathLst>
            </a:custGeom>
            <a:solidFill>
              <a:srgbClr val="892C2A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638C3FE3-8350-8EC6-A2FB-A13B12F71C89}"/>
                </a:ext>
              </a:extLst>
            </p:cNvPr>
            <p:cNvSpPr/>
            <p:nvPr/>
          </p:nvSpPr>
          <p:spPr>
            <a:xfrm>
              <a:off x="606694" y="5198420"/>
              <a:ext cx="638884" cy="236462"/>
            </a:xfrm>
            <a:custGeom>
              <a:avLst/>
              <a:gdLst>
                <a:gd name="connsiteX0" fmla="*/ 0 w 638884"/>
                <a:gd name="connsiteY0" fmla="*/ 117751 h 236462"/>
                <a:gd name="connsiteX1" fmla="*/ 154727 w 638884"/>
                <a:gd name="connsiteY1" fmla="*/ 108623 h 236462"/>
                <a:gd name="connsiteX2" fmla="*/ 413402 w 638884"/>
                <a:gd name="connsiteY2" fmla="*/ 61896 h 236462"/>
                <a:gd name="connsiteX3" fmla="*/ 408614 w 638884"/>
                <a:gd name="connsiteY3" fmla="*/ 140488 h 236462"/>
                <a:gd name="connsiteX4" fmla="*/ 411179 w 638884"/>
                <a:gd name="connsiteY4" fmla="*/ 129579 h 236462"/>
                <a:gd name="connsiteX5" fmla="*/ 429556 w 638884"/>
                <a:gd name="connsiteY5" fmla="*/ 66966 h 236462"/>
                <a:gd name="connsiteX6" fmla="*/ 437867 w 638884"/>
                <a:gd name="connsiteY6" fmla="*/ 96869 h 236462"/>
                <a:gd name="connsiteX7" fmla="*/ 468340 w 638884"/>
                <a:gd name="connsiteY7" fmla="*/ 136109 h 236462"/>
                <a:gd name="connsiteX8" fmla="*/ 496964 w 638884"/>
                <a:gd name="connsiteY8" fmla="*/ 137448 h 236462"/>
                <a:gd name="connsiteX9" fmla="*/ 522414 w 638884"/>
                <a:gd name="connsiteY9" fmla="*/ 103419 h 236462"/>
                <a:gd name="connsiteX10" fmla="*/ 520632 w 638884"/>
                <a:gd name="connsiteY10" fmla="*/ 59519 h 236462"/>
                <a:gd name="connsiteX11" fmla="*/ 526177 w 638884"/>
                <a:gd name="connsiteY11" fmla="*/ 57342 h 236462"/>
                <a:gd name="connsiteX12" fmla="*/ 616169 w 638884"/>
                <a:gd name="connsiteY12" fmla="*/ 6074 h 236462"/>
                <a:gd name="connsiteX13" fmla="*/ 619973 w 638884"/>
                <a:gd name="connsiteY13" fmla="*/ 2310 h 236462"/>
                <a:gd name="connsiteX14" fmla="*/ 622209 w 638884"/>
                <a:gd name="connsiteY14" fmla="*/ 0 h 236462"/>
                <a:gd name="connsiteX15" fmla="*/ 632188 w 638884"/>
                <a:gd name="connsiteY15" fmla="*/ 9376 h 236462"/>
                <a:gd name="connsiteX16" fmla="*/ 613369 w 638884"/>
                <a:gd name="connsiteY16" fmla="*/ 232147 h 236462"/>
                <a:gd name="connsiteX17" fmla="*/ 44456 w 638884"/>
                <a:gd name="connsiteY17" fmla="*/ 235007 h 236462"/>
                <a:gd name="connsiteX18" fmla="*/ 29093 w 638884"/>
                <a:gd name="connsiteY18" fmla="*/ 202786 h 236462"/>
                <a:gd name="connsiteX19" fmla="*/ 0 w 638884"/>
                <a:gd name="connsiteY19" fmla="*/ 117751 h 23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8884" h="236462">
                  <a:moveTo>
                    <a:pt x="0" y="117751"/>
                  </a:moveTo>
                  <a:cubicBezTo>
                    <a:pt x="51636" y="114436"/>
                    <a:pt x="103145" y="113706"/>
                    <a:pt x="154727" y="108623"/>
                  </a:cubicBezTo>
                  <a:cubicBezTo>
                    <a:pt x="242233" y="99997"/>
                    <a:pt x="327912" y="82008"/>
                    <a:pt x="413402" y="61896"/>
                  </a:cubicBezTo>
                  <a:cubicBezTo>
                    <a:pt x="410034" y="85276"/>
                    <a:pt x="402486" y="117477"/>
                    <a:pt x="408614" y="140488"/>
                  </a:cubicBezTo>
                  <a:cubicBezTo>
                    <a:pt x="410784" y="136283"/>
                    <a:pt x="410616" y="134254"/>
                    <a:pt x="411179" y="129579"/>
                  </a:cubicBezTo>
                  <a:cubicBezTo>
                    <a:pt x="413710" y="108395"/>
                    <a:pt x="420830" y="86341"/>
                    <a:pt x="429556" y="66966"/>
                  </a:cubicBezTo>
                  <a:lnTo>
                    <a:pt x="437867" y="96869"/>
                  </a:lnTo>
                  <a:cubicBezTo>
                    <a:pt x="442321" y="113197"/>
                    <a:pt x="452923" y="128273"/>
                    <a:pt x="468340" y="136109"/>
                  </a:cubicBezTo>
                  <a:cubicBezTo>
                    <a:pt x="477160" y="140589"/>
                    <a:pt x="487769" y="141587"/>
                    <a:pt x="496964" y="137448"/>
                  </a:cubicBezTo>
                  <a:cubicBezTo>
                    <a:pt x="510318" y="131427"/>
                    <a:pt x="518636" y="116961"/>
                    <a:pt x="522414" y="103419"/>
                  </a:cubicBezTo>
                  <a:cubicBezTo>
                    <a:pt x="526512" y="88752"/>
                    <a:pt x="525180" y="73871"/>
                    <a:pt x="520632" y="59519"/>
                  </a:cubicBezTo>
                  <a:lnTo>
                    <a:pt x="526177" y="57342"/>
                  </a:lnTo>
                  <a:cubicBezTo>
                    <a:pt x="558197" y="44523"/>
                    <a:pt x="591503" y="30700"/>
                    <a:pt x="616169" y="6074"/>
                  </a:cubicBezTo>
                  <a:lnTo>
                    <a:pt x="619973" y="2310"/>
                  </a:lnTo>
                  <a:cubicBezTo>
                    <a:pt x="620729" y="1547"/>
                    <a:pt x="621459" y="770"/>
                    <a:pt x="622209" y="0"/>
                  </a:cubicBezTo>
                  <a:cubicBezTo>
                    <a:pt x="629088" y="2853"/>
                    <a:pt x="629362" y="2806"/>
                    <a:pt x="632188" y="9376"/>
                  </a:cubicBezTo>
                  <a:cubicBezTo>
                    <a:pt x="651215" y="53572"/>
                    <a:pt x="624815" y="183974"/>
                    <a:pt x="613369" y="232147"/>
                  </a:cubicBezTo>
                  <a:cubicBezTo>
                    <a:pt x="423857" y="231129"/>
                    <a:pt x="233828" y="239802"/>
                    <a:pt x="44456" y="235007"/>
                  </a:cubicBezTo>
                  <a:lnTo>
                    <a:pt x="29093" y="202786"/>
                  </a:lnTo>
                  <a:cubicBezTo>
                    <a:pt x="16187" y="175388"/>
                    <a:pt x="8405" y="146730"/>
                    <a:pt x="0" y="117751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F4CDAAB8-A2C1-FFDA-F83B-26F7A6DBB226}"/>
                </a:ext>
              </a:extLst>
            </p:cNvPr>
            <p:cNvSpPr/>
            <p:nvPr/>
          </p:nvSpPr>
          <p:spPr>
            <a:xfrm>
              <a:off x="1629675" y="5215612"/>
              <a:ext cx="101323" cy="282209"/>
            </a:xfrm>
            <a:custGeom>
              <a:avLst/>
              <a:gdLst>
                <a:gd name="connsiteX0" fmla="*/ 59954 w 101323"/>
                <a:gd name="connsiteY0" fmla="*/ 96246 h 282209"/>
                <a:gd name="connsiteX1" fmla="*/ 79115 w 101323"/>
                <a:gd name="connsiteY1" fmla="*/ 897 h 282209"/>
                <a:gd name="connsiteX2" fmla="*/ 82745 w 101323"/>
                <a:gd name="connsiteY2" fmla="*/ 0 h 282209"/>
                <a:gd name="connsiteX3" fmla="*/ 90915 w 101323"/>
                <a:gd name="connsiteY3" fmla="*/ 18919 h 282209"/>
                <a:gd name="connsiteX4" fmla="*/ 101323 w 101323"/>
                <a:gd name="connsiteY4" fmla="*/ 22047 h 282209"/>
                <a:gd name="connsiteX5" fmla="*/ 27620 w 101323"/>
                <a:gd name="connsiteY5" fmla="*/ 266357 h 282209"/>
                <a:gd name="connsiteX6" fmla="*/ 0 w 101323"/>
                <a:gd name="connsiteY6" fmla="*/ 282209 h 282209"/>
                <a:gd name="connsiteX7" fmla="*/ 35060 w 101323"/>
                <a:gd name="connsiteY7" fmla="*/ 203865 h 282209"/>
                <a:gd name="connsiteX8" fmla="*/ 59954 w 101323"/>
                <a:gd name="connsiteY8" fmla="*/ 96246 h 28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323" h="282209">
                  <a:moveTo>
                    <a:pt x="59954" y="96246"/>
                  </a:moveTo>
                  <a:cubicBezTo>
                    <a:pt x="68861" y="65934"/>
                    <a:pt x="72357" y="31953"/>
                    <a:pt x="79115" y="897"/>
                  </a:cubicBezTo>
                  <a:lnTo>
                    <a:pt x="82745" y="0"/>
                  </a:lnTo>
                  <a:cubicBezTo>
                    <a:pt x="84754" y="6791"/>
                    <a:pt x="86214" y="13408"/>
                    <a:pt x="90915" y="18919"/>
                  </a:cubicBezTo>
                  <a:cubicBezTo>
                    <a:pt x="94197" y="22777"/>
                    <a:pt x="96648" y="21692"/>
                    <a:pt x="101323" y="22047"/>
                  </a:cubicBezTo>
                  <a:cubicBezTo>
                    <a:pt x="97968" y="93949"/>
                    <a:pt x="84613" y="216482"/>
                    <a:pt x="27620" y="266357"/>
                  </a:cubicBezTo>
                  <a:cubicBezTo>
                    <a:pt x="19489" y="273470"/>
                    <a:pt x="10026" y="278372"/>
                    <a:pt x="0" y="282209"/>
                  </a:cubicBezTo>
                  <a:cubicBezTo>
                    <a:pt x="3289" y="254844"/>
                    <a:pt x="25041" y="229589"/>
                    <a:pt x="35060" y="203865"/>
                  </a:cubicBezTo>
                  <a:cubicBezTo>
                    <a:pt x="47839" y="171062"/>
                    <a:pt x="55266" y="131079"/>
                    <a:pt x="59954" y="96246"/>
                  </a:cubicBezTo>
                  <a:close/>
                </a:path>
              </a:pathLst>
            </a:custGeom>
            <a:solidFill>
              <a:srgbClr val="431B17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FA3B7483-0A3E-59D2-8B98-30A50E746033}"/>
                </a:ext>
              </a:extLst>
            </p:cNvPr>
            <p:cNvSpPr/>
            <p:nvPr/>
          </p:nvSpPr>
          <p:spPr>
            <a:xfrm>
              <a:off x="151461" y="5254094"/>
              <a:ext cx="157801" cy="254234"/>
            </a:xfrm>
            <a:custGeom>
              <a:avLst/>
              <a:gdLst>
                <a:gd name="connsiteX0" fmla="*/ 0 w 157801"/>
                <a:gd name="connsiteY0" fmla="*/ 0 h 254234"/>
                <a:gd name="connsiteX1" fmla="*/ 45253 w 157801"/>
                <a:gd name="connsiteY1" fmla="*/ 10816 h 254234"/>
                <a:gd name="connsiteX2" fmla="*/ 43318 w 157801"/>
                <a:gd name="connsiteY2" fmla="*/ 21840 h 254234"/>
                <a:gd name="connsiteX3" fmla="*/ 93139 w 157801"/>
                <a:gd name="connsiteY3" fmla="*/ 192908 h 254234"/>
                <a:gd name="connsiteX4" fmla="*/ 95309 w 157801"/>
                <a:gd name="connsiteY4" fmla="*/ 194388 h 254234"/>
                <a:gd name="connsiteX5" fmla="*/ 157801 w 157801"/>
                <a:gd name="connsiteY5" fmla="*/ 254235 h 254234"/>
                <a:gd name="connsiteX6" fmla="*/ 50263 w 157801"/>
                <a:gd name="connsiteY6" fmla="*/ 211098 h 254234"/>
                <a:gd name="connsiteX7" fmla="*/ 0 w 157801"/>
                <a:gd name="connsiteY7" fmla="*/ 0 h 254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801" h="254234">
                  <a:moveTo>
                    <a:pt x="0" y="0"/>
                  </a:moveTo>
                  <a:cubicBezTo>
                    <a:pt x="14593" y="2250"/>
                    <a:pt x="32127" y="3744"/>
                    <a:pt x="45253" y="10816"/>
                  </a:cubicBezTo>
                  <a:cubicBezTo>
                    <a:pt x="43392" y="15705"/>
                    <a:pt x="42387" y="16529"/>
                    <a:pt x="43318" y="21840"/>
                  </a:cubicBezTo>
                  <a:cubicBezTo>
                    <a:pt x="53136" y="77983"/>
                    <a:pt x="42213" y="153488"/>
                    <a:pt x="93139" y="192908"/>
                  </a:cubicBezTo>
                  <a:cubicBezTo>
                    <a:pt x="93836" y="193444"/>
                    <a:pt x="94586" y="193899"/>
                    <a:pt x="95309" y="194388"/>
                  </a:cubicBezTo>
                  <a:cubicBezTo>
                    <a:pt x="116358" y="213328"/>
                    <a:pt x="142217" y="230620"/>
                    <a:pt x="157801" y="254235"/>
                  </a:cubicBezTo>
                  <a:cubicBezTo>
                    <a:pt x="119225" y="248033"/>
                    <a:pt x="79604" y="238691"/>
                    <a:pt x="50263" y="211098"/>
                  </a:cubicBezTo>
                  <a:cubicBezTo>
                    <a:pt x="-4139" y="159931"/>
                    <a:pt x="2532" y="68486"/>
                    <a:pt x="0" y="0"/>
                  </a:cubicBezTo>
                  <a:close/>
                </a:path>
              </a:pathLst>
            </a:custGeom>
            <a:solidFill>
              <a:srgbClr val="2C0806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6AF02291-DBE8-08DF-6061-F484CDF3A9D2}"/>
                </a:ext>
              </a:extLst>
            </p:cNvPr>
            <p:cNvSpPr/>
            <p:nvPr/>
          </p:nvSpPr>
          <p:spPr>
            <a:xfrm>
              <a:off x="1192484" y="5309159"/>
              <a:ext cx="497144" cy="231656"/>
            </a:xfrm>
            <a:custGeom>
              <a:avLst/>
              <a:gdLst>
                <a:gd name="connsiteX0" fmla="*/ 307204 w 497144"/>
                <a:gd name="connsiteY0" fmla="*/ 223990 h 231656"/>
                <a:gd name="connsiteX1" fmla="*/ 38951 w 497144"/>
                <a:gd name="connsiteY1" fmla="*/ 228330 h 231656"/>
                <a:gd name="connsiteX2" fmla="*/ 0 w 497144"/>
                <a:gd name="connsiteY2" fmla="*/ 216764 h 231656"/>
                <a:gd name="connsiteX3" fmla="*/ 51140 w 497144"/>
                <a:gd name="connsiteY3" fmla="*/ 78352 h 231656"/>
                <a:gd name="connsiteX4" fmla="*/ 54462 w 497144"/>
                <a:gd name="connsiteY4" fmla="*/ 70630 h 231656"/>
                <a:gd name="connsiteX5" fmla="*/ 61099 w 497144"/>
                <a:gd name="connsiteY5" fmla="*/ 120216 h 231656"/>
                <a:gd name="connsiteX6" fmla="*/ 452762 w 497144"/>
                <a:gd name="connsiteY6" fmla="*/ 21961 h 231656"/>
                <a:gd name="connsiteX7" fmla="*/ 479370 w 497144"/>
                <a:gd name="connsiteY7" fmla="*/ 11767 h 231656"/>
                <a:gd name="connsiteX8" fmla="*/ 483234 w 497144"/>
                <a:gd name="connsiteY8" fmla="*/ 10930 h 231656"/>
                <a:gd name="connsiteX9" fmla="*/ 483067 w 497144"/>
                <a:gd name="connsiteY9" fmla="*/ 8157 h 231656"/>
                <a:gd name="connsiteX10" fmla="*/ 388756 w 497144"/>
                <a:gd name="connsiteY10" fmla="*/ 3074 h 231656"/>
                <a:gd name="connsiteX11" fmla="*/ 391676 w 497144"/>
                <a:gd name="connsiteY11" fmla="*/ 0 h 231656"/>
                <a:gd name="connsiteX12" fmla="*/ 497145 w 497144"/>
                <a:gd name="connsiteY12" fmla="*/ 2699 h 231656"/>
                <a:gd name="connsiteX13" fmla="*/ 472251 w 497144"/>
                <a:gd name="connsiteY13" fmla="*/ 110318 h 231656"/>
                <a:gd name="connsiteX14" fmla="*/ 437191 w 497144"/>
                <a:gd name="connsiteY14" fmla="*/ 188662 h 231656"/>
                <a:gd name="connsiteX15" fmla="*/ 300989 w 497144"/>
                <a:gd name="connsiteY15" fmla="*/ 221211 h 231656"/>
                <a:gd name="connsiteX16" fmla="*/ 307204 w 497144"/>
                <a:gd name="connsiteY16" fmla="*/ 223990 h 2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7144" h="231656">
                  <a:moveTo>
                    <a:pt x="307204" y="223990"/>
                  </a:moveTo>
                  <a:cubicBezTo>
                    <a:pt x="284085" y="235282"/>
                    <a:pt x="74012" y="231685"/>
                    <a:pt x="38951" y="228330"/>
                  </a:cubicBezTo>
                  <a:cubicBezTo>
                    <a:pt x="26575" y="227152"/>
                    <a:pt x="8137" y="226582"/>
                    <a:pt x="0" y="216764"/>
                  </a:cubicBezTo>
                  <a:cubicBezTo>
                    <a:pt x="12336" y="167941"/>
                    <a:pt x="45930" y="131816"/>
                    <a:pt x="51140" y="78352"/>
                  </a:cubicBezTo>
                  <a:cubicBezTo>
                    <a:pt x="51663" y="72980"/>
                    <a:pt x="50638" y="75894"/>
                    <a:pt x="54462" y="70630"/>
                  </a:cubicBezTo>
                  <a:cubicBezTo>
                    <a:pt x="69357" y="86442"/>
                    <a:pt x="53250" y="102689"/>
                    <a:pt x="61099" y="120216"/>
                  </a:cubicBezTo>
                  <a:cubicBezTo>
                    <a:pt x="140381" y="124576"/>
                    <a:pt x="385495" y="61916"/>
                    <a:pt x="452762" y="21961"/>
                  </a:cubicBezTo>
                  <a:cubicBezTo>
                    <a:pt x="461663" y="16677"/>
                    <a:pt x="469291" y="14091"/>
                    <a:pt x="479370" y="11767"/>
                  </a:cubicBezTo>
                  <a:cubicBezTo>
                    <a:pt x="480656" y="11473"/>
                    <a:pt x="481948" y="11211"/>
                    <a:pt x="483234" y="10930"/>
                  </a:cubicBezTo>
                  <a:lnTo>
                    <a:pt x="483067" y="8157"/>
                  </a:lnTo>
                  <a:cubicBezTo>
                    <a:pt x="456091" y="8278"/>
                    <a:pt x="414018" y="11031"/>
                    <a:pt x="388756" y="3074"/>
                  </a:cubicBezTo>
                  <a:lnTo>
                    <a:pt x="391676" y="0"/>
                  </a:lnTo>
                  <a:cubicBezTo>
                    <a:pt x="426804" y="2184"/>
                    <a:pt x="461957" y="3081"/>
                    <a:pt x="497145" y="2699"/>
                  </a:cubicBezTo>
                  <a:cubicBezTo>
                    <a:pt x="492457" y="37532"/>
                    <a:pt x="485029" y="77514"/>
                    <a:pt x="472251" y="110318"/>
                  </a:cubicBezTo>
                  <a:cubicBezTo>
                    <a:pt x="462232" y="136042"/>
                    <a:pt x="440479" y="161297"/>
                    <a:pt x="437191" y="188662"/>
                  </a:cubicBezTo>
                  <a:cubicBezTo>
                    <a:pt x="393491" y="203918"/>
                    <a:pt x="342163" y="203249"/>
                    <a:pt x="300989" y="221211"/>
                  </a:cubicBezTo>
                  <a:lnTo>
                    <a:pt x="307204" y="223990"/>
                  </a:ln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E77E2E97-0DF3-1060-50D8-C362D298222F}"/>
                </a:ext>
              </a:extLst>
            </p:cNvPr>
            <p:cNvSpPr/>
            <p:nvPr/>
          </p:nvSpPr>
          <p:spPr>
            <a:xfrm>
              <a:off x="211439" y="5337140"/>
              <a:ext cx="468416" cy="207347"/>
            </a:xfrm>
            <a:custGeom>
              <a:avLst/>
              <a:gdLst>
                <a:gd name="connsiteX0" fmla="*/ 404746 w 468416"/>
                <a:gd name="connsiteY0" fmla="*/ 55547 h 207347"/>
                <a:gd name="connsiteX1" fmla="*/ 416493 w 468416"/>
                <a:gd name="connsiteY1" fmla="*/ 72170 h 207347"/>
                <a:gd name="connsiteX2" fmla="*/ 416700 w 468416"/>
                <a:gd name="connsiteY2" fmla="*/ 80394 h 207347"/>
                <a:gd name="connsiteX3" fmla="*/ 454279 w 468416"/>
                <a:gd name="connsiteY3" fmla="*/ 185976 h 207347"/>
                <a:gd name="connsiteX4" fmla="*/ 468416 w 468416"/>
                <a:gd name="connsiteY4" fmla="*/ 202311 h 207347"/>
                <a:gd name="connsiteX5" fmla="*/ 464532 w 468416"/>
                <a:gd name="connsiteY5" fmla="*/ 207347 h 207347"/>
                <a:gd name="connsiteX6" fmla="*/ 242323 w 468416"/>
                <a:gd name="connsiteY6" fmla="*/ 195848 h 207347"/>
                <a:gd name="connsiteX7" fmla="*/ 282032 w 468416"/>
                <a:gd name="connsiteY7" fmla="*/ 191495 h 207347"/>
                <a:gd name="connsiteX8" fmla="*/ 281462 w 468416"/>
                <a:gd name="connsiteY8" fmla="*/ 189914 h 207347"/>
                <a:gd name="connsiteX9" fmla="*/ 97823 w 468416"/>
                <a:gd name="connsiteY9" fmla="*/ 171189 h 207347"/>
                <a:gd name="connsiteX10" fmla="*/ 35331 w 468416"/>
                <a:gd name="connsiteY10" fmla="*/ 111342 h 207347"/>
                <a:gd name="connsiteX11" fmla="*/ 39162 w 468416"/>
                <a:gd name="connsiteY11" fmla="*/ 110659 h 207347"/>
                <a:gd name="connsiteX12" fmla="*/ 13210 w 468416"/>
                <a:gd name="connsiteY12" fmla="*/ 75612 h 207347"/>
                <a:gd name="connsiteX13" fmla="*/ 32538 w 468416"/>
                <a:gd name="connsiteY13" fmla="*/ 76262 h 207347"/>
                <a:gd name="connsiteX14" fmla="*/ 29163 w 468416"/>
                <a:gd name="connsiteY14" fmla="*/ 74835 h 207347"/>
                <a:gd name="connsiteX15" fmla="*/ 3894 w 468416"/>
                <a:gd name="connsiteY15" fmla="*/ 54101 h 207347"/>
                <a:gd name="connsiteX16" fmla="*/ 2521 w 468416"/>
                <a:gd name="connsiteY16" fmla="*/ 0 h 207347"/>
                <a:gd name="connsiteX17" fmla="*/ 15079 w 468416"/>
                <a:gd name="connsiteY17" fmla="*/ 62352 h 207347"/>
                <a:gd name="connsiteX18" fmla="*/ 385143 w 468416"/>
                <a:gd name="connsiteY18" fmla="*/ 92496 h 207347"/>
                <a:gd name="connsiteX19" fmla="*/ 407552 w 468416"/>
                <a:gd name="connsiteY19" fmla="*/ 88799 h 207347"/>
                <a:gd name="connsiteX20" fmla="*/ 403065 w 468416"/>
                <a:gd name="connsiteY20" fmla="*/ 59170 h 207347"/>
                <a:gd name="connsiteX21" fmla="*/ 404746 w 468416"/>
                <a:gd name="connsiteY21" fmla="*/ 55547 h 20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416" h="207347">
                  <a:moveTo>
                    <a:pt x="404746" y="55547"/>
                  </a:moveTo>
                  <a:lnTo>
                    <a:pt x="416493" y="72170"/>
                  </a:lnTo>
                  <a:lnTo>
                    <a:pt x="416700" y="80394"/>
                  </a:lnTo>
                  <a:cubicBezTo>
                    <a:pt x="410947" y="111020"/>
                    <a:pt x="436718" y="161437"/>
                    <a:pt x="454279" y="185976"/>
                  </a:cubicBezTo>
                  <a:cubicBezTo>
                    <a:pt x="458525" y="191823"/>
                    <a:pt x="463239" y="197268"/>
                    <a:pt x="468416" y="202311"/>
                  </a:cubicBezTo>
                  <a:lnTo>
                    <a:pt x="464532" y="207347"/>
                  </a:lnTo>
                  <a:cubicBezTo>
                    <a:pt x="446898" y="187356"/>
                    <a:pt x="280960" y="204273"/>
                    <a:pt x="242323" y="195848"/>
                  </a:cubicBezTo>
                  <a:cubicBezTo>
                    <a:pt x="255718" y="194977"/>
                    <a:pt x="268771" y="193571"/>
                    <a:pt x="282032" y="191495"/>
                  </a:cubicBezTo>
                  <a:lnTo>
                    <a:pt x="281462" y="189914"/>
                  </a:lnTo>
                  <a:cubicBezTo>
                    <a:pt x="220705" y="184456"/>
                    <a:pt x="157737" y="182179"/>
                    <a:pt x="97823" y="171189"/>
                  </a:cubicBezTo>
                  <a:cubicBezTo>
                    <a:pt x="82239" y="147574"/>
                    <a:pt x="56381" y="130282"/>
                    <a:pt x="35331" y="111342"/>
                  </a:cubicBezTo>
                  <a:lnTo>
                    <a:pt x="39162" y="110659"/>
                  </a:lnTo>
                  <a:cubicBezTo>
                    <a:pt x="40180" y="99843"/>
                    <a:pt x="14248" y="87915"/>
                    <a:pt x="13210" y="75612"/>
                  </a:cubicBezTo>
                  <a:lnTo>
                    <a:pt x="32538" y="76262"/>
                  </a:lnTo>
                  <a:lnTo>
                    <a:pt x="29163" y="74835"/>
                  </a:lnTo>
                  <a:cubicBezTo>
                    <a:pt x="18541" y="70274"/>
                    <a:pt x="7544" y="66196"/>
                    <a:pt x="3894" y="54101"/>
                  </a:cubicBezTo>
                  <a:cubicBezTo>
                    <a:pt x="733" y="43619"/>
                    <a:pt x="-2308" y="9081"/>
                    <a:pt x="2521" y="0"/>
                  </a:cubicBezTo>
                  <a:cubicBezTo>
                    <a:pt x="12641" y="18257"/>
                    <a:pt x="2407" y="46733"/>
                    <a:pt x="15079" y="62352"/>
                  </a:cubicBezTo>
                  <a:cubicBezTo>
                    <a:pt x="69052" y="87473"/>
                    <a:pt x="313958" y="92590"/>
                    <a:pt x="385143" y="92496"/>
                  </a:cubicBezTo>
                  <a:cubicBezTo>
                    <a:pt x="392630" y="92489"/>
                    <a:pt x="402207" y="94237"/>
                    <a:pt x="407552" y="88799"/>
                  </a:cubicBezTo>
                  <a:cubicBezTo>
                    <a:pt x="402978" y="80675"/>
                    <a:pt x="400118" y="68212"/>
                    <a:pt x="403065" y="59170"/>
                  </a:cubicBezTo>
                  <a:cubicBezTo>
                    <a:pt x="403473" y="57905"/>
                    <a:pt x="404183" y="56759"/>
                    <a:pt x="404746" y="55547"/>
                  </a:cubicBezTo>
                  <a:close/>
                </a:path>
              </a:pathLst>
            </a:custGeom>
            <a:solidFill>
              <a:srgbClr val="1D0504"/>
            </a:solidFill>
            <a:ln w="66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2" name="TextBox 548">
              <a:extLst>
                <a:ext uri="{FF2B5EF4-FFF2-40B4-BE49-F238E27FC236}">
                  <a16:creationId xmlns:a16="http://schemas.microsoft.com/office/drawing/2014/main" id="{CEC6F792-03F7-FDD9-1D00-41C4AF7845CD}"/>
                </a:ext>
              </a:extLst>
            </p:cNvPr>
            <p:cNvSpPr txBox="1"/>
            <p:nvPr/>
          </p:nvSpPr>
          <p:spPr>
            <a:xfrm>
              <a:off x="235700" y="2570356"/>
              <a:ext cx="648314" cy="463812"/>
            </a:xfrm>
            <a:custGeom>
              <a:avLst/>
              <a:gdLst/>
              <a:ahLst/>
              <a:cxnLst/>
              <a:rect l="l" t="t" r="r" b="b"/>
              <a:pathLst>
                <a:path w="685462" h="381143">
                  <a:moveTo>
                    <a:pt x="637578" y="147914"/>
                  </a:moveTo>
                  <a:cubicBezTo>
                    <a:pt x="625462" y="147914"/>
                    <a:pt x="609997" y="158515"/>
                    <a:pt x="591181" y="179718"/>
                  </a:cubicBezTo>
                  <a:cubicBezTo>
                    <a:pt x="572366" y="200921"/>
                    <a:pt x="555859" y="224984"/>
                    <a:pt x="541661" y="251908"/>
                  </a:cubicBezTo>
                  <a:cubicBezTo>
                    <a:pt x="554340" y="251235"/>
                    <a:pt x="567688" y="246860"/>
                    <a:pt x="581708" y="238782"/>
                  </a:cubicBezTo>
                  <a:cubicBezTo>
                    <a:pt x="595727" y="230705"/>
                    <a:pt x="608303" y="220440"/>
                    <a:pt x="619436" y="207988"/>
                  </a:cubicBezTo>
                  <a:cubicBezTo>
                    <a:pt x="630568" y="195536"/>
                    <a:pt x="638477" y="182410"/>
                    <a:pt x="643163" y="168612"/>
                  </a:cubicBezTo>
                  <a:cubicBezTo>
                    <a:pt x="647853" y="154813"/>
                    <a:pt x="645992" y="147914"/>
                    <a:pt x="637578" y="147914"/>
                  </a:cubicBezTo>
                  <a:close/>
                  <a:moveTo>
                    <a:pt x="224418" y="0"/>
                  </a:moveTo>
                  <a:cubicBezTo>
                    <a:pt x="246630" y="0"/>
                    <a:pt x="269839" y="2019"/>
                    <a:pt x="294044" y="6058"/>
                  </a:cubicBezTo>
                  <a:cubicBezTo>
                    <a:pt x="314327" y="9760"/>
                    <a:pt x="332882" y="11611"/>
                    <a:pt x="349709" y="11611"/>
                  </a:cubicBezTo>
                  <a:cubicBezTo>
                    <a:pt x="371249" y="11611"/>
                    <a:pt x="391967" y="8077"/>
                    <a:pt x="411866" y="1010"/>
                  </a:cubicBezTo>
                  <a:cubicBezTo>
                    <a:pt x="409840" y="6479"/>
                    <a:pt x="407630" y="11590"/>
                    <a:pt x="405237" y="16344"/>
                  </a:cubicBezTo>
                  <a:lnTo>
                    <a:pt x="398933" y="27099"/>
                  </a:lnTo>
                  <a:lnTo>
                    <a:pt x="417216" y="24737"/>
                  </a:lnTo>
                  <a:lnTo>
                    <a:pt x="346722" y="151953"/>
                  </a:lnTo>
                  <a:cubicBezTo>
                    <a:pt x="369954" y="133106"/>
                    <a:pt x="392845" y="123682"/>
                    <a:pt x="415394" y="123682"/>
                  </a:cubicBezTo>
                  <a:cubicBezTo>
                    <a:pt x="432558" y="123682"/>
                    <a:pt x="444587" y="128394"/>
                    <a:pt x="451481" y="137817"/>
                  </a:cubicBezTo>
                  <a:cubicBezTo>
                    <a:pt x="458375" y="147241"/>
                    <a:pt x="458561" y="161544"/>
                    <a:pt x="452041" y="180728"/>
                  </a:cubicBezTo>
                  <a:cubicBezTo>
                    <a:pt x="448728" y="190488"/>
                    <a:pt x="443862" y="201341"/>
                    <a:pt x="437444" y="213289"/>
                  </a:cubicBezTo>
                  <a:cubicBezTo>
                    <a:pt x="431026" y="225236"/>
                    <a:pt x="422714" y="239792"/>
                    <a:pt x="412507" y="256956"/>
                  </a:cubicBezTo>
                  <a:cubicBezTo>
                    <a:pt x="406270" y="267389"/>
                    <a:pt x="400371" y="277570"/>
                    <a:pt x="394810" y="287498"/>
                  </a:cubicBezTo>
                  <a:cubicBezTo>
                    <a:pt x="389249" y="297426"/>
                    <a:pt x="385496" y="305251"/>
                    <a:pt x="383550" y="310972"/>
                  </a:cubicBezTo>
                  <a:cubicBezTo>
                    <a:pt x="381263" y="317703"/>
                    <a:pt x="381004" y="322920"/>
                    <a:pt x="382773" y="326622"/>
                  </a:cubicBezTo>
                  <a:cubicBezTo>
                    <a:pt x="384543" y="330324"/>
                    <a:pt x="389130" y="332175"/>
                    <a:pt x="396534" y="332175"/>
                  </a:cubicBezTo>
                  <a:cubicBezTo>
                    <a:pt x="406630" y="332175"/>
                    <a:pt x="415938" y="328557"/>
                    <a:pt x="424457" y="321321"/>
                  </a:cubicBezTo>
                  <a:cubicBezTo>
                    <a:pt x="428716" y="317703"/>
                    <a:pt x="433311" y="313097"/>
                    <a:pt x="438241" y="307502"/>
                  </a:cubicBezTo>
                  <a:lnTo>
                    <a:pt x="447281" y="296198"/>
                  </a:lnTo>
                  <a:lnTo>
                    <a:pt x="461102" y="264276"/>
                  </a:lnTo>
                  <a:cubicBezTo>
                    <a:pt x="467720" y="251487"/>
                    <a:pt x="475674" y="238109"/>
                    <a:pt x="484963" y="224142"/>
                  </a:cubicBezTo>
                  <a:cubicBezTo>
                    <a:pt x="503542" y="196209"/>
                    <a:pt x="526556" y="172061"/>
                    <a:pt x="554006" y="151700"/>
                  </a:cubicBezTo>
                  <a:cubicBezTo>
                    <a:pt x="581456" y="131339"/>
                    <a:pt x="610998" y="121158"/>
                    <a:pt x="642634" y="121158"/>
                  </a:cubicBezTo>
                  <a:cubicBezTo>
                    <a:pt x="679655" y="121158"/>
                    <a:pt x="692675" y="137313"/>
                    <a:pt x="681695" y="169621"/>
                  </a:cubicBezTo>
                  <a:cubicBezTo>
                    <a:pt x="675290" y="188468"/>
                    <a:pt x="664014" y="205801"/>
                    <a:pt x="647868" y="221618"/>
                  </a:cubicBezTo>
                  <a:cubicBezTo>
                    <a:pt x="631721" y="237436"/>
                    <a:pt x="613100" y="250141"/>
                    <a:pt x="592006" y="259733"/>
                  </a:cubicBezTo>
                  <a:cubicBezTo>
                    <a:pt x="570911" y="269324"/>
                    <a:pt x="550038" y="274793"/>
                    <a:pt x="529388" y="276139"/>
                  </a:cubicBezTo>
                  <a:cubicBezTo>
                    <a:pt x="525281" y="286236"/>
                    <a:pt x="522657" y="292967"/>
                    <a:pt x="521515" y="296332"/>
                  </a:cubicBezTo>
                  <a:cubicBezTo>
                    <a:pt x="515910" y="312823"/>
                    <a:pt x="514967" y="324014"/>
                    <a:pt x="518688" y="329903"/>
                  </a:cubicBezTo>
                  <a:cubicBezTo>
                    <a:pt x="522408" y="335793"/>
                    <a:pt x="530663" y="338738"/>
                    <a:pt x="543452" y="338738"/>
                  </a:cubicBezTo>
                  <a:cubicBezTo>
                    <a:pt x="561625" y="338738"/>
                    <a:pt x="578620" y="334531"/>
                    <a:pt x="594435" y="326117"/>
                  </a:cubicBezTo>
                  <a:cubicBezTo>
                    <a:pt x="610250" y="317703"/>
                    <a:pt x="628814" y="304915"/>
                    <a:pt x="650127" y="287750"/>
                  </a:cubicBezTo>
                  <a:lnTo>
                    <a:pt x="667292" y="287750"/>
                  </a:lnTo>
                  <a:cubicBezTo>
                    <a:pt x="608774" y="350012"/>
                    <a:pt x="551918" y="381143"/>
                    <a:pt x="496724" y="381143"/>
                  </a:cubicBezTo>
                  <a:cubicBezTo>
                    <a:pt x="471819" y="381143"/>
                    <a:pt x="454670" y="374665"/>
                    <a:pt x="445275" y="361707"/>
                  </a:cubicBezTo>
                  <a:cubicBezTo>
                    <a:pt x="440578" y="355229"/>
                    <a:pt x="438228" y="346920"/>
                    <a:pt x="438224" y="336782"/>
                  </a:cubicBezTo>
                  <a:lnTo>
                    <a:pt x="438407" y="335052"/>
                  </a:lnTo>
                  <a:lnTo>
                    <a:pt x="422646" y="350459"/>
                  </a:lnTo>
                  <a:cubicBezTo>
                    <a:pt x="417217" y="355139"/>
                    <a:pt x="411925" y="359057"/>
                    <a:pt x="406772" y="362212"/>
                  </a:cubicBezTo>
                  <a:cubicBezTo>
                    <a:pt x="386158" y="374833"/>
                    <a:pt x="367101" y="381143"/>
                    <a:pt x="349601" y="381143"/>
                  </a:cubicBezTo>
                  <a:cubicBezTo>
                    <a:pt x="329071" y="381143"/>
                    <a:pt x="315869" y="375674"/>
                    <a:pt x="309996" y="364736"/>
                  </a:cubicBezTo>
                  <a:cubicBezTo>
                    <a:pt x="304122" y="353798"/>
                    <a:pt x="303930" y="340252"/>
                    <a:pt x="309420" y="324098"/>
                  </a:cubicBezTo>
                  <a:cubicBezTo>
                    <a:pt x="311823" y="317030"/>
                    <a:pt x="315382" y="309037"/>
                    <a:pt x="320096" y="300119"/>
                  </a:cubicBezTo>
                  <a:cubicBezTo>
                    <a:pt x="324810" y="291200"/>
                    <a:pt x="329522" y="282534"/>
                    <a:pt x="334231" y="274120"/>
                  </a:cubicBezTo>
                  <a:cubicBezTo>
                    <a:pt x="338940" y="265706"/>
                    <a:pt x="342034" y="260322"/>
                    <a:pt x="343511" y="257966"/>
                  </a:cubicBezTo>
                  <a:cubicBezTo>
                    <a:pt x="350205" y="246187"/>
                    <a:pt x="356675" y="234576"/>
                    <a:pt x="362919" y="223133"/>
                  </a:cubicBezTo>
                  <a:cubicBezTo>
                    <a:pt x="369164" y="211690"/>
                    <a:pt x="373488" y="202435"/>
                    <a:pt x="375891" y="195367"/>
                  </a:cubicBezTo>
                  <a:cubicBezTo>
                    <a:pt x="381723" y="178203"/>
                    <a:pt x="378581" y="169621"/>
                    <a:pt x="366465" y="169621"/>
                  </a:cubicBezTo>
                  <a:cubicBezTo>
                    <a:pt x="357715" y="169621"/>
                    <a:pt x="348516" y="173912"/>
                    <a:pt x="338869" y="182494"/>
                  </a:cubicBezTo>
                  <a:cubicBezTo>
                    <a:pt x="329222" y="191076"/>
                    <a:pt x="320034" y="202267"/>
                    <a:pt x="311305" y="216065"/>
                  </a:cubicBezTo>
                  <a:lnTo>
                    <a:pt x="221904" y="378114"/>
                  </a:lnTo>
                  <a:lnTo>
                    <a:pt x="149209" y="378114"/>
                  </a:lnTo>
                  <a:lnTo>
                    <a:pt x="322516" y="64765"/>
                  </a:lnTo>
                  <a:lnTo>
                    <a:pt x="295527" y="62599"/>
                  </a:lnTo>
                  <a:cubicBezTo>
                    <a:pt x="285331" y="60916"/>
                    <a:pt x="270991" y="58055"/>
                    <a:pt x="252507" y="54016"/>
                  </a:cubicBezTo>
                  <a:lnTo>
                    <a:pt x="72694" y="378114"/>
                  </a:lnTo>
                  <a:lnTo>
                    <a:pt x="0" y="378114"/>
                  </a:lnTo>
                  <a:lnTo>
                    <a:pt x="185262" y="43920"/>
                  </a:lnTo>
                  <a:lnTo>
                    <a:pt x="179205" y="43920"/>
                  </a:lnTo>
                  <a:cubicBezTo>
                    <a:pt x="149252" y="43920"/>
                    <a:pt x="123400" y="51408"/>
                    <a:pt x="101651" y="66385"/>
                  </a:cubicBezTo>
                  <a:cubicBezTo>
                    <a:pt x="79901" y="81361"/>
                    <a:pt x="62564" y="107864"/>
                    <a:pt x="49638" y="145895"/>
                  </a:cubicBezTo>
                  <a:cubicBezTo>
                    <a:pt x="45405" y="158347"/>
                    <a:pt x="43638" y="167013"/>
                    <a:pt x="44337" y="171893"/>
                  </a:cubicBezTo>
                  <a:cubicBezTo>
                    <a:pt x="45037" y="176773"/>
                    <a:pt x="45271" y="179550"/>
                    <a:pt x="45039" y="180223"/>
                  </a:cubicBezTo>
                  <a:cubicBezTo>
                    <a:pt x="26866" y="180223"/>
                    <a:pt x="14607" y="176437"/>
                    <a:pt x="8262" y="168864"/>
                  </a:cubicBezTo>
                  <a:cubicBezTo>
                    <a:pt x="1918" y="161292"/>
                    <a:pt x="1719" y="148755"/>
                    <a:pt x="7667" y="131255"/>
                  </a:cubicBezTo>
                  <a:cubicBezTo>
                    <a:pt x="15786" y="107360"/>
                    <a:pt x="29081" y="85568"/>
                    <a:pt x="47552" y="65880"/>
                  </a:cubicBezTo>
                  <a:cubicBezTo>
                    <a:pt x="66023" y="46192"/>
                    <a:pt x="90190" y="30290"/>
                    <a:pt x="120053" y="18174"/>
                  </a:cubicBezTo>
                  <a:cubicBezTo>
                    <a:pt x="149917" y="6058"/>
                    <a:pt x="184705" y="0"/>
                    <a:pt x="224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1">
                  <a:shade val="15000"/>
                </a:schemeClr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3D5A730F-13B4-E1E3-BA77-66B2C339DFB8}"/>
              </a:ext>
            </a:extLst>
          </p:cNvPr>
          <p:cNvSpPr/>
          <p:nvPr/>
        </p:nvSpPr>
        <p:spPr>
          <a:xfrm>
            <a:off x="1001248" y="3358426"/>
            <a:ext cx="4316572" cy="1307840"/>
          </a:xfrm>
          <a:custGeom>
            <a:avLst/>
            <a:gdLst>
              <a:gd name="connsiteX0" fmla="*/ 2569661 w 3817542"/>
              <a:gd name="connsiteY0" fmla="*/ 740451 h 1156644"/>
              <a:gd name="connsiteX1" fmla="*/ 2566190 w 3817542"/>
              <a:gd name="connsiteY1" fmla="*/ 741618 h 1156644"/>
              <a:gd name="connsiteX2" fmla="*/ 2517067 w 3817542"/>
              <a:gd name="connsiteY2" fmla="*/ 808390 h 1156644"/>
              <a:gd name="connsiteX3" fmla="*/ 2468039 w 3817542"/>
              <a:gd name="connsiteY3" fmla="*/ 1016672 h 1156644"/>
              <a:gd name="connsiteX4" fmla="*/ 2604692 w 3817542"/>
              <a:gd name="connsiteY4" fmla="*/ 922746 h 1156644"/>
              <a:gd name="connsiteX5" fmla="*/ 2668771 w 3817542"/>
              <a:gd name="connsiteY5" fmla="*/ 828543 h 1156644"/>
              <a:gd name="connsiteX6" fmla="*/ 2668771 w 3817542"/>
              <a:gd name="connsiteY6" fmla="*/ 828524 h 1156644"/>
              <a:gd name="connsiteX7" fmla="*/ 2666815 w 3817542"/>
              <a:gd name="connsiteY7" fmla="*/ 823301 h 1156644"/>
              <a:gd name="connsiteX8" fmla="*/ 2611441 w 3817542"/>
              <a:gd name="connsiteY8" fmla="*/ 789183 h 1156644"/>
              <a:gd name="connsiteX9" fmla="*/ 2569661 w 3817542"/>
              <a:gd name="connsiteY9" fmla="*/ 740451 h 1156644"/>
              <a:gd name="connsiteX10" fmla="*/ 3405148 w 3817542"/>
              <a:gd name="connsiteY10" fmla="*/ 618075 h 1156644"/>
              <a:gd name="connsiteX11" fmla="*/ 3294571 w 3817542"/>
              <a:gd name="connsiteY11" fmla="*/ 691905 h 1156644"/>
              <a:gd name="connsiteX12" fmla="*/ 3153144 w 3817542"/>
              <a:gd name="connsiteY12" fmla="*/ 886054 h 1156644"/>
              <a:gd name="connsiteX13" fmla="*/ 3121584 w 3817542"/>
              <a:gd name="connsiteY13" fmla="*/ 1016431 h 1156644"/>
              <a:gd name="connsiteX14" fmla="*/ 3144593 w 3817542"/>
              <a:gd name="connsiteY14" fmla="*/ 1018709 h 1156644"/>
              <a:gd name="connsiteX15" fmla="*/ 3201904 w 3817542"/>
              <a:gd name="connsiteY15" fmla="*/ 973256 h 1156644"/>
              <a:gd name="connsiteX16" fmla="*/ 3243128 w 3817542"/>
              <a:gd name="connsiteY16" fmla="*/ 919764 h 1156644"/>
              <a:gd name="connsiteX17" fmla="*/ 3243108 w 3817542"/>
              <a:gd name="connsiteY17" fmla="*/ 919764 h 1156644"/>
              <a:gd name="connsiteX18" fmla="*/ 3419432 w 3817542"/>
              <a:gd name="connsiteY18" fmla="*/ 642488 h 1156644"/>
              <a:gd name="connsiteX19" fmla="*/ 3423037 w 3817542"/>
              <a:gd name="connsiteY19" fmla="*/ 634634 h 1156644"/>
              <a:gd name="connsiteX20" fmla="*/ 3405148 w 3817542"/>
              <a:gd name="connsiteY20" fmla="*/ 618075 h 1156644"/>
              <a:gd name="connsiteX21" fmla="*/ 2692496 w 3817542"/>
              <a:gd name="connsiteY21" fmla="*/ 611488 h 1156644"/>
              <a:gd name="connsiteX22" fmla="*/ 2610789 w 3817542"/>
              <a:gd name="connsiteY22" fmla="*/ 701721 h 1156644"/>
              <a:gd name="connsiteX23" fmla="*/ 2681349 w 3817542"/>
              <a:gd name="connsiteY23" fmla="*/ 787535 h 1156644"/>
              <a:gd name="connsiteX24" fmla="*/ 2695672 w 3817542"/>
              <a:gd name="connsiteY24" fmla="*/ 783182 h 1156644"/>
              <a:gd name="connsiteX25" fmla="*/ 2727635 w 3817542"/>
              <a:gd name="connsiteY25" fmla="*/ 720336 h 1156644"/>
              <a:gd name="connsiteX26" fmla="*/ 2723359 w 3817542"/>
              <a:gd name="connsiteY26" fmla="*/ 615538 h 1156644"/>
              <a:gd name="connsiteX27" fmla="*/ 2692496 w 3817542"/>
              <a:gd name="connsiteY27" fmla="*/ 611488 h 1156644"/>
              <a:gd name="connsiteX28" fmla="*/ 677267 w 3817542"/>
              <a:gd name="connsiteY28" fmla="*/ 456896 h 1156644"/>
              <a:gd name="connsiteX29" fmla="*/ 673816 w 3817542"/>
              <a:gd name="connsiteY29" fmla="*/ 458063 h 1156644"/>
              <a:gd name="connsiteX30" fmla="*/ 623254 w 3817542"/>
              <a:gd name="connsiteY30" fmla="*/ 528539 h 1156644"/>
              <a:gd name="connsiteX31" fmla="*/ 576239 w 3817542"/>
              <a:gd name="connsiteY31" fmla="*/ 735932 h 1156644"/>
              <a:gd name="connsiteX32" fmla="*/ 713448 w 3817542"/>
              <a:gd name="connsiteY32" fmla="*/ 641747 h 1156644"/>
              <a:gd name="connsiteX33" fmla="*/ 785734 w 3817542"/>
              <a:gd name="connsiteY33" fmla="*/ 536967 h 1156644"/>
              <a:gd name="connsiteX34" fmla="*/ 785753 w 3817542"/>
              <a:gd name="connsiteY34" fmla="*/ 536967 h 1156644"/>
              <a:gd name="connsiteX35" fmla="*/ 783798 w 3817542"/>
              <a:gd name="connsiteY35" fmla="*/ 531744 h 1156644"/>
              <a:gd name="connsiteX36" fmla="*/ 721655 w 3817542"/>
              <a:gd name="connsiteY36" fmla="*/ 504275 h 1156644"/>
              <a:gd name="connsiteX37" fmla="*/ 677267 w 3817542"/>
              <a:gd name="connsiteY37" fmla="*/ 456896 h 1156644"/>
              <a:gd name="connsiteX38" fmla="*/ 1611385 w 3817542"/>
              <a:gd name="connsiteY38" fmla="*/ 334946 h 1156644"/>
              <a:gd name="connsiteX39" fmla="*/ 1500157 w 3817542"/>
              <a:gd name="connsiteY39" fmla="*/ 414721 h 1156644"/>
              <a:gd name="connsiteX40" fmla="*/ 1355930 w 3817542"/>
              <a:gd name="connsiteY40" fmla="*/ 610352 h 1156644"/>
              <a:gd name="connsiteX41" fmla="*/ 1355911 w 3817542"/>
              <a:gd name="connsiteY41" fmla="*/ 610352 h 1156644"/>
              <a:gd name="connsiteX42" fmla="*/ 1322951 w 3817542"/>
              <a:gd name="connsiteY42" fmla="*/ 738099 h 1156644"/>
              <a:gd name="connsiteX43" fmla="*/ 1345979 w 3817542"/>
              <a:gd name="connsiteY43" fmla="*/ 740396 h 1156644"/>
              <a:gd name="connsiteX44" fmla="*/ 1404651 w 3817542"/>
              <a:gd name="connsiteY44" fmla="*/ 694498 h 1156644"/>
              <a:gd name="connsiteX45" fmla="*/ 1446182 w 3817542"/>
              <a:gd name="connsiteY45" fmla="*/ 642173 h 1156644"/>
              <a:gd name="connsiteX46" fmla="*/ 1629274 w 3817542"/>
              <a:gd name="connsiteY46" fmla="*/ 351505 h 1156644"/>
              <a:gd name="connsiteX47" fmla="*/ 1611385 w 3817542"/>
              <a:gd name="connsiteY47" fmla="*/ 334946 h 1156644"/>
              <a:gd name="connsiteX48" fmla="*/ 800628 w 3817542"/>
              <a:gd name="connsiteY48" fmla="*/ 332730 h 1156644"/>
              <a:gd name="connsiteX49" fmla="*/ 718913 w 3817542"/>
              <a:gd name="connsiteY49" fmla="*/ 422963 h 1156644"/>
              <a:gd name="connsiteX50" fmla="*/ 801093 w 3817542"/>
              <a:gd name="connsiteY50" fmla="*/ 496163 h 1156644"/>
              <a:gd name="connsiteX51" fmla="*/ 812654 w 3817542"/>
              <a:gd name="connsiteY51" fmla="*/ 491606 h 1156644"/>
              <a:gd name="connsiteX52" fmla="*/ 835759 w 3817542"/>
              <a:gd name="connsiteY52" fmla="*/ 441559 h 1156644"/>
              <a:gd name="connsiteX53" fmla="*/ 831483 w 3817542"/>
              <a:gd name="connsiteY53" fmla="*/ 336780 h 1156644"/>
              <a:gd name="connsiteX54" fmla="*/ 800628 w 3817542"/>
              <a:gd name="connsiteY54" fmla="*/ 332730 h 1156644"/>
              <a:gd name="connsiteX55" fmla="*/ 1873799 w 3817542"/>
              <a:gd name="connsiteY55" fmla="*/ 292066 h 1156644"/>
              <a:gd name="connsiteX56" fmla="*/ 1988402 w 3817542"/>
              <a:gd name="connsiteY56" fmla="*/ 292066 h 1156644"/>
              <a:gd name="connsiteX57" fmla="*/ 1923709 w 3817542"/>
              <a:gd name="connsiteY57" fmla="*/ 393308 h 1156644"/>
              <a:gd name="connsiteX58" fmla="*/ 1809164 w 3817542"/>
              <a:gd name="connsiteY58" fmla="*/ 393308 h 1156644"/>
              <a:gd name="connsiteX59" fmla="*/ 1586593 w 3817542"/>
              <a:gd name="connsiteY59" fmla="*/ 278990 h 1156644"/>
              <a:gd name="connsiteX60" fmla="*/ 1652935 w 3817542"/>
              <a:gd name="connsiteY60" fmla="*/ 312997 h 1156644"/>
              <a:gd name="connsiteX61" fmla="*/ 1666913 w 3817542"/>
              <a:gd name="connsiteY61" fmla="*/ 291641 h 1156644"/>
              <a:gd name="connsiteX62" fmla="*/ 1787421 w 3817542"/>
              <a:gd name="connsiteY62" fmla="*/ 291641 h 1156644"/>
              <a:gd name="connsiteX63" fmla="*/ 1542339 w 3817542"/>
              <a:gd name="connsiteY63" fmla="*/ 686218 h 1156644"/>
              <a:gd name="connsiteX64" fmla="*/ 1561302 w 3817542"/>
              <a:gd name="connsiteY64" fmla="*/ 729375 h 1156644"/>
              <a:gd name="connsiteX65" fmla="*/ 1719718 w 3817542"/>
              <a:gd name="connsiteY65" fmla="*/ 568936 h 1156644"/>
              <a:gd name="connsiteX66" fmla="*/ 1761709 w 3817542"/>
              <a:gd name="connsiteY66" fmla="*/ 568936 h 1156644"/>
              <a:gd name="connsiteX67" fmla="*/ 1432664 w 3817542"/>
              <a:gd name="connsiteY67" fmla="*/ 849287 h 1156644"/>
              <a:gd name="connsiteX68" fmla="*/ 1385956 w 3817542"/>
              <a:gd name="connsiteY68" fmla="*/ 762733 h 1156644"/>
              <a:gd name="connsiteX69" fmla="*/ 1207447 w 3817542"/>
              <a:gd name="connsiteY69" fmla="*/ 847102 h 1156644"/>
              <a:gd name="connsiteX70" fmla="*/ 1179798 w 3817542"/>
              <a:gd name="connsiteY70" fmla="*/ 703222 h 1156644"/>
              <a:gd name="connsiteX71" fmla="*/ 885190 w 3817542"/>
              <a:gd name="connsiteY71" fmla="*/ 845787 h 1156644"/>
              <a:gd name="connsiteX72" fmla="*/ 849219 w 3817542"/>
              <a:gd name="connsiteY72" fmla="*/ 600683 h 1156644"/>
              <a:gd name="connsiteX73" fmla="*/ 891057 w 3817542"/>
              <a:gd name="connsiteY73" fmla="*/ 524020 h 1156644"/>
              <a:gd name="connsiteX74" fmla="*/ 860359 w 3817542"/>
              <a:gd name="connsiteY74" fmla="*/ 531873 h 1156644"/>
              <a:gd name="connsiteX75" fmla="*/ 830716 w 3817542"/>
              <a:gd name="connsiteY75" fmla="*/ 537838 h 1156644"/>
              <a:gd name="connsiteX76" fmla="*/ 736687 w 3817542"/>
              <a:gd name="connsiteY76" fmla="*/ 675327 h 1156644"/>
              <a:gd name="connsiteX77" fmla="*/ 460026 w 3817542"/>
              <a:gd name="connsiteY77" fmla="*/ 847102 h 1156644"/>
              <a:gd name="connsiteX78" fmla="*/ 442865 w 3817542"/>
              <a:gd name="connsiteY78" fmla="*/ 599016 h 1156644"/>
              <a:gd name="connsiteX79" fmla="*/ 833727 w 3817542"/>
              <a:gd name="connsiteY79" fmla="*/ 280732 h 1156644"/>
              <a:gd name="connsiteX80" fmla="*/ 833746 w 3817542"/>
              <a:gd name="connsiteY80" fmla="*/ 280713 h 1156644"/>
              <a:gd name="connsiteX81" fmla="*/ 854051 w 3817542"/>
              <a:gd name="connsiteY81" fmla="*/ 493922 h 1156644"/>
              <a:gd name="connsiteX82" fmla="*/ 933508 w 3817542"/>
              <a:gd name="connsiteY82" fmla="*/ 459915 h 1156644"/>
              <a:gd name="connsiteX83" fmla="*/ 1235901 w 3817542"/>
              <a:gd name="connsiteY83" fmla="*/ 280287 h 1156644"/>
              <a:gd name="connsiteX84" fmla="*/ 1271545 w 3817542"/>
              <a:gd name="connsiteY84" fmla="*/ 443764 h 1156644"/>
              <a:gd name="connsiteX85" fmla="*/ 1183978 w 3817542"/>
              <a:gd name="connsiteY85" fmla="*/ 476918 h 1156644"/>
              <a:gd name="connsiteX86" fmla="*/ 1200237 w 3817542"/>
              <a:gd name="connsiteY86" fmla="*/ 403682 h 1156644"/>
              <a:gd name="connsiteX87" fmla="*/ 1262514 w 3817542"/>
              <a:gd name="connsiteY87" fmla="*/ 376213 h 1156644"/>
              <a:gd name="connsiteX88" fmla="*/ 1233178 w 3817542"/>
              <a:gd name="connsiteY88" fmla="*/ 334798 h 1156644"/>
              <a:gd name="connsiteX89" fmla="*/ 1038658 w 3817542"/>
              <a:gd name="connsiteY89" fmla="*/ 513110 h 1156644"/>
              <a:gd name="connsiteX90" fmla="*/ 987655 w 3817542"/>
              <a:gd name="connsiteY90" fmla="*/ 765123 h 1156644"/>
              <a:gd name="connsiteX91" fmla="*/ 1258910 w 3817542"/>
              <a:gd name="connsiteY91" fmla="*/ 554526 h 1156644"/>
              <a:gd name="connsiteX92" fmla="*/ 1586593 w 3817542"/>
              <a:gd name="connsiteY92" fmla="*/ 278990 h 1156644"/>
              <a:gd name="connsiteX93" fmla="*/ 2674293 w 3817542"/>
              <a:gd name="connsiteY93" fmla="*/ 88008 h 1156644"/>
              <a:gd name="connsiteX94" fmla="*/ 2519540 w 3817542"/>
              <a:gd name="connsiteY94" fmla="*/ 204160 h 1156644"/>
              <a:gd name="connsiteX95" fmla="*/ 2423785 w 3817542"/>
              <a:gd name="connsiteY95" fmla="*/ 418943 h 1156644"/>
              <a:gd name="connsiteX96" fmla="*/ 2527018 w 3817542"/>
              <a:gd name="connsiteY96" fmla="*/ 380565 h 1156644"/>
              <a:gd name="connsiteX97" fmla="*/ 2648965 w 3817542"/>
              <a:gd name="connsiteY97" fmla="*/ 217070 h 1156644"/>
              <a:gd name="connsiteX98" fmla="*/ 2674293 w 3817542"/>
              <a:gd name="connsiteY98" fmla="*/ 88008 h 1156644"/>
              <a:gd name="connsiteX99" fmla="*/ 3494101 w 3817542"/>
              <a:gd name="connsiteY99" fmla="*/ 14301 h 1156644"/>
              <a:gd name="connsiteX100" fmla="*/ 3539461 w 3817542"/>
              <a:gd name="connsiteY100" fmla="*/ 23940 h 1156644"/>
              <a:gd name="connsiteX101" fmla="*/ 3519425 w 3817542"/>
              <a:gd name="connsiteY101" fmla="*/ 162560 h 1156644"/>
              <a:gd name="connsiteX102" fmla="*/ 3473139 w 3817542"/>
              <a:gd name="connsiteY102" fmla="*/ 174322 h 1156644"/>
              <a:gd name="connsiteX103" fmla="*/ 3515110 w 3817542"/>
              <a:gd name="connsiteY103" fmla="*/ 78007 h 1156644"/>
              <a:gd name="connsiteX104" fmla="*/ 3194656 w 3817542"/>
              <a:gd name="connsiteY104" fmla="*/ 351820 h 1156644"/>
              <a:gd name="connsiteX105" fmla="*/ 2970800 w 3817542"/>
              <a:gd name="connsiteY105" fmla="*/ 702351 h 1156644"/>
              <a:gd name="connsiteX106" fmla="*/ 3043028 w 3817542"/>
              <a:gd name="connsiteY106" fmla="*/ 652656 h 1156644"/>
              <a:gd name="connsiteX107" fmla="*/ 3220848 w 3817542"/>
              <a:gd name="connsiteY107" fmla="*/ 492199 h 1156644"/>
              <a:gd name="connsiteX108" fmla="*/ 3372092 w 3817542"/>
              <a:gd name="connsiteY108" fmla="*/ 323425 h 1156644"/>
              <a:gd name="connsiteX109" fmla="*/ 3416652 w 3817542"/>
              <a:gd name="connsiteY109" fmla="*/ 318980 h 1156644"/>
              <a:gd name="connsiteX110" fmla="*/ 3249743 w 3817542"/>
              <a:gd name="connsiteY110" fmla="*/ 509647 h 1156644"/>
              <a:gd name="connsiteX111" fmla="*/ 3080954 w 3817542"/>
              <a:gd name="connsiteY111" fmla="*/ 665714 h 1156644"/>
              <a:gd name="connsiteX112" fmla="*/ 2932912 w 3817542"/>
              <a:gd name="connsiteY112" fmla="*/ 772106 h 1156644"/>
              <a:gd name="connsiteX113" fmla="*/ 2876943 w 3817542"/>
              <a:gd name="connsiteY113" fmla="*/ 1025859 h 1156644"/>
              <a:gd name="connsiteX114" fmla="*/ 2993387 w 3817542"/>
              <a:gd name="connsiteY114" fmla="*/ 919764 h 1156644"/>
              <a:gd name="connsiteX115" fmla="*/ 3154966 w 3817542"/>
              <a:gd name="connsiteY115" fmla="*/ 704092 h 1156644"/>
              <a:gd name="connsiteX116" fmla="*/ 3380624 w 3817542"/>
              <a:gd name="connsiteY116" fmla="*/ 559064 h 1156644"/>
              <a:gd name="connsiteX117" fmla="*/ 3446832 w 3817542"/>
              <a:gd name="connsiteY117" fmla="*/ 601220 h 1156644"/>
              <a:gd name="connsiteX118" fmla="*/ 3466408 w 3817542"/>
              <a:gd name="connsiteY118" fmla="*/ 571992 h 1156644"/>
              <a:gd name="connsiteX119" fmla="*/ 3586917 w 3817542"/>
              <a:gd name="connsiteY119" fmla="*/ 571992 h 1156644"/>
              <a:gd name="connsiteX120" fmla="*/ 3586859 w 3817542"/>
              <a:gd name="connsiteY120" fmla="*/ 572011 h 1156644"/>
              <a:gd name="connsiteX121" fmla="*/ 3344174 w 3817542"/>
              <a:gd name="connsiteY121" fmla="*/ 968477 h 1156644"/>
              <a:gd name="connsiteX122" fmla="*/ 3363137 w 3817542"/>
              <a:gd name="connsiteY122" fmla="*/ 1011634 h 1156644"/>
              <a:gd name="connsiteX123" fmla="*/ 3521265 w 3817542"/>
              <a:gd name="connsiteY123" fmla="*/ 838971 h 1156644"/>
              <a:gd name="connsiteX124" fmla="*/ 3563237 w 3817542"/>
              <a:gd name="connsiteY124" fmla="*/ 838971 h 1156644"/>
              <a:gd name="connsiteX125" fmla="*/ 3435673 w 3817542"/>
              <a:gd name="connsiteY125" fmla="*/ 1000873 h 1156644"/>
              <a:gd name="connsiteX126" fmla="*/ 3232141 w 3817542"/>
              <a:gd name="connsiteY126" fmla="*/ 1129620 h 1156644"/>
              <a:gd name="connsiteX127" fmla="*/ 3186545 w 3817542"/>
              <a:gd name="connsiteY127" fmla="*/ 1038065 h 1156644"/>
              <a:gd name="connsiteX128" fmla="*/ 3025867 w 3817542"/>
              <a:gd name="connsiteY128" fmla="*/ 1128768 h 1156644"/>
              <a:gd name="connsiteX129" fmla="*/ 2964184 w 3817542"/>
              <a:gd name="connsiteY129" fmla="*/ 1013375 h 1156644"/>
              <a:gd name="connsiteX130" fmla="*/ 2795684 w 3817542"/>
              <a:gd name="connsiteY130" fmla="*/ 1128768 h 1156644"/>
              <a:gd name="connsiteX131" fmla="*/ 2745122 w 3817542"/>
              <a:gd name="connsiteY131" fmla="*/ 908151 h 1156644"/>
              <a:gd name="connsiteX132" fmla="*/ 2775858 w 3817542"/>
              <a:gd name="connsiteY132" fmla="*/ 823430 h 1156644"/>
              <a:gd name="connsiteX133" fmla="*/ 2742418 w 3817542"/>
              <a:gd name="connsiteY133" fmla="*/ 829376 h 1156644"/>
              <a:gd name="connsiteX134" fmla="*/ 2708730 w 3817542"/>
              <a:gd name="connsiteY134" fmla="*/ 832173 h 1156644"/>
              <a:gd name="connsiteX135" fmla="*/ 2628544 w 3817542"/>
              <a:gd name="connsiteY135" fmla="*/ 954086 h 1156644"/>
              <a:gd name="connsiteX136" fmla="*/ 2351864 w 3817542"/>
              <a:gd name="connsiteY136" fmla="*/ 1125860 h 1156644"/>
              <a:gd name="connsiteX137" fmla="*/ 2344616 w 3817542"/>
              <a:gd name="connsiteY137" fmla="*/ 877626 h 1156644"/>
              <a:gd name="connsiteX138" fmla="*/ 2725564 w 3817542"/>
              <a:gd name="connsiteY138" fmla="*/ 559508 h 1156644"/>
              <a:gd name="connsiteX139" fmla="*/ 2728306 w 3817542"/>
              <a:gd name="connsiteY139" fmla="*/ 795017 h 1156644"/>
              <a:gd name="connsiteX140" fmla="*/ 2729610 w 3817542"/>
              <a:gd name="connsiteY140" fmla="*/ 796258 h 1156644"/>
              <a:gd name="connsiteX141" fmla="*/ 2752331 w 3817542"/>
              <a:gd name="connsiteY141" fmla="*/ 795092 h 1156644"/>
              <a:gd name="connsiteX142" fmla="*/ 2795454 w 3817542"/>
              <a:gd name="connsiteY142" fmla="*/ 782645 h 1156644"/>
              <a:gd name="connsiteX143" fmla="*/ 3044792 w 3817542"/>
              <a:gd name="connsiteY143" fmla="*/ 385826 h 1156644"/>
              <a:gd name="connsiteX144" fmla="*/ 3494101 w 3817542"/>
              <a:gd name="connsiteY144" fmla="*/ 14301 h 1156644"/>
              <a:gd name="connsiteX145" fmla="*/ 2879647 w 3817542"/>
              <a:gd name="connsiteY145" fmla="*/ 5621 h 1156644"/>
              <a:gd name="connsiteX146" fmla="*/ 3221442 w 3817542"/>
              <a:gd name="connsiteY146" fmla="*/ 155910 h 1156644"/>
              <a:gd name="connsiteX147" fmla="*/ 3129963 w 3817542"/>
              <a:gd name="connsiteY147" fmla="*/ 247280 h 1156644"/>
              <a:gd name="connsiteX148" fmla="*/ 2899511 w 3817542"/>
              <a:gd name="connsiteY148" fmla="*/ 110697 h 1156644"/>
              <a:gd name="connsiteX149" fmla="*/ 2734768 w 3817542"/>
              <a:gd name="connsiteY149" fmla="*/ 70578 h 1156644"/>
              <a:gd name="connsiteX150" fmla="*/ 2712335 w 3817542"/>
              <a:gd name="connsiteY150" fmla="*/ 75968 h 1156644"/>
              <a:gd name="connsiteX151" fmla="*/ 2629311 w 3817542"/>
              <a:gd name="connsiteY151" fmla="*/ 323035 h 1156644"/>
              <a:gd name="connsiteX152" fmla="*/ 2385591 w 3817542"/>
              <a:gd name="connsiteY152" fmla="*/ 435817 h 1156644"/>
              <a:gd name="connsiteX153" fmla="*/ 2459909 w 3817542"/>
              <a:gd name="connsiteY153" fmla="*/ 214903 h 1156644"/>
              <a:gd name="connsiteX154" fmla="*/ 2649156 w 3817542"/>
              <a:gd name="connsiteY154" fmla="*/ 56779 h 1156644"/>
              <a:gd name="connsiteX155" fmla="*/ 2516166 w 3817542"/>
              <a:gd name="connsiteY155" fmla="*/ 85841 h 1156644"/>
              <a:gd name="connsiteX156" fmla="*/ 2118401 w 3817542"/>
              <a:gd name="connsiteY156" fmla="*/ 458469 h 1156644"/>
              <a:gd name="connsiteX157" fmla="*/ 1921006 w 3817542"/>
              <a:gd name="connsiteY157" fmla="*/ 859733 h 1156644"/>
              <a:gd name="connsiteX158" fmla="*/ 2019847 w 3817542"/>
              <a:gd name="connsiteY158" fmla="*/ 1041121 h 1156644"/>
              <a:gd name="connsiteX159" fmla="*/ 2270355 w 3817542"/>
              <a:gd name="connsiteY159" fmla="*/ 841285 h 1156644"/>
              <a:gd name="connsiteX160" fmla="*/ 2288168 w 3817542"/>
              <a:gd name="connsiteY160" fmla="*/ 618408 h 1156644"/>
              <a:gd name="connsiteX161" fmla="*/ 2192720 w 3817542"/>
              <a:gd name="connsiteY161" fmla="*/ 714834 h 1156644"/>
              <a:gd name="connsiteX162" fmla="*/ 2162482 w 3817542"/>
              <a:gd name="connsiteY162" fmla="*/ 799981 h 1156644"/>
              <a:gd name="connsiteX163" fmla="*/ 2081012 w 3817542"/>
              <a:gd name="connsiteY163" fmla="*/ 845767 h 1156644"/>
              <a:gd name="connsiteX164" fmla="*/ 2003837 w 3817542"/>
              <a:gd name="connsiteY164" fmla="*/ 911817 h 1156644"/>
              <a:gd name="connsiteX165" fmla="*/ 2061819 w 3817542"/>
              <a:gd name="connsiteY165" fmla="*/ 728485 h 1156644"/>
              <a:gd name="connsiteX166" fmla="*/ 2285694 w 3817542"/>
              <a:gd name="connsiteY166" fmla="*/ 558452 h 1156644"/>
              <a:gd name="connsiteX167" fmla="*/ 2350694 w 3817542"/>
              <a:gd name="connsiteY167" fmla="*/ 762510 h 1156644"/>
              <a:gd name="connsiteX168" fmla="*/ 1930036 w 3817542"/>
              <a:gd name="connsiteY168" fmla="*/ 1127878 h 1156644"/>
              <a:gd name="connsiteX169" fmla="*/ 1884920 w 3817542"/>
              <a:gd name="connsiteY169" fmla="*/ 552358 h 1156644"/>
              <a:gd name="connsiteX170" fmla="*/ 2556508 w 3817542"/>
              <a:gd name="connsiteY170" fmla="*/ 7362 h 1156644"/>
              <a:gd name="connsiteX171" fmla="*/ 2689192 w 3817542"/>
              <a:gd name="connsiteY171" fmla="*/ 36146 h 1156644"/>
              <a:gd name="connsiteX172" fmla="*/ 2879647 w 3817542"/>
              <a:gd name="connsiteY172" fmla="*/ 5621 h 1156644"/>
              <a:gd name="connsiteX173" fmla="*/ 793192 w 3817542"/>
              <a:gd name="connsiteY173" fmla="*/ 1269 h 1156644"/>
              <a:gd name="connsiteX174" fmla="*/ 863503 w 3817542"/>
              <a:gd name="connsiteY174" fmla="*/ 140778 h 1156644"/>
              <a:gd name="connsiteX175" fmla="*/ 737108 w 3817542"/>
              <a:gd name="connsiteY175" fmla="*/ 192233 h 1156644"/>
              <a:gd name="connsiteX176" fmla="*/ 782570 w 3817542"/>
              <a:gd name="connsiteY176" fmla="*/ 120422 h 1156644"/>
              <a:gd name="connsiteX177" fmla="*/ 826747 w 3817542"/>
              <a:gd name="connsiteY177" fmla="*/ 109883 h 1156644"/>
              <a:gd name="connsiteX178" fmla="*/ 758353 w 3817542"/>
              <a:gd name="connsiteY178" fmla="*/ 58169 h 1156644"/>
              <a:gd name="connsiteX179" fmla="*/ 465912 w 3817542"/>
              <a:gd name="connsiteY179" fmla="*/ 268877 h 1156644"/>
              <a:gd name="connsiteX180" fmla="*/ 171457 w 3817542"/>
              <a:gd name="connsiteY180" fmla="*/ 790183 h 1156644"/>
              <a:gd name="connsiteX181" fmla="*/ 406913 w 3817542"/>
              <a:gd name="connsiteY181" fmla="*/ 1065978 h 1156644"/>
              <a:gd name="connsiteX182" fmla="*/ 1191052 w 3817542"/>
              <a:gd name="connsiteY182" fmla="*/ 936341 h 1156644"/>
              <a:gd name="connsiteX183" fmla="*/ 1465566 w 3817542"/>
              <a:gd name="connsiteY183" fmla="*/ 1008856 h 1156644"/>
              <a:gd name="connsiteX184" fmla="*/ 1465547 w 3817542"/>
              <a:gd name="connsiteY184" fmla="*/ 1008856 h 1156644"/>
              <a:gd name="connsiteX185" fmla="*/ 1654161 w 3817542"/>
              <a:gd name="connsiteY185" fmla="*/ 1156644 h 1156644"/>
              <a:gd name="connsiteX186" fmla="*/ 1350541 w 3817542"/>
              <a:gd name="connsiteY186" fmla="*/ 1071201 h 1156644"/>
              <a:gd name="connsiteX187" fmla="*/ 1202537 w 3817542"/>
              <a:gd name="connsiteY187" fmla="*/ 1148846 h 1156644"/>
              <a:gd name="connsiteX188" fmla="*/ 924438 w 3817542"/>
              <a:gd name="connsiteY188" fmla="*/ 1024692 h 1156644"/>
              <a:gd name="connsiteX189" fmla="*/ 292560 w 3817542"/>
              <a:gd name="connsiteY189" fmla="*/ 1128768 h 1156644"/>
              <a:gd name="connsiteX190" fmla="*/ 99 w 3817542"/>
              <a:gd name="connsiteY190" fmla="*/ 839841 h 1156644"/>
              <a:gd name="connsiteX191" fmla="*/ 502687 w 3817542"/>
              <a:gd name="connsiteY191" fmla="*/ 92083 h 1156644"/>
              <a:gd name="connsiteX192" fmla="*/ 793192 w 3817542"/>
              <a:gd name="connsiteY192" fmla="*/ 1269 h 1156644"/>
              <a:gd name="connsiteX193" fmla="*/ 3817542 w 3817542"/>
              <a:gd name="connsiteY193" fmla="*/ 398 h 1156644"/>
              <a:gd name="connsiteX194" fmla="*/ 3732678 w 3817542"/>
              <a:gd name="connsiteY194" fmla="*/ 118088 h 1156644"/>
              <a:gd name="connsiteX195" fmla="*/ 3274957 w 3817542"/>
              <a:gd name="connsiteY195" fmla="*/ 297586 h 1156644"/>
              <a:gd name="connsiteX196" fmla="*/ 3364672 w 3817542"/>
              <a:gd name="connsiteY196" fmla="*/ 200048 h 1156644"/>
              <a:gd name="connsiteX197" fmla="*/ 3679431 w 3817542"/>
              <a:gd name="connsiteY197" fmla="*/ 110271 h 1156644"/>
              <a:gd name="connsiteX198" fmla="*/ 3817542 w 3817542"/>
              <a:gd name="connsiteY198" fmla="*/ 398 h 115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3817542" h="1156644">
                <a:moveTo>
                  <a:pt x="2569661" y="740451"/>
                </a:moveTo>
                <a:cubicBezTo>
                  <a:pt x="2568606" y="738562"/>
                  <a:pt x="2567398" y="740025"/>
                  <a:pt x="2566190" y="741618"/>
                </a:cubicBezTo>
                <a:cubicBezTo>
                  <a:pt x="2564982" y="743211"/>
                  <a:pt x="2560093" y="747341"/>
                  <a:pt x="2517067" y="808390"/>
                </a:cubicBezTo>
                <a:cubicBezTo>
                  <a:pt x="2474040" y="869439"/>
                  <a:pt x="2408235" y="995297"/>
                  <a:pt x="2468039" y="1016672"/>
                </a:cubicBezTo>
                <a:cubicBezTo>
                  <a:pt x="2506291" y="1030341"/>
                  <a:pt x="2569929" y="965699"/>
                  <a:pt x="2604692" y="922746"/>
                </a:cubicBezTo>
                <a:cubicBezTo>
                  <a:pt x="2636962" y="882887"/>
                  <a:pt x="2667122" y="832191"/>
                  <a:pt x="2668771" y="828543"/>
                </a:cubicBezTo>
                <a:lnTo>
                  <a:pt x="2668771" y="828524"/>
                </a:lnTo>
                <a:cubicBezTo>
                  <a:pt x="2670439" y="824894"/>
                  <a:pt x="2668924" y="824023"/>
                  <a:pt x="2666815" y="823301"/>
                </a:cubicBezTo>
                <a:cubicBezTo>
                  <a:pt x="2664706" y="822578"/>
                  <a:pt x="2638591" y="811039"/>
                  <a:pt x="2611441" y="789183"/>
                </a:cubicBezTo>
                <a:cubicBezTo>
                  <a:pt x="2584406" y="767419"/>
                  <a:pt x="2570715" y="742340"/>
                  <a:pt x="2569661" y="740451"/>
                </a:cubicBezTo>
                <a:close/>
                <a:moveTo>
                  <a:pt x="3405148" y="618075"/>
                </a:moveTo>
                <a:cubicBezTo>
                  <a:pt x="3386530" y="617260"/>
                  <a:pt x="3361086" y="620687"/>
                  <a:pt x="3294571" y="691905"/>
                </a:cubicBezTo>
                <a:cubicBezTo>
                  <a:pt x="3228325" y="762845"/>
                  <a:pt x="3188022" y="824468"/>
                  <a:pt x="3153144" y="886054"/>
                </a:cubicBezTo>
                <a:cubicBezTo>
                  <a:pt x="3115026" y="953437"/>
                  <a:pt x="3099687" y="1003558"/>
                  <a:pt x="3121584" y="1016431"/>
                </a:cubicBezTo>
                <a:cubicBezTo>
                  <a:pt x="3127758" y="1020043"/>
                  <a:pt x="3137076" y="1020469"/>
                  <a:pt x="3144593" y="1018709"/>
                </a:cubicBezTo>
                <a:cubicBezTo>
                  <a:pt x="3159510" y="1015190"/>
                  <a:pt x="3176249" y="1001873"/>
                  <a:pt x="3201904" y="973256"/>
                </a:cubicBezTo>
                <a:cubicBezTo>
                  <a:pt x="3213907" y="959883"/>
                  <a:pt x="3227213" y="940842"/>
                  <a:pt x="3243128" y="919764"/>
                </a:cubicBezTo>
                <a:lnTo>
                  <a:pt x="3243108" y="919764"/>
                </a:lnTo>
                <a:cubicBezTo>
                  <a:pt x="3286883" y="861808"/>
                  <a:pt x="3397478" y="679254"/>
                  <a:pt x="3419432" y="642488"/>
                </a:cubicBezTo>
                <a:cubicBezTo>
                  <a:pt x="3421925" y="638320"/>
                  <a:pt x="3423037" y="634634"/>
                  <a:pt x="3423037" y="634634"/>
                </a:cubicBezTo>
                <a:cubicBezTo>
                  <a:pt x="3423037" y="634634"/>
                  <a:pt x="3420813" y="618724"/>
                  <a:pt x="3405148" y="618075"/>
                </a:cubicBezTo>
                <a:close/>
                <a:moveTo>
                  <a:pt x="2692496" y="611488"/>
                </a:moveTo>
                <a:cubicBezTo>
                  <a:pt x="2656487" y="619535"/>
                  <a:pt x="2611091" y="660311"/>
                  <a:pt x="2610789" y="701721"/>
                </a:cubicBezTo>
                <a:cubicBezTo>
                  <a:pt x="2610348" y="758381"/>
                  <a:pt x="2667544" y="783923"/>
                  <a:pt x="2681349" y="787535"/>
                </a:cubicBezTo>
                <a:cubicBezTo>
                  <a:pt x="2689192" y="789553"/>
                  <a:pt x="2691895" y="789257"/>
                  <a:pt x="2695672" y="783182"/>
                </a:cubicBezTo>
                <a:cubicBezTo>
                  <a:pt x="2698146" y="779200"/>
                  <a:pt x="2716534" y="748434"/>
                  <a:pt x="2727635" y="720336"/>
                </a:cubicBezTo>
                <a:cubicBezTo>
                  <a:pt x="2738756" y="692220"/>
                  <a:pt x="2752849" y="637098"/>
                  <a:pt x="2723359" y="615538"/>
                </a:cubicBezTo>
                <a:cubicBezTo>
                  <a:pt x="2715460" y="609759"/>
                  <a:pt x="2704499" y="608805"/>
                  <a:pt x="2692496" y="611488"/>
                </a:cubicBezTo>
                <a:close/>
                <a:moveTo>
                  <a:pt x="677267" y="456896"/>
                </a:moveTo>
                <a:cubicBezTo>
                  <a:pt x="676212" y="454988"/>
                  <a:pt x="675024" y="456451"/>
                  <a:pt x="673816" y="458063"/>
                </a:cubicBezTo>
                <a:cubicBezTo>
                  <a:pt x="672589" y="459637"/>
                  <a:pt x="666280" y="467490"/>
                  <a:pt x="623254" y="528539"/>
                </a:cubicBezTo>
                <a:cubicBezTo>
                  <a:pt x="580227" y="589570"/>
                  <a:pt x="516436" y="714557"/>
                  <a:pt x="576239" y="735932"/>
                </a:cubicBezTo>
                <a:cubicBezTo>
                  <a:pt x="614491" y="749601"/>
                  <a:pt x="678705" y="684700"/>
                  <a:pt x="713448" y="641747"/>
                </a:cubicBezTo>
                <a:cubicBezTo>
                  <a:pt x="745699" y="601887"/>
                  <a:pt x="784066" y="540597"/>
                  <a:pt x="785734" y="536967"/>
                </a:cubicBezTo>
                <a:lnTo>
                  <a:pt x="785753" y="536967"/>
                </a:lnTo>
                <a:cubicBezTo>
                  <a:pt x="787422" y="533355"/>
                  <a:pt x="785907" y="532466"/>
                  <a:pt x="783798" y="531744"/>
                </a:cubicBezTo>
                <a:cubicBezTo>
                  <a:pt x="781688" y="531021"/>
                  <a:pt x="751298" y="522594"/>
                  <a:pt x="721655" y="504275"/>
                </a:cubicBezTo>
                <a:cubicBezTo>
                  <a:pt x="692012" y="485975"/>
                  <a:pt x="678322" y="458785"/>
                  <a:pt x="677267" y="456896"/>
                </a:cubicBezTo>
                <a:close/>
                <a:moveTo>
                  <a:pt x="1611385" y="334946"/>
                </a:moveTo>
                <a:cubicBezTo>
                  <a:pt x="1592767" y="334131"/>
                  <a:pt x="1561993" y="340169"/>
                  <a:pt x="1500157" y="414721"/>
                </a:cubicBezTo>
                <a:cubicBezTo>
                  <a:pt x="1438320" y="489272"/>
                  <a:pt x="1390807" y="548747"/>
                  <a:pt x="1355930" y="610352"/>
                </a:cubicBezTo>
                <a:lnTo>
                  <a:pt x="1355911" y="610352"/>
                </a:lnTo>
                <a:cubicBezTo>
                  <a:pt x="1317754" y="677717"/>
                  <a:pt x="1301054" y="725226"/>
                  <a:pt x="1322951" y="738099"/>
                </a:cubicBezTo>
                <a:cubicBezTo>
                  <a:pt x="1329144" y="741729"/>
                  <a:pt x="1338462" y="742174"/>
                  <a:pt x="1345979" y="740396"/>
                </a:cubicBezTo>
                <a:cubicBezTo>
                  <a:pt x="1360359" y="736951"/>
                  <a:pt x="1378996" y="723115"/>
                  <a:pt x="1404651" y="694498"/>
                </a:cubicBezTo>
                <a:cubicBezTo>
                  <a:pt x="1416654" y="681106"/>
                  <a:pt x="1430267" y="663251"/>
                  <a:pt x="1446182" y="642173"/>
                </a:cubicBezTo>
                <a:cubicBezTo>
                  <a:pt x="1494922" y="577642"/>
                  <a:pt x="1629274" y="351505"/>
                  <a:pt x="1629274" y="351505"/>
                </a:cubicBezTo>
                <a:cubicBezTo>
                  <a:pt x="1629274" y="351505"/>
                  <a:pt x="1627050" y="335613"/>
                  <a:pt x="1611385" y="334946"/>
                </a:cubicBezTo>
                <a:close/>
                <a:moveTo>
                  <a:pt x="800628" y="332730"/>
                </a:moveTo>
                <a:cubicBezTo>
                  <a:pt x="764622" y="340777"/>
                  <a:pt x="719215" y="381553"/>
                  <a:pt x="718913" y="422963"/>
                </a:cubicBezTo>
                <a:cubicBezTo>
                  <a:pt x="718491" y="479622"/>
                  <a:pt x="791678" y="495755"/>
                  <a:pt x="801093" y="496163"/>
                </a:cubicBezTo>
                <a:cubicBezTo>
                  <a:pt x="801093" y="496163"/>
                  <a:pt x="809356" y="498311"/>
                  <a:pt x="812654" y="491606"/>
                </a:cubicBezTo>
                <a:cubicBezTo>
                  <a:pt x="814706" y="487420"/>
                  <a:pt x="824638" y="469695"/>
                  <a:pt x="835759" y="441559"/>
                </a:cubicBezTo>
                <a:cubicBezTo>
                  <a:pt x="846880" y="413461"/>
                  <a:pt x="860973" y="358339"/>
                  <a:pt x="831483" y="336780"/>
                </a:cubicBezTo>
                <a:cubicBezTo>
                  <a:pt x="823588" y="331001"/>
                  <a:pt x="812630" y="330047"/>
                  <a:pt x="800628" y="332730"/>
                </a:cubicBezTo>
                <a:close/>
                <a:moveTo>
                  <a:pt x="1873799" y="292066"/>
                </a:moveTo>
                <a:lnTo>
                  <a:pt x="1988402" y="292066"/>
                </a:lnTo>
                <a:lnTo>
                  <a:pt x="1923709" y="393308"/>
                </a:lnTo>
                <a:lnTo>
                  <a:pt x="1809164" y="393308"/>
                </a:lnTo>
                <a:close/>
                <a:moveTo>
                  <a:pt x="1586593" y="278990"/>
                </a:moveTo>
                <a:cubicBezTo>
                  <a:pt x="1628104" y="276379"/>
                  <a:pt x="1652935" y="312997"/>
                  <a:pt x="1652935" y="312997"/>
                </a:cubicBezTo>
                <a:lnTo>
                  <a:pt x="1666913" y="291641"/>
                </a:lnTo>
                <a:lnTo>
                  <a:pt x="1787421" y="291641"/>
                </a:lnTo>
                <a:cubicBezTo>
                  <a:pt x="1787421" y="291641"/>
                  <a:pt x="1560171" y="658454"/>
                  <a:pt x="1542339" y="686218"/>
                </a:cubicBezTo>
                <a:cubicBezTo>
                  <a:pt x="1528361" y="708038"/>
                  <a:pt x="1509859" y="756843"/>
                  <a:pt x="1561302" y="729375"/>
                </a:cubicBezTo>
                <a:cubicBezTo>
                  <a:pt x="1612746" y="701907"/>
                  <a:pt x="1719718" y="568936"/>
                  <a:pt x="1719718" y="568936"/>
                </a:cubicBezTo>
                <a:lnTo>
                  <a:pt x="1761709" y="568936"/>
                </a:lnTo>
                <a:cubicBezTo>
                  <a:pt x="1761709" y="568936"/>
                  <a:pt x="1551504" y="862568"/>
                  <a:pt x="1432664" y="849287"/>
                </a:cubicBezTo>
                <a:cubicBezTo>
                  <a:pt x="1366303" y="841860"/>
                  <a:pt x="1385956" y="762733"/>
                  <a:pt x="1385956" y="762733"/>
                </a:cubicBezTo>
                <a:cubicBezTo>
                  <a:pt x="1385956" y="762733"/>
                  <a:pt x="1292617" y="868143"/>
                  <a:pt x="1207447" y="847102"/>
                </a:cubicBezTo>
                <a:cubicBezTo>
                  <a:pt x="1129830" y="827913"/>
                  <a:pt x="1179798" y="703222"/>
                  <a:pt x="1179798" y="703222"/>
                </a:cubicBezTo>
                <a:cubicBezTo>
                  <a:pt x="1170978" y="706685"/>
                  <a:pt x="1003109" y="889666"/>
                  <a:pt x="885190" y="845787"/>
                </a:cubicBezTo>
                <a:cubicBezTo>
                  <a:pt x="761767" y="799852"/>
                  <a:pt x="825693" y="646692"/>
                  <a:pt x="849219" y="600683"/>
                </a:cubicBezTo>
                <a:cubicBezTo>
                  <a:pt x="869064" y="561879"/>
                  <a:pt x="891057" y="524020"/>
                  <a:pt x="891057" y="524020"/>
                </a:cubicBezTo>
                <a:cubicBezTo>
                  <a:pt x="891057" y="524020"/>
                  <a:pt x="872094" y="529243"/>
                  <a:pt x="860359" y="531873"/>
                </a:cubicBezTo>
                <a:cubicBezTo>
                  <a:pt x="848625" y="534504"/>
                  <a:pt x="830716" y="537838"/>
                  <a:pt x="830716" y="537838"/>
                </a:cubicBezTo>
                <a:cubicBezTo>
                  <a:pt x="830716" y="537838"/>
                  <a:pt x="772351" y="629541"/>
                  <a:pt x="736687" y="675327"/>
                </a:cubicBezTo>
                <a:cubicBezTo>
                  <a:pt x="701024" y="721096"/>
                  <a:pt x="549396" y="878497"/>
                  <a:pt x="460026" y="847102"/>
                </a:cubicBezTo>
                <a:cubicBezTo>
                  <a:pt x="370656" y="815707"/>
                  <a:pt x="392668" y="695035"/>
                  <a:pt x="442865" y="599016"/>
                </a:cubicBezTo>
                <a:cubicBezTo>
                  <a:pt x="524259" y="443356"/>
                  <a:pt x="717417" y="252096"/>
                  <a:pt x="833727" y="280732"/>
                </a:cubicBezTo>
                <a:lnTo>
                  <a:pt x="833746" y="280713"/>
                </a:lnTo>
                <a:cubicBezTo>
                  <a:pt x="951282" y="309663"/>
                  <a:pt x="854051" y="493922"/>
                  <a:pt x="854051" y="493922"/>
                </a:cubicBezTo>
                <a:cubicBezTo>
                  <a:pt x="854051" y="493922"/>
                  <a:pt x="877462" y="496792"/>
                  <a:pt x="933508" y="459915"/>
                </a:cubicBezTo>
                <a:cubicBezTo>
                  <a:pt x="1014288" y="406719"/>
                  <a:pt x="1120550" y="263562"/>
                  <a:pt x="1235901" y="280287"/>
                </a:cubicBezTo>
                <a:cubicBezTo>
                  <a:pt x="1290048" y="288122"/>
                  <a:pt x="1340476" y="341836"/>
                  <a:pt x="1271545" y="443764"/>
                </a:cubicBezTo>
                <a:cubicBezTo>
                  <a:pt x="1249438" y="476474"/>
                  <a:pt x="1212413" y="505794"/>
                  <a:pt x="1183978" y="476918"/>
                </a:cubicBezTo>
                <a:cubicBezTo>
                  <a:pt x="1166376" y="459044"/>
                  <a:pt x="1181715" y="426186"/>
                  <a:pt x="1200237" y="403682"/>
                </a:cubicBezTo>
                <a:cubicBezTo>
                  <a:pt x="1226410" y="371861"/>
                  <a:pt x="1262514" y="376213"/>
                  <a:pt x="1262514" y="376213"/>
                </a:cubicBezTo>
                <a:cubicBezTo>
                  <a:pt x="1262514" y="376213"/>
                  <a:pt x="1281477" y="333927"/>
                  <a:pt x="1233178" y="334798"/>
                </a:cubicBezTo>
                <a:cubicBezTo>
                  <a:pt x="1193929" y="335483"/>
                  <a:pt x="1094665" y="423871"/>
                  <a:pt x="1038658" y="513110"/>
                </a:cubicBezTo>
                <a:cubicBezTo>
                  <a:pt x="987214" y="595089"/>
                  <a:pt x="909445" y="734709"/>
                  <a:pt x="987655" y="765123"/>
                </a:cubicBezTo>
                <a:cubicBezTo>
                  <a:pt x="1059424" y="793017"/>
                  <a:pt x="1195731" y="636505"/>
                  <a:pt x="1258910" y="554526"/>
                </a:cubicBezTo>
                <a:cubicBezTo>
                  <a:pt x="1322107" y="472565"/>
                  <a:pt x="1465816" y="286603"/>
                  <a:pt x="1586593" y="278990"/>
                </a:cubicBezTo>
                <a:close/>
                <a:moveTo>
                  <a:pt x="2674293" y="88008"/>
                </a:moveTo>
                <a:cubicBezTo>
                  <a:pt x="2674293" y="88008"/>
                  <a:pt x="2602698" y="115569"/>
                  <a:pt x="2519540" y="204160"/>
                </a:cubicBezTo>
                <a:cubicBezTo>
                  <a:pt x="2436038" y="293104"/>
                  <a:pt x="2387930" y="392567"/>
                  <a:pt x="2423785" y="418943"/>
                </a:cubicBezTo>
                <a:cubicBezTo>
                  <a:pt x="2437514" y="429019"/>
                  <a:pt x="2469228" y="430705"/>
                  <a:pt x="2527018" y="380565"/>
                </a:cubicBezTo>
                <a:cubicBezTo>
                  <a:pt x="2572077" y="341483"/>
                  <a:pt x="2617864" y="290307"/>
                  <a:pt x="2648965" y="217070"/>
                </a:cubicBezTo>
                <a:cubicBezTo>
                  <a:pt x="2686200" y="129257"/>
                  <a:pt x="2674293" y="89045"/>
                  <a:pt x="2674293" y="88008"/>
                </a:cubicBezTo>
                <a:close/>
                <a:moveTo>
                  <a:pt x="3494101" y="14301"/>
                </a:moveTo>
                <a:cubicBezTo>
                  <a:pt x="3511321" y="12856"/>
                  <a:pt x="3526629" y="15776"/>
                  <a:pt x="3539461" y="23940"/>
                </a:cubicBezTo>
                <a:cubicBezTo>
                  <a:pt x="3564618" y="39944"/>
                  <a:pt x="3553132" y="95343"/>
                  <a:pt x="3519425" y="162560"/>
                </a:cubicBezTo>
                <a:cubicBezTo>
                  <a:pt x="3504507" y="167117"/>
                  <a:pt x="3489053" y="171117"/>
                  <a:pt x="3473139" y="174322"/>
                </a:cubicBezTo>
                <a:cubicBezTo>
                  <a:pt x="3495745" y="134684"/>
                  <a:pt x="3510720" y="101289"/>
                  <a:pt x="3515110" y="78007"/>
                </a:cubicBezTo>
                <a:cubicBezTo>
                  <a:pt x="3530469" y="-3083"/>
                  <a:pt x="3334568" y="167839"/>
                  <a:pt x="3194656" y="351820"/>
                </a:cubicBezTo>
                <a:cubicBezTo>
                  <a:pt x="3054743" y="535819"/>
                  <a:pt x="2970800" y="702351"/>
                  <a:pt x="2970800" y="702351"/>
                </a:cubicBezTo>
                <a:cubicBezTo>
                  <a:pt x="2970800" y="702351"/>
                  <a:pt x="2999024" y="686922"/>
                  <a:pt x="3043028" y="652656"/>
                </a:cubicBezTo>
                <a:cubicBezTo>
                  <a:pt x="3088950" y="616871"/>
                  <a:pt x="3152147" y="560768"/>
                  <a:pt x="3220848" y="492199"/>
                </a:cubicBezTo>
                <a:cubicBezTo>
                  <a:pt x="3266999" y="446134"/>
                  <a:pt x="3321262" y="388178"/>
                  <a:pt x="3372092" y="323425"/>
                </a:cubicBezTo>
                <a:cubicBezTo>
                  <a:pt x="3387258" y="322703"/>
                  <a:pt x="3402137" y="321202"/>
                  <a:pt x="3416652" y="318980"/>
                </a:cubicBezTo>
                <a:cubicBezTo>
                  <a:pt x="3359974" y="392735"/>
                  <a:pt x="3300343" y="460063"/>
                  <a:pt x="3249743" y="509647"/>
                </a:cubicBezTo>
                <a:cubicBezTo>
                  <a:pt x="3194100" y="564157"/>
                  <a:pt x="3133568" y="622965"/>
                  <a:pt x="3080954" y="665714"/>
                </a:cubicBezTo>
                <a:cubicBezTo>
                  <a:pt x="2997394" y="733635"/>
                  <a:pt x="2932912" y="772106"/>
                  <a:pt x="2932912" y="772106"/>
                </a:cubicBezTo>
                <a:cubicBezTo>
                  <a:pt x="2932912" y="772106"/>
                  <a:pt x="2810256" y="1010467"/>
                  <a:pt x="2876943" y="1025859"/>
                </a:cubicBezTo>
                <a:cubicBezTo>
                  <a:pt x="2916058" y="1034879"/>
                  <a:pt x="2993387" y="919764"/>
                  <a:pt x="2993387" y="919764"/>
                </a:cubicBezTo>
                <a:cubicBezTo>
                  <a:pt x="2993387" y="919764"/>
                  <a:pt x="3094165" y="770939"/>
                  <a:pt x="3154966" y="704092"/>
                </a:cubicBezTo>
                <a:cubicBezTo>
                  <a:pt x="3237912" y="612852"/>
                  <a:pt x="3309297" y="560249"/>
                  <a:pt x="3380624" y="559064"/>
                </a:cubicBezTo>
                <a:cubicBezTo>
                  <a:pt x="3422251" y="558378"/>
                  <a:pt x="3446832" y="601220"/>
                  <a:pt x="3446832" y="601220"/>
                </a:cubicBezTo>
                <a:lnTo>
                  <a:pt x="3466408" y="571992"/>
                </a:lnTo>
                <a:lnTo>
                  <a:pt x="3586917" y="571992"/>
                </a:lnTo>
                <a:lnTo>
                  <a:pt x="3586859" y="572011"/>
                </a:lnTo>
                <a:cubicBezTo>
                  <a:pt x="3586859" y="571992"/>
                  <a:pt x="3362083" y="940750"/>
                  <a:pt x="3344174" y="968477"/>
                </a:cubicBezTo>
                <a:cubicBezTo>
                  <a:pt x="3327934" y="993612"/>
                  <a:pt x="3309584" y="1041566"/>
                  <a:pt x="3363137" y="1011634"/>
                </a:cubicBezTo>
                <a:cubicBezTo>
                  <a:pt x="3428367" y="975182"/>
                  <a:pt x="3521265" y="838971"/>
                  <a:pt x="3521265" y="838971"/>
                </a:cubicBezTo>
                <a:lnTo>
                  <a:pt x="3563237" y="838971"/>
                </a:lnTo>
                <a:cubicBezTo>
                  <a:pt x="3563237" y="838971"/>
                  <a:pt x="3507863" y="923598"/>
                  <a:pt x="3435673" y="1000873"/>
                </a:cubicBezTo>
                <a:cubicBezTo>
                  <a:pt x="3369561" y="1071646"/>
                  <a:pt x="3288934" y="1135973"/>
                  <a:pt x="3232141" y="1129620"/>
                </a:cubicBezTo>
                <a:cubicBezTo>
                  <a:pt x="3165799" y="1122211"/>
                  <a:pt x="3186545" y="1038065"/>
                  <a:pt x="3186545" y="1038065"/>
                </a:cubicBezTo>
                <a:cubicBezTo>
                  <a:pt x="3186545" y="1038065"/>
                  <a:pt x="3091308" y="1135732"/>
                  <a:pt x="3025867" y="1128768"/>
                </a:cubicBezTo>
                <a:cubicBezTo>
                  <a:pt x="2937226" y="1119322"/>
                  <a:pt x="2964184" y="1013375"/>
                  <a:pt x="2964184" y="1013375"/>
                </a:cubicBezTo>
                <a:cubicBezTo>
                  <a:pt x="2964184" y="1013375"/>
                  <a:pt x="2863982" y="1132528"/>
                  <a:pt x="2795684" y="1128768"/>
                </a:cubicBezTo>
                <a:cubicBezTo>
                  <a:pt x="2688482" y="1122823"/>
                  <a:pt x="2715345" y="996464"/>
                  <a:pt x="2745122" y="908151"/>
                </a:cubicBezTo>
                <a:cubicBezTo>
                  <a:pt x="2761094" y="860790"/>
                  <a:pt x="2775858" y="823430"/>
                  <a:pt x="2775858" y="823430"/>
                </a:cubicBezTo>
                <a:cubicBezTo>
                  <a:pt x="2775858" y="823430"/>
                  <a:pt x="2765197" y="826135"/>
                  <a:pt x="2742418" y="829376"/>
                </a:cubicBezTo>
                <a:cubicBezTo>
                  <a:pt x="2730511" y="831062"/>
                  <a:pt x="2708730" y="832173"/>
                  <a:pt x="2708730" y="832173"/>
                </a:cubicBezTo>
                <a:cubicBezTo>
                  <a:pt x="2708730" y="832173"/>
                  <a:pt x="2664208" y="908299"/>
                  <a:pt x="2628544" y="954086"/>
                </a:cubicBezTo>
                <a:cubicBezTo>
                  <a:pt x="2592881" y="999854"/>
                  <a:pt x="2441176" y="1157366"/>
                  <a:pt x="2351864" y="1125860"/>
                </a:cubicBezTo>
                <a:cubicBezTo>
                  <a:pt x="2269396" y="1096780"/>
                  <a:pt x="2296528" y="974645"/>
                  <a:pt x="2344616" y="877626"/>
                </a:cubicBezTo>
                <a:cubicBezTo>
                  <a:pt x="2414697" y="736210"/>
                  <a:pt x="2611805" y="532911"/>
                  <a:pt x="2725564" y="559508"/>
                </a:cubicBezTo>
                <a:cubicBezTo>
                  <a:pt x="2843446" y="587088"/>
                  <a:pt x="2728306" y="795017"/>
                  <a:pt x="2728306" y="795017"/>
                </a:cubicBezTo>
                <a:cubicBezTo>
                  <a:pt x="2728306" y="795017"/>
                  <a:pt x="2728441" y="795795"/>
                  <a:pt x="2729610" y="796258"/>
                </a:cubicBezTo>
                <a:cubicBezTo>
                  <a:pt x="2731949" y="797148"/>
                  <a:pt x="2738047" y="797722"/>
                  <a:pt x="2752331" y="795092"/>
                </a:cubicBezTo>
                <a:cubicBezTo>
                  <a:pt x="2774976" y="790943"/>
                  <a:pt x="2795454" y="782645"/>
                  <a:pt x="2795454" y="782645"/>
                </a:cubicBezTo>
                <a:cubicBezTo>
                  <a:pt x="2795454" y="782645"/>
                  <a:pt x="2913910" y="542783"/>
                  <a:pt x="3044792" y="385826"/>
                </a:cubicBezTo>
                <a:cubicBezTo>
                  <a:pt x="3159331" y="248489"/>
                  <a:pt x="3373561" y="24421"/>
                  <a:pt x="3494101" y="14301"/>
                </a:cubicBezTo>
                <a:close/>
                <a:moveTo>
                  <a:pt x="2879647" y="5621"/>
                </a:moveTo>
                <a:cubicBezTo>
                  <a:pt x="3001996" y="13641"/>
                  <a:pt x="3096696" y="97250"/>
                  <a:pt x="3221442" y="155910"/>
                </a:cubicBezTo>
                <a:cubicBezTo>
                  <a:pt x="3188827" y="186472"/>
                  <a:pt x="3157823" y="217792"/>
                  <a:pt x="3129963" y="247280"/>
                </a:cubicBezTo>
                <a:cubicBezTo>
                  <a:pt x="3037429" y="201511"/>
                  <a:pt x="2969899" y="145575"/>
                  <a:pt x="2899511" y="110697"/>
                </a:cubicBezTo>
                <a:cubicBezTo>
                  <a:pt x="2832325" y="77413"/>
                  <a:pt x="2788935" y="63614"/>
                  <a:pt x="2734768" y="70578"/>
                </a:cubicBezTo>
                <a:cubicBezTo>
                  <a:pt x="2725756" y="71745"/>
                  <a:pt x="2712335" y="75968"/>
                  <a:pt x="2712335" y="75968"/>
                </a:cubicBezTo>
                <a:cubicBezTo>
                  <a:pt x="2712335" y="75968"/>
                  <a:pt x="2740386" y="168098"/>
                  <a:pt x="2629311" y="323035"/>
                </a:cubicBezTo>
                <a:cubicBezTo>
                  <a:pt x="2516779" y="479992"/>
                  <a:pt x="2414582" y="479177"/>
                  <a:pt x="2385591" y="435817"/>
                </a:cubicBezTo>
                <a:cubicBezTo>
                  <a:pt x="2355143" y="390308"/>
                  <a:pt x="2394296" y="297438"/>
                  <a:pt x="2459909" y="214903"/>
                </a:cubicBezTo>
                <a:cubicBezTo>
                  <a:pt x="2528533" y="128553"/>
                  <a:pt x="2649156" y="56779"/>
                  <a:pt x="2649156" y="56779"/>
                </a:cubicBezTo>
                <a:cubicBezTo>
                  <a:pt x="2649156" y="56779"/>
                  <a:pt x="2610655" y="34108"/>
                  <a:pt x="2516166" y="85841"/>
                </a:cubicBezTo>
                <a:cubicBezTo>
                  <a:pt x="2424169" y="136239"/>
                  <a:pt x="2265236" y="256170"/>
                  <a:pt x="2118401" y="458469"/>
                </a:cubicBezTo>
                <a:cubicBezTo>
                  <a:pt x="1971567" y="660768"/>
                  <a:pt x="1942212" y="772105"/>
                  <a:pt x="1921006" y="859733"/>
                </a:cubicBezTo>
                <a:cubicBezTo>
                  <a:pt x="1899780" y="947380"/>
                  <a:pt x="1919203" y="1041121"/>
                  <a:pt x="2019847" y="1041121"/>
                </a:cubicBezTo>
                <a:cubicBezTo>
                  <a:pt x="2120492" y="1041121"/>
                  <a:pt x="2237395" y="892869"/>
                  <a:pt x="2270355" y="841285"/>
                </a:cubicBezTo>
                <a:cubicBezTo>
                  <a:pt x="2331674" y="745303"/>
                  <a:pt x="2371652" y="598108"/>
                  <a:pt x="2288168" y="618408"/>
                </a:cubicBezTo>
                <a:cubicBezTo>
                  <a:pt x="2246982" y="628410"/>
                  <a:pt x="2213696" y="672493"/>
                  <a:pt x="2192720" y="714834"/>
                </a:cubicBezTo>
                <a:cubicBezTo>
                  <a:pt x="2171149" y="758361"/>
                  <a:pt x="2162482" y="799981"/>
                  <a:pt x="2162482" y="799981"/>
                </a:cubicBezTo>
                <a:cubicBezTo>
                  <a:pt x="2162482" y="799981"/>
                  <a:pt x="2127720" y="811983"/>
                  <a:pt x="2081012" y="845767"/>
                </a:cubicBezTo>
                <a:cubicBezTo>
                  <a:pt x="2034304" y="879552"/>
                  <a:pt x="2003837" y="911817"/>
                  <a:pt x="2003837" y="911817"/>
                </a:cubicBezTo>
                <a:cubicBezTo>
                  <a:pt x="2003837" y="911817"/>
                  <a:pt x="2004048" y="841841"/>
                  <a:pt x="2061819" y="728485"/>
                </a:cubicBezTo>
                <a:cubicBezTo>
                  <a:pt x="2119590" y="615130"/>
                  <a:pt x="2225661" y="563249"/>
                  <a:pt x="2285694" y="558452"/>
                </a:cubicBezTo>
                <a:cubicBezTo>
                  <a:pt x="2339861" y="554136"/>
                  <a:pt x="2410268" y="598571"/>
                  <a:pt x="2350694" y="762510"/>
                </a:cubicBezTo>
                <a:cubicBezTo>
                  <a:pt x="2291121" y="926450"/>
                  <a:pt x="2115084" y="1125248"/>
                  <a:pt x="1930036" y="1127878"/>
                </a:cubicBezTo>
                <a:cubicBezTo>
                  <a:pt x="1759331" y="1130286"/>
                  <a:pt x="1647431" y="919745"/>
                  <a:pt x="1884920" y="552358"/>
                </a:cubicBezTo>
                <a:cubicBezTo>
                  <a:pt x="2147584" y="146019"/>
                  <a:pt x="2456305" y="21328"/>
                  <a:pt x="2556508" y="7362"/>
                </a:cubicBezTo>
                <a:cubicBezTo>
                  <a:pt x="2656711" y="-6585"/>
                  <a:pt x="2689192" y="36146"/>
                  <a:pt x="2689192" y="36146"/>
                </a:cubicBezTo>
                <a:cubicBezTo>
                  <a:pt x="2689192" y="36146"/>
                  <a:pt x="2773155" y="-1343"/>
                  <a:pt x="2879647" y="5621"/>
                </a:cubicBezTo>
                <a:close/>
                <a:moveTo>
                  <a:pt x="793192" y="1269"/>
                </a:moveTo>
                <a:cubicBezTo>
                  <a:pt x="841856" y="6493"/>
                  <a:pt x="900451" y="60781"/>
                  <a:pt x="863503" y="140778"/>
                </a:cubicBezTo>
                <a:cubicBezTo>
                  <a:pt x="809337" y="258060"/>
                  <a:pt x="734405" y="248244"/>
                  <a:pt x="737108" y="192233"/>
                </a:cubicBezTo>
                <a:cubicBezTo>
                  <a:pt x="738681" y="155874"/>
                  <a:pt x="763779" y="132943"/>
                  <a:pt x="782570" y="120422"/>
                </a:cubicBezTo>
                <a:cubicBezTo>
                  <a:pt x="794573" y="112402"/>
                  <a:pt x="815722" y="110105"/>
                  <a:pt x="826747" y="109883"/>
                </a:cubicBezTo>
                <a:cubicBezTo>
                  <a:pt x="837426" y="101122"/>
                  <a:pt x="845633" y="36999"/>
                  <a:pt x="758353" y="58169"/>
                </a:cubicBezTo>
                <a:cubicBezTo>
                  <a:pt x="671073" y="79340"/>
                  <a:pt x="566096" y="162153"/>
                  <a:pt x="465912" y="268877"/>
                </a:cubicBezTo>
                <a:cubicBezTo>
                  <a:pt x="365747" y="375602"/>
                  <a:pt x="209958" y="578012"/>
                  <a:pt x="171457" y="790183"/>
                </a:cubicBezTo>
                <a:cubicBezTo>
                  <a:pt x="153568" y="888665"/>
                  <a:pt x="165590" y="1068015"/>
                  <a:pt x="406913" y="1065978"/>
                </a:cubicBezTo>
                <a:cubicBezTo>
                  <a:pt x="611519" y="1064218"/>
                  <a:pt x="913605" y="934008"/>
                  <a:pt x="1191052" y="936341"/>
                </a:cubicBezTo>
                <a:cubicBezTo>
                  <a:pt x="1298752" y="937249"/>
                  <a:pt x="1392494" y="965236"/>
                  <a:pt x="1465566" y="1008856"/>
                </a:cubicBezTo>
                <a:lnTo>
                  <a:pt x="1465547" y="1008856"/>
                </a:lnTo>
                <a:cubicBezTo>
                  <a:pt x="1537564" y="1051827"/>
                  <a:pt x="1623694" y="1114117"/>
                  <a:pt x="1654161" y="1156644"/>
                </a:cubicBezTo>
                <a:cubicBezTo>
                  <a:pt x="1562836" y="1094632"/>
                  <a:pt x="1451588" y="1067275"/>
                  <a:pt x="1350541" y="1071201"/>
                </a:cubicBezTo>
                <a:cubicBezTo>
                  <a:pt x="1248402" y="1075147"/>
                  <a:pt x="1202537" y="1148846"/>
                  <a:pt x="1202537" y="1148846"/>
                </a:cubicBezTo>
                <a:cubicBezTo>
                  <a:pt x="1156386" y="1071201"/>
                  <a:pt x="1065252" y="1023525"/>
                  <a:pt x="924438" y="1024692"/>
                </a:cubicBezTo>
                <a:cubicBezTo>
                  <a:pt x="697015" y="1027285"/>
                  <a:pt x="464109" y="1128768"/>
                  <a:pt x="292560" y="1128768"/>
                </a:cubicBezTo>
                <a:cubicBezTo>
                  <a:pt x="121010" y="1128768"/>
                  <a:pt x="-4023" y="1024729"/>
                  <a:pt x="99" y="839841"/>
                </a:cubicBezTo>
                <a:cubicBezTo>
                  <a:pt x="7328" y="515741"/>
                  <a:pt x="290776" y="223628"/>
                  <a:pt x="502687" y="92083"/>
                </a:cubicBezTo>
                <a:cubicBezTo>
                  <a:pt x="624442" y="16495"/>
                  <a:pt x="726448" y="-5917"/>
                  <a:pt x="793192" y="1269"/>
                </a:cubicBezTo>
                <a:close/>
                <a:moveTo>
                  <a:pt x="3817542" y="398"/>
                </a:moveTo>
                <a:cubicBezTo>
                  <a:pt x="3817542" y="398"/>
                  <a:pt x="3789490" y="55909"/>
                  <a:pt x="3732678" y="118088"/>
                </a:cubicBezTo>
                <a:cubicBezTo>
                  <a:pt x="3641601" y="217811"/>
                  <a:pt x="3470531" y="334852"/>
                  <a:pt x="3274957" y="297586"/>
                </a:cubicBezTo>
                <a:cubicBezTo>
                  <a:pt x="3305616" y="261560"/>
                  <a:pt x="3336179" y="228628"/>
                  <a:pt x="3364672" y="200048"/>
                </a:cubicBezTo>
                <a:cubicBezTo>
                  <a:pt x="3477357" y="210550"/>
                  <a:pt x="3594759" y="162893"/>
                  <a:pt x="3679431" y="110271"/>
                </a:cubicBezTo>
                <a:cubicBezTo>
                  <a:pt x="3763298" y="58150"/>
                  <a:pt x="3817542" y="398"/>
                  <a:pt x="3817542" y="398"/>
                </a:cubicBezTo>
                <a:close/>
              </a:path>
            </a:pathLst>
          </a:custGeom>
          <a:solidFill>
            <a:schemeClr val="bg1"/>
          </a:solidFill>
          <a:ln w="1916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4485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BBE455C-3212-728E-751D-C02172ED9A20}"/>
              </a:ext>
            </a:extLst>
          </p:cNvPr>
          <p:cNvGrpSpPr/>
          <p:nvPr/>
        </p:nvGrpSpPr>
        <p:grpSpPr>
          <a:xfrm>
            <a:off x="6592884" y="4386007"/>
            <a:ext cx="950897" cy="901601"/>
            <a:chOff x="7225983" y="1038137"/>
            <a:chExt cx="4384800" cy="43848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1A7C341-B722-433A-D04E-91D4A8BA3444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AA104A7-BDF4-A09A-8935-D896D8F2BCCB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1C2BE2-251D-8E24-E9E9-93E9BB5722EF}"/>
              </a:ext>
            </a:extLst>
          </p:cNvPr>
          <p:cNvGrpSpPr/>
          <p:nvPr/>
        </p:nvGrpSpPr>
        <p:grpSpPr>
          <a:xfrm>
            <a:off x="6662458" y="2265362"/>
            <a:ext cx="950916" cy="976875"/>
            <a:chOff x="7225983" y="1038137"/>
            <a:chExt cx="4384800" cy="43848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C8E6D7-C108-12A3-CEE4-D68C7489FC77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E5DC90B-FF24-AC98-2E53-EB0D07296634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6DEE39-288E-C065-C789-3805C4093FF6}"/>
              </a:ext>
            </a:extLst>
          </p:cNvPr>
          <p:cNvGrpSpPr/>
          <p:nvPr/>
        </p:nvGrpSpPr>
        <p:grpSpPr>
          <a:xfrm>
            <a:off x="1414459" y="4386007"/>
            <a:ext cx="960984" cy="901610"/>
            <a:chOff x="7225983" y="1038137"/>
            <a:chExt cx="4384800" cy="43848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098EE9-D3AD-B809-C7E8-0359CF842BB1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9E8D9D-917B-B5DA-54A8-23ABCDC53708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44A45C5-1FBC-7F25-DDC0-6A9F8F55D67F}"/>
              </a:ext>
            </a:extLst>
          </p:cNvPr>
          <p:cNvGrpSpPr/>
          <p:nvPr/>
        </p:nvGrpSpPr>
        <p:grpSpPr>
          <a:xfrm>
            <a:off x="1414460" y="2265363"/>
            <a:ext cx="960992" cy="954188"/>
            <a:chOff x="7225983" y="1038137"/>
            <a:chExt cx="4384800" cy="43848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E4B2EF7-4C30-1FB3-4C51-2037D8AE9132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84BCE88-920E-B107-F0C4-87B0AF713A9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6ABFD5-0F98-3CBD-4309-E6C28174F836}"/>
              </a:ext>
            </a:extLst>
          </p:cNvPr>
          <p:cNvSpPr txBox="1"/>
          <p:nvPr/>
        </p:nvSpPr>
        <p:spPr>
          <a:xfrm>
            <a:off x="577436" y="648665"/>
            <a:ext cx="1101724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+mj-lt"/>
              </a:rPr>
              <a:t>Project Overview</a:t>
            </a:r>
            <a:endParaRPr lang="en-ID" sz="4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FF4ED-D928-CD0D-9398-58F464BC4547}"/>
              </a:ext>
            </a:extLst>
          </p:cNvPr>
          <p:cNvSpPr/>
          <p:nvPr/>
        </p:nvSpPr>
        <p:spPr>
          <a:xfrm>
            <a:off x="1326435" y="2254013"/>
            <a:ext cx="1148400" cy="976875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</a:rPr>
              <a:t>01</a:t>
            </a:r>
            <a:endParaRPr lang="en-ID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096E2-36F7-8ACE-44C1-D38240DC5CDB}"/>
              </a:ext>
            </a:extLst>
          </p:cNvPr>
          <p:cNvSpPr txBox="1"/>
          <p:nvPr/>
        </p:nvSpPr>
        <p:spPr>
          <a:xfrm>
            <a:off x="2474835" y="2321283"/>
            <a:ext cx="276095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b">
            <a:spAutoFit/>
          </a:bodyPr>
          <a:lstStyle/>
          <a:p>
            <a:r>
              <a:rPr lang="en-ID" sz="24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Analyse Customer Behaviour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11BF2-FB05-B4BB-2205-AF84E1ACE3D2}"/>
              </a:ext>
            </a:extLst>
          </p:cNvPr>
          <p:cNvSpPr/>
          <p:nvPr/>
        </p:nvSpPr>
        <p:spPr>
          <a:xfrm>
            <a:off x="1152939" y="4072509"/>
            <a:ext cx="1409920" cy="1461887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</a:rPr>
              <a:t>03</a:t>
            </a:r>
            <a:endParaRPr lang="en-ID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96925-AE84-A6F0-AA08-EA1ADA753D85}"/>
              </a:ext>
            </a:extLst>
          </p:cNvPr>
          <p:cNvSpPr txBox="1"/>
          <p:nvPr/>
        </p:nvSpPr>
        <p:spPr>
          <a:xfrm>
            <a:off x="2474835" y="4347228"/>
            <a:ext cx="280587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b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Perform RFM Segmentation</a:t>
            </a:r>
            <a:endParaRPr lang="en-ID" sz="24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20FA0-2D1B-DC0B-0FEA-C1A791C9CAD9}"/>
              </a:ext>
            </a:extLst>
          </p:cNvPr>
          <p:cNvSpPr/>
          <p:nvPr/>
        </p:nvSpPr>
        <p:spPr>
          <a:xfrm>
            <a:off x="6662450" y="2254014"/>
            <a:ext cx="950916" cy="965536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</a:rPr>
              <a:t>02</a:t>
            </a:r>
            <a:endParaRPr lang="en-ID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17A19-B0DC-91AD-D69E-07D0DA7200F4}"/>
              </a:ext>
            </a:extLst>
          </p:cNvPr>
          <p:cNvSpPr txBox="1"/>
          <p:nvPr/>
        </p:nvSpPr>
        <p:spPr>
          <a:xfrm>
            <a:off x="7741273" y="2505948"/>
            <a:ext cx="280587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b">
            <a:spAutoFit/>
          </a:bodyPr>
          <a:lstStyle/>
          <a:p>
            <a:r>
              <a:rPr lang="en-ID" sz="24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Calculate CLV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9C898-161F-AB72-286F-1F179D8B65A4}"/>
              </a:ext>
            </a:extLst>
          </p:cNvPr>
          <p:cNvSpPr/>
          <p:nvPr/>
        </p:nvSpPr>
        <p:spPr>
          <a:xfrm>
            <a:off x="6331364" y="4245837"/>
            <a:ext cx="1409920" cy="1289758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+mj-lt"/>
              </a:rPr>
              <a:t>04</a:t>
            </a:r>
            <a:endParaRPr lang="en-ID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8DDDA-4010-AD2B-35BF-44C1D4A1BF63}"/>
              </a:ext>
            </a:extLst>
          </p:cNvPr>
          <p:cNvSpPr txBox="1"/>
          <p:nvPr/>
        </p:nvSpPr>
        <p:spPr>
          <a:xfrm>
            <a:off x="7741272" y="4531893"/>
            <a:ext cx="280587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b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Identify Top Products</a:t>
            </a:r>
            <a:endParaRPr lang="en-ID" sz="24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34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3CF7-19D2-8BCA-D5BA-EBBC7112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06BB2A-B8A8-85A8-F218-CCC82B418482}"/>
              </a:ext>
            </a:extLst>
          </p:cNvPr>
          <p:cNvSpPr txBox="1"/>
          <p:nvPr/>
        </p:nvSpPr>
        <p:spPr>
          <a:xfrm>
            <a:off x="607253" y="648665"/>
            <a:ext cx="11017249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+mj-lt"/>
              </a:rPr>
              <a:t>Data Schema</a:t>
            </a:r>
            <a:endParaRPr lang="en-ID" sz="48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6996D4-1CCC-1A31-B7B2-98452237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42" y="1297733"/>
            <a:ext cx="10280849" cy="4541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027295-7E99-B5B8-1BB0-C65A1CB11D2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38" t="26667" r="25755" b="26377"/>
          <a:stretch>
            <a:fillRect/>
          </a:stretch>
        </p:blipFill>
        <p:spPr>
          <a:xfrm>
            <a:off x="10078278" y="4804427"/>
            <a:ext cx="1828799" cy="151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6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A724681-57E4-1132-3830-3AAA0FB34F69}"/>
              </a:ext>
            </a:extLst>
          </p:cNvPr>
          <p:cNvSpPr/>
          <p:nvPr/>
        </p:nvSpPr>
        <p:spPr>
          <a:xfrm>
            <a:off x="3101008" y="2707848"/>
            <a:ext cx="5933661" cy="1140516"/>
          </a:xfrm>
          <a:prstGeom prst="homePlate">
            <a:avLst>
              <a:gd name="adj" fmla="val 8927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AFC88-B944-D67F-71A0-7B0D6B219A89}"/>
              </a:ext>
            </a:extLst>
          </p:cNvPr>
          <p:cNvSpPr txBox="1"/>
          <p:nvPr/>
        </p:nvSpPr>
        <p:spPr>
          <a:xfrm>
            <a:off x="2971799" y="2852668"/>
            <a:ext cx="44626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           </a:t>
            </a: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Queries Used</a:t>
            </a:r>
            <a:endParaRPr lang="en-IN" sz="4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33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4A53-3260-4747-1CAD-6304B6E4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2">
            <a:extLst>
              <a:ext uri="{FF2B5EF4-FFF2-40B4-BE49-F238E27FC236}">
                <a16:creationId xmlns:a16="http://schemas.microsoft.com/office/drawing/2014/main" id="{25A54B2F-414B-B078-7F4E-AB71CD22ACD4}"/>
              </a:ext>
            </a:extLst>
          </p:cNvPr>
          <p:cNvSpPr/>
          <p:nvPr/>
        </p:nvSpPr>
        <p:spPr>
          <a:xfrm>
            <a:off x="3270953" y="2662393"/>
            <a:ext cx="457856" cy="454664"/>
          </a:xfrm>
          <a:custGeom>
            <a:avLst/>
            <a:gdLst>
              <a:gd name="connsiteX0" fmla="*/ 111213 w 553234"/>
              <a:gd name="connsiteY0" fmla="*/ 76509 h 549375"/>
              <a:gd name="connsiteX1" fmla="*/ 173674 w 553234"/>
              <a:gd name="connsiteY1" fmla="*/ 0 h 549375"/>
              <a:gd name="connsiteX2" fmla="*/ 236134 w 553234"/>
              <a:gd name="connsiteY2" fmla="*/ 76509 h 549375"/>
              <a:gd name="connsiteX3" fmla="*/ 173674 w 553234"/>
              <a:gd name="connsiteY3" fmla="*/ 153016 h 549375"/>
              <a:gd name="connsiteX4" fmla="*/ 111213 w 553234"/>
              <a:gd name="connsiteY4" fmla="*/ 76509 h 549375"/>
              <a:gd name="connsiteX5" fmla="*/ 455747 w 553234"/>
              <a:gd name="connsiteY5" fmla="*/ 404647 h 549375"/>
              <a:gd name="connsiteX6" fmla="*/ 342414 w 553234"/>
              <a:gd name="connsiteY6" fmla="*/ 404647 h 549375"/>
              <a:gd name="connsiteX7" fmla="*/ 342414 w 553234"/>
              <a:gd name="connsiteY7" fmla="*/ 280596 h 549375"/>
              <a:gd name="connsiteX8" fmla="*/ 250781 w 553234"/>
              <a:gd name="connsiteY8" fmla="*/ 171312 h 549375"/>
              <a:gd name="connsiteX9" fmla="*/ 98866 w 553234"/>
              <a:gd name="connsiteY9" fmla="*/ 171312 h 549375"/>
              <a:gd name="connsiteX10" fmla="*/ 0 w 553234"/>
              <a:gd name="connsiteY10" fmla="*/ 283548 h 549375"/>
              <a:gd name="connsiteX11" fmla="*/ 0 w 553234"/>
              <a:gd name="connsiteY11" fmla="*/ 510978 h 549375"/>
              <a:gd name="connsiteX12" fmla="*/ 28935 w 553234"/>
              <a:gd name="connsiteY12" fmla="*/ 549375 h 549375"/>
              <a:gd name="connsiteX13" fmla="*/ 57872 w 553234"/>
              <a:gd name="connsiteY13" fmla="*/ 510978 h 549375"/>
              <a:gd name="connsiteX14" fmla="*/ 57872 w 553234"/>
              <a:gd name="connsiteY14" fmla="*/ 289456 h 549375"/>
              <a:gd name="connsiteX15" fmla="*/ 77163 w 553234"/>
              <a:gd name="connsiteY15" fmla="*/ 289456 h 549375"/>
              <a:gd name="connsiteX16" fmla="*/ 77163 w 553234"/>
              <a:gd name="connsiteY16" fmla="*/ 549112 h 549375"/>
              <a:gd name="connsiteX17" fmla="*/ 265249 w 553234"/>
              <a:gd name="connsiteY17" fmla="*/ 549112 h 549375"/>
              <a:gd name="connsiteX18" fmla="*/ 265249 w 553234"/>
              <a:gd name="connsiteY18" fmla="*/ 289456 h 549375"/>
              <a:gd name="connsiteX19" fmla="*/ 284540 w 553234"/>
              <a:gd name="connsiteY19" fmla="*/ 289456 h 549375"/>
              <a:gd name="connsiteX20" fmla="*/ 284735 w 553234"/>
              <a:gd name="connsiteY20" fmla="*/ 438228 h 549375"/>
              <a:gd name="connsiteX21" fmla="*/ 311064 w 553234"/>
              <a:gd name="connsiteY21" fmla="*/ 475534 h 549375"/>
              <a:gd name="connsiteX22" fmla="*/ 455745 w 553234"/>
              <a:gd name="connsiteY22" fmla="*/ 475534 h 549375"/>
              <a:gd name="connsiteX23" fmla="*/ 455747 w 553234"/>
              <a:gd name="connsiteY23" fmla="*/ 404647 h 549375"/>
              <a:gd name="connsiteX24" fmla="*/ 530482 w 553234"/>
              <a:gd name="connsiteY24" fmla="*/ 204966 h 549375"/>
              <a:gd name="connsiteX25" fmla="*/ 507732 w 553234"/>
              <a:gd name="connsiteY25" fmla="*/ 204966 h 549375"/>
              <a:gd name="connsiteX26" fmla="*/ 507732 w 553234"/>
              <a:gd name="connsiteY26" fmla="*/ 177946 h 549375"/>
              <a:gd name="connsiteX27" fmla="*/ 518643 w 553234"/>
              <a:gd name="connsiteY27" fmla="*/ 151994 h 549375"/>
              <a:gd name="connsiteX28" fmla="*/ 499749 w 553234"/>
              <a:gd name="connsiteY28" fmla="*/ 121293 h 549375"/>
              <a:gd name="connsiteX29" fmla="*/ 466731 w 553234"/>
              <a:gd name="connsiteY29" fmla="*/ 87771 h 549375"/>
              <a:gd name="connsiteX30" fmla="*/ 453166 w 553234"/>
              <a:gd name="connsiteY30" fmla="*/ 91253 h 549375"/>
              <a:gd name="connsiteX31" fmla="*/ 422575 w 553234"/>
              <a:gd name="connsiteY31" fmla="*/ 74917 h 549375"/>
              <a:gd name="connsiteX32" fmla="*/ 382420 w 553234"/>
              <a:gd name="connsiteY32" fmla="*/ 112051 h 549375"/>
              <a:gd name="connsiteX33" fmla="*/ 356058 w 553234"/>
              <a:gd name="connsiteY33" fmla="*/ 147861 h 549375"/>
              <a:gd name="connsiteX34" fmla="*/ 371226 w 553234"/>
              <a:gd name="connsiteY34" fmla="*/ 179350 h 549375"/>
              <a:gd name="connsiteX35" fmla="*/ 371226 w 553234"/>
              <a:gd name="connsiteY35" fmla="*/ 353590 h 549375"/>
              <a:gd name="connsiteX36" fmla="*/ 386394 w 553234"/>
              <a:gd name="connsiteY36" fmla="*/ 372169 h 549375"/>
              <a:gd name="connsiteX37" fmla="*/ 492566 w 553234"/>
              <a:gd name="connsiteY37" fmla="*/ 372169 h 549375"/>
              <a:gd name="connsiteX38" fmla="*/ 507734 w 553234"/>
              <a:gd name="connsiteY38" fmla="*/ 353590 h 549375"/>
              <a:gd name="connsiteX39" fmla="*/ 507734 w 553234"/>
              <a:gd name="connsiteY39" fmla="*/ 335011 h 549375"/>
              <a:gd name="connsiteX40" fmla="*/ 511525 w 553234"/>
              <a:gd name="connsiteY40" fmla="*/ 335011 h 549375"/>
              <a:gd name="connsiteX41" fmla="*/ 553235 w 553234"/>
              <a:gd name="connsiteY41" fmla="*/ 283922 h 549375"/>
              <a:gd name="connsiteX42" fmla="*/ 553235 w 553234"/>
              <a:gd name="connsiteY42" fmla="*/ 232832 h 549375"/>
              <a:gd name="connsiteX43" fmla="*/ 530482 w 553234"/>
              <a:gd name="connsiteY43" fmla="*/ 204966 h 549375"/>
              <a:gd name="connsiteX44" fmla="*/ 409142 w 553234"/>
              <a:gd name="connsiteY44" fmla="*/ 316435 h 549375"/>
              <a:gd name="connsiteX45" fmla="*/ 393974 w 553234"/>
              <a:gd name="connsiteY45" fmla="*/ 316435 h 549375"/>
              <a:gd name="connsiteX46" fmla="*/ 393974 w 553234"/>
              <a:gd name="connsiteY46" fmla="*/ 223544 h 549375"/>
              <a:gd name="connsiteX47" fmla="*/ 409142 w 553234"/>
              <a:gd name="connsiteY47" fmla="*/ 223544 h 549375"/>
              <a:gd name="connsiteX48" fmla="*/ 409142 w 553234"/>
              <a:gd name="connsiteY48" fmla="*/ 316435 h 549375"/>
              <a:gd name="connsiteX49" fmla="*/ 447060 w 553234"/>
              <a:gd name="connsiteY49" fmla="*/ 316435 h 549375"/>
              <a:gd name="connsiteX50" fmla="*/ 431893 w 553234"/>
              <a:gd name="connsiteY50" fmla="*/ 316435 h 549375"/>
              <a:gd name="connsiteX51" fmla="*/ 431893 w 553234"/>
              <a:gd name="connsiteY51" fmla="*/ 223544 h 549375"/>
              <a:gd name="connsiteX52" fmla="*/ 447060 w 553234"/>
              <a:gd name="connsiteY52" fmla="*/ 223544 h 549375"/>
              <a:gd name="connsiteX53" fmla="*/ 447060 w 553234"/>
              <a:gd name="connsiteY53" fmla="*/ 316435 h 549375"/>
              <a:gd name="connsiteX54" fmla="*/ 484979 w 553234"/>
              <a:gd name="connsiteY54" fmla="*/ 316435 h 549375"/>
              <a:gd name="connsiteX55" fmla="*/ 469811 w 553234"/>
              <a:gd name="connsiteY55" fmla="*/ 316435 h 549375"/>
              <a:gd name="connsiteX56" fmla="*/ 469811 w 553234"/>
              <a:gd name="connsiteY56" fmla="*/ 223544 h 549375"/>
              <a:gd name="connsiteX57" fmla="*/ 484979 w 553234"/>
              <a:gd name="connsiteY57" fmla="*/ 223544 h 549375"/>
              <a:gd name="connsiteX58" fmla="*/ 484979 w 553234"/>
              <a:gd name="connsiteY58" fmla="*/ 316435 h 549375"/>
              <a:gd name="connsiteX59" fmla="*/ 492564 w 553234"/>
              <a:gd name="connsiteY59" fmla="*/ 167808 h 549375"/>
              <a:gd name="connsiteX60" fmla="*/ 431895 w 553234"/>
              <a:gd name="connsiteY60" fmla="*/ 167808 h 549375"/>
              <a:gd name="connsiteX61" fmla="*/ 431895 w 553234"/>
              <a:gd name="connsiteY61" fmla="*/ 186387 h 549375"/>
              <a:gd name="connsiteX62" fmla="*/ 416727 w 553234"/>
              <a:gd name="connsiteY62" fmla="*/ 204966 h 549375"/>
              <a:gd name="connsiteX63" fmla="*/ 401559 w 553234"/>
              <a:gd name="connsiteY63" fmla="*/ 186387 h 549375"/>
              <a:gd name="connsiteX64" fmla="*/ 401559 w 553234"/>
              <a:gd name="connsiteY64" fmla="*/ 167808 h 549375"/>
              <a:gd name="connsiteX65" fmla="*/ 385443 w 553234"/>
              <a:gd name="connsiteY65" fmla="*/ 167808 h 549375"/>
              <a:gd name="connsiteX66" fmla="*/ 369327 w 553234"/>
              <a:gd name="connsiteY66" fmla="*/ 147861 h 549375"/>
              <a:gd name="connsiteX67" fmla="*/ 385443 w 553234"/>
              <a:gd name="connsiteY67" fmla="*/ 128120 h 549375"/>
              <a:gd name="connsiteX68" fmla="*/ 393577 w 553234"/>
              <a:gd name="connsiteY68" fmla="*/ 128120 h 549375"/>
              <a:gd name="connsiteX69" fmla="*/ 394383 w 553234"/>
              <a:gd name="connsiteY69" fmla="*/ 121118 h 549375"/>
              <a:gd name="connsiteX70" fmla="*/ 422575 w 553234"/>
              <a:gd name="connsiteY70" fmla="*/ 91173 h 549375"/>
              <a:gd name="connsiteX71" fmla="*/ 446037 w 553234"/>
              <a:gd name="connsiteY71" fmla="*/ 106280 h 549375"/>
              <a:gd name="connsiteX72" fmla="*/ 449791 w 553234"/>
              <a:gd name="connsiteY72" fmla="*/ 112968 h 549375"/>
              <a:gd name="connsiteX73" fmla="*/ 455251 w 553234"/>
              <a:gd name="connsiteY73" fmla="*/ 108369 h 549375"/>
              <a:gd name="connsiteX74" fmla="*/ 466731 w 553234"/>
              <a:gd name="connsiteY74" fmla="*/ 104026 h 549375"/>
              <a:gd name="connsiteX75" fmla="*/ 487084 w 553234"/>
              <a:gd name="connsiteY75" fmla="*/ 128457 h 549375"/>
              <a:gd name="connsiteX76" fmla="*/ 487244 w 553234"/>
              <a:gd name="connsiteY76" fmla="*/ 135921 h 549375"/>
              <a:gd name="connsiteX77" fmla="*/ 493339 w 553234"/>
              <a:gd name="connsiteY77" fmla="*/ 136352 h 549375"/>
              <a:gd name="connsiteX78" fmla="*/ 505369 w 553234"/>
              <a:gd name="connsiteY78" fmla="*/ 151991 h 549375"/>
              <a:gd name="connsiteX79" fmla="*/ 492564 w 553234"/>
              <a:gd name="connsiteY79" fmla="*/ 167808 h 549375"/>
              <a:gd name="connsiteX80" fmla="*/ 538065 w 553234"/>
              <a:gd name="connsiteY80" fmla="*/ 283925 h 549375"/>
              <a:gd name="connsiteX81" fmla="*/ 511523 w 553234"/>
              <a:gd name="connsiteY81" fmla="*/ 316435 h 549375"/>
              <a:gd name="connsiteX82" fmla="*/ 507732 w 553234"/>
              <a:gd name="connsiteY82" fmla="*/ 316435 h 549375"/>
              <a:gd name="connsiteX83" fmla="*/ 507732 w 553234"/>
              <a:gd name="connsiteY83" fmla="*/ 223544 h 549375"/>
              <a:gd name="connsiteX84" fmla="*/ 530482 w 553234"/>
              <a:gd name="connsiteY84" fmla="*/ 223544 h 549375"/>
              <a:gd name="connsiteX85" fmla="*/ 538065 w 553234"/>
              <a:gd name="connsiteY85" fmla="*/ 232832 h 549375"/>
              <a:gd name="connsiteX86" fmla="*/ 538065 w 553234"/>
              <a:gd name="connsiteY86" fmla="*/ 283925 h 54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53234" h="549375">
                <a:moveTo>
                  <a:pt x="111213" y="76509"/>
                </a:moveTo>
                <a:cubicBezTo>
                  <a:pt x="111213" y="34156"/>
                  <a:pt x="138875" y="0"/>
                  <a:pt x="173674" y="0"/>
                </a:cubicBezTo>
                <a:cubicBezTo>
                  <a:pt x="208251" y="0"/>
                  <a:pt x="236134" y="34154"/>
                  <a:pt x="236134" y="76509"/>
                </a:cubicBezTo>
                <a:cubicBezTo>
                  <a:pt x="235912" y="119136"/>
                  <a:pt x="208027" y="153016"/>
                  <a:pt x="173674" y="153016"/>
                </a:cubicBezTo>
                <a:cubicBezTo>
                  <a:pt x="139096" y="153016"/>
                  <a:pt x="111213" y="118862"/>
                  <a:pt x="111213" y="76509"/>
                </a:cubicBezTo>
                <a:close/>
                <a:moveTo>
                  <a:pt x="455747" y="404647"/>
                </a:moveTo>
                <a:lnTo>
                  <a:pt x="342414" y="404647"/>
                </a:lnTo>
                <a:lnTo>
                  <a:pt x="342414" y="280596"/>
                </a:lnTo>
                <a:cubicBezTo>
                  <a:pt x="342414" y="220162"/>
                  <a:pt x="299297" y="171312"/>
                  <a:pt x="250781" y="171312"/>
                </a:cubicBezTo>
                <a:lnTo>
                  <a:pt x="98866" y="171312"/>
                </a:lnTo>
                <a:cubicBezTo>
                  <a:pt x="45602" y="171312"/>
                  <a:pt x="-24" y="227842"/>
                  <a:pt x="0" y="283548"/>
                </a:cubicBezTo>
                <a:lnTo>
                  <a:pt x="0" y="510978"/>
                </a:lnTo>
                <a:cubicBezTo>
                  <a:pt x="-61" y="536183"/>
                  <a:pt x="14470" y="549343"/>
                  <a:pt x="28935" y="549375"/>
                </a:cubicBezTo>
                <a:cubicBezTo>
                  <a:pt x="43438" y="549408"/>
                  <a:pt x="57872" y="536245"/>
                  <a:pt x="57872" y="510978"/>
                </a:cubicBezTo>
                <a:lnTo>
                  <a:pt x="57872" y="289456"/>
                </a:lnTo>
                <a:lnTo>
                  <a:pt x="77163" y="289456"/>
                </a:lnTo>
                <a:lnTo>
                  <a:pt x="77163" y="549112"/>
                </a:lnTo>
                <a:lnTo>
                  <a:pt x="265249" y="549112"/>
                </a:lnTo>
                <a:lnTo>
                  <a:pt x="265249" y="289456"/>
                </a:lnTo>
                <a:lnTo>
                  <a:pt x="284540" y="289456"/>
                </a:lnTo>
                <a:lnTo>
                  <a:pt x="284735" y="438228"/>
                </a:lnTo>
                <a:cubicBezTo>
                  <a:pt x="284605" y="464008"/>
                  <a:pt x="297617" y="474991"/>
                  <a:pt x="311064" y="475534"/>
                </a:cubicBezTo>
                <a:lnTo>
                  <a:pt x="455745" y="475534"/>
                </a:lnTo>
                <a:cubicBezTo>
                  <a:pt x="495205" y="475534"/>
                  <a:pt x="495205" y="404647"/>
                  <a:pt x="455747" y="404647"/>
                </a:cubicBezTo>
                <a:close/>
                <a:moveTo>
                  <a:pt x="530482" y="204966"/>
                </a:moveTo>
                <a:lnTo>
                  <a:pt x="507732" y="204966"/>
                </a:lnTo>
                <a:lnTo>
                  <a:pt x="507732" y="177946"/>
                </a:lnTo>
                <a:cubicBezTo>
                  <a:pt x="514329" y="172151"/>
                  <a:pt x="518643" y="162678"/>
                  <a:pt x="518643" y="151994"/>
                </a:cubicBezTo>
                <a:cubicBezTo>
                  <a:pt x="518643" y="137492"/>
                  <a:pt x="510700" y="125114"/>
                  <a:pt x="499749" y="121293"/>
                </a:cubicBezTo>
                <a:cubicBezTo>
                  <a:pt x="496726" y="102284"/>
                  <a:pt x="482924" y="87771"/>
                  <a:pt x="466731" y="87771"/>
                </a:cubicBezTo>
                <a:cubicBezTo>
                  <a:pt x="462011" y="87771"/>
                  <a:pt x="457403" y="88968"/>
                  <a:pt x="453166" y="91253"/>
                </a:cubicBezTo>
                <a:cubicBezTo>
                  <a:pt x="445326" y="80919"/>
                  <a:pt x="434264" y="74917"/>
                  <a:pt x="422575" y="74917"/>
                </a:cubicBezTo>
                <a:cubicBezTo>
                  <a:pt x="403805" y="74917"/>
                  <a:pt x="387443" y="90465"/>
                  <a:pt x="382420" y="112051"/>
                </a:cubicBezTo>
                <a:cubicBezTo>
                  <a:pt x="367632" y="113909"/>
                  <a:pt x="356058" y="129258"/>
                  <a:pt x="356058" y="147861"/>
                </a:cubicBezTo>
                <a:cubicBezTo>
                  <a:pt x="356058" y="161387"/>
                  <a:pt x="362192" y="173197"/>
                  <a:pt x="371226" y="179350"/>
                </a:cubicBezTo>
                <a:lnTo>
                  <a:pt x="371226" y="353590"/>
                </a:lnTo>
                <a:cubicBezTo>
                  <a:pt x="371226" y="363854"/>
                  <a:pt x="378014" y="372169"/>
                  <a:pt x="386394" y="372169"/>
                </a:cubicBezTo>
                <a:lnTo>
                  <a:pt x="492566" y="372169"/>
                </a:lnTo>
                <a:cubicBezTo>
                  <a:pt x="500946" y="372169"/>
                  <a:pt x="507734" y="363854"/>
                  <a:pt x="507734" y="353590"/>
                </a:cubicBezTo>
                <a:lnTo>
                  <a:pt x="507734" y="335011"/>
                </a:lnTo>
                <a:lnTo>
                  <a:pt x="511525" y="335011"/>
                </a:lnTo>
                <a:cubicBezTo>
                  <a:pt x="534522" y="335011"/>
                  <a:pt x="553235" y="312090"/>
                  <a:pt x="553235" y="283922"/>
                </a:cubicBezTo>
                <a:lnTo>
                  <a:pt x="553235" y="232832"/>
                </a:lnTo>
                <a:cubicBezTo>
                  <a:pt x="553233" y="217473"/>
                  <a:pt x="543024" y="204966"/>
                  <a:pt x="530482" y="204966"/>
                </a:cubicBezTo>
                <a:close/>
                <a:moveTo>
                  <a:pt x="409142" y="316435"/>
                </a:moveTo>
                <a:lnTo>
                  <a:pt x="393974" y="316435"/>
                </a:lnTo>
                <a:lnTo>
                  <a:pt x="393974" y="223544"/>
                </a:lnTo>
                <a:lnTo>
                  <a:pt x="409142" y="223544"/>
                </a:lnTo>
                <a:lnTo>
                  <a:pt x="409142" y="316435"/>
                </a:lnTo>
                <a:close/>
                <a:moveTo>
                  <a:pt x="447060" y="316435"/>
                </a:moveTo>
                <a:lnTo>
                  <a:pt x="431893" y="316435"/>
                </a:lnTo>
                <a:lnTo>
                  <a:pt x="431893" y="223544"/>
                </a:lnTo>
                <a:lnTo>
                  <a:pt x="447060" y="223544"/>
                </a:lnTo>
                <a:lnTo>
                  <a:pt x="447060" y="316435"/>
                </a:lnTo>
                <a:close/>
                <a:moveTo>
                  <a:pt x="484979" y="316435"/>
                </a:moveTo>
                <a:lnTo>
                  <a:pt x="469811" y="316435"/>
                </a:lnTo>
                <a:lnTo>
                  <a:pt x="469811" y="223544"/>
                </a:lnTo>
                <a:lnTo>
                  <a:pt x="484979" y="223544"/>
                </a:lnTo>
                <a:lnTo>
                  <a:pt x="484979" y="316435"/>
                </a:lnTo>
                <a:close/>
                <a:moveTo>
                  <a:pt x="492564" y="167808"/>
                </a:moveTo>
                <a:lnTo>
                  <a:pt x="431895" y="167808"/>
                </a:lnTo>
                <a:lnTo>
                  <a:pt x="431895" y="186387"/>
                </a:lnTo>
                <a:cubicBezTo>
                  <a:pt x="431895" y="196651"/>
                  <a:pt x="425107" y="204966"/>
                  <a:pt x="416727" y="204966"/>
                </a:cubicBezTo>
                <a:cubicBezTo>
                  <a:pt x="408347" y="204966"/>
                  <a:pt x="401559" y="196651"/>
                  <a:pt x="401559" y="186387"/>
                </a:cubicBezTo>
                <a:lnTo>
                  <a:pt x="401559" y="167808"/>
                </a:lnTo>
                <a:lnTo>
                  <a:pt x="385443" y="167808"/>
                </a:lnTo>
                <a:cubicBezTo>
                  <a:pt x="376561" y="167808"/>
                  <a:pt x="369327" y="158741"/>
                  <a:pt x="369327" y="147861"/>
                </a:cubicBezTo>
                <a:cubicBezTo>
                  <a:pt x="369327" y="136981"/>
                  <a:pt x="376561" y="128120"/>
                  <a:pt x="385443" y="128120"/>
                </a:cubicBezTo>
                <a:lnTo>
                  <a:pt x="393577" y="128120"/>
                </a:lnTo>
                <a:lnTo>
                  <a:pt x="394383" y="121118"/>
                </a:lnTo>
                <a:cubicBezTo>
                  <a:pt x="396345" y="104051"/>
                  <a:pt x="408459" y="91173"/>
                  <a:pt x="422575" y="91173"/>
                </a:cubicBezTo>
                <a:cubicBezTo>
                  <a:pt x="431941" y="91173"/>
                  <a:pt x="440709" y="96817"/>
                  <a:pt x="446037" y="106280"/>
                </a:cubicBezTo>
                <a:lnTo>
                  <a:pt x="449791" y="112968"/>
                </a:lnTo>
                <a:lnTo>
                  <a:pt x="455251" y="108369"/>
                </a:lnTo>
                <a:cubicBezTo>
                  <a:pt x="458626" y="105524"/>
                  <a:pt x="462597" y="104026"/>
                  <a:pt x="466731" y="104026"/>
                </a:cubicBezTo>
                <a:cubicBezTo>
                  <a:pt x="477662" y="104026"/>
                  <a:pt x="486790" y="114987"/>
                  <a:pt x="487084" y="128457"/>
                </a:cubicBezTo>
                <a:lnTo>
                  <a:pt x="487244" y="135921"/>
                </a:lnTo>
                <a:lnTo>
                  <a:pt x="493339" y="136352"/>
                </a:lnTo>
                <a:cubicBezTo>
                  <a:pt x="500078" y="136828"/>
                  <a:pt x="505369" y="143701"/>
                  <a:pt x="505369" y="151991"/>
                </a:cubicBezTo>
                <a:cubicBezTo>
                  <a:pt x="505369" y="160634"/>
                  <a:pt x="499615" y="167808"/>
                  <a:pt x="492564" y="167808"/>
                </a:cubicBezTo>
                <a:close/>
                <a:moveTo>
                  <a:pt x="538065" y="283925"/>
                </a:moveTo>
                <a:cubicBezTo>
                  <a:pt x="538065" y="301853"/>
                  <a:pt x="526159" y="316435"/>
                  <a:pt x="511523" y="316435"/>
                </a:cubicBezTo>
                <a:lnTo>
                  <a:pt x="507732" y="316435"/>
                </a:lnTo>
                <a:lnTo>
                  <a:pt x="507732" y="223544"/>
                </a:lnTo>
                <a:lnTo>
                  <a:pt x="530482" y="223544"/>
                </a:lnTo>
                <a:cubicBezTo>
                  <a:pt x="534662" y="223544"/>
                  <a:pt x="538065" y="227712"/>
                  <a:pt x="538065" y="232832"/>
                </a:cubicBezTo>
                <a:lnTo>
                  <a:pt x="538065" y="283925"/>
                </a:lnTo>
                <a:close/>
              </a:path>
            </a:pathLst>
          </a:custGeom>
          <a:solidFill>
            <a:schemeClr val="tx1"/>
          </a:solidFill>
          <a:ln w="219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81ED70B-B1A6-386D-F745-B1ABD040290E}"/>
              </a:ext>
            </a:extLst>
          </p:cNvPr>
          <p:cNvSpPr/>
          <p:nvPr/>
        </p:nvSpPr>
        <p:spPr>
          <a:xfrm>
            <a:off x="8576572" y="2585790"/>
            <a:ext cx="505516" cy="494854"/>
          </a:xfrm>
          <a:custGeom>
            <a:avLst/>
            <a:gdLst>
              <a:gd name="connsiteX0" fmla="*/ 44785 w 562014"/>
              <a:gd name="connsiteY0" fmla="*/ 127331 h 550159"/>
              <a:gd name="connsiteX1" fmla="*/ 9660 w 562014"/>
              <a:gd name="connsiteY1" fmla="*/ 5708 h 550159"/>
              <a:gd name="connsiteX2" fmla="*/ 29857 w 562014"/>
              <a:gd name="connsiteY2" fmla="*/ 0 h 550159"/>
              <a:gd name="connsiteX3" fmla="*/ 66739 w 562014"/>
              <a:gd name="connsiteY3" fmla="*/ 127770 h 550159"/>
              <a:gd name="connsiteX4" fmla="*/ 251589 w 562014"/>
              <a:gd name="connsiteY4" fmla="*/ 127770 h 550159"/>
              <a:gd name="connsiteX5" fmla="*/ 206804 w 562014"/>
              <a:gd name="connsiteY5" fmla="*/ 480785 h 550159"/>
              <a:gd name="connsiteX6" fmla="*/ 55762 w 562014"/>
              <a:gd name="connsiteY6" fmla="*/ 480785 h 550159"/>
              <a:gd name="connsiteX7" fmla="*/ 10538 w 562014"/>
              <a:gd name="connsiteY7" fmla="*/ 127770 h 550159"/>
              <a:gd name="connsiteX8" fmla="*/ 44785 w 562014"/>
              <a:gd name="connsiteY8" fmla="*/ 127331 h 550159"/>
              <a:gd name="connsiteX9" fmla="*/ 544012 w 562014"/>
              <a:gd name="connsiteY9" fmla="*/ 333696 h 550159"/>
              <a:gd name="connsiteX10" fmla="*/ 471126 w 562014"/>
              <a:gd name="connsiteY10" fmla="*/ 282324 h 550159"/>
              <a:gd name="connsiteX11" fmla="*/ 345990 w 562014"/>
              <a:gd name="connsiteY11" fmla="*/ 282324 h 550159"/>
              <a:gd name="connsiteX12" fmla="*/ 273104 w 562014"/>
              <a:gd name="connsiteY12" fmla="*/ 333696 h 550159"/>
              <a:gd name="connsiteX13" fmla="*/ 544012 w 562014"/>
              <a:gd name="connsiteY13" fmla="*/ 333696 h 550159"/>
              <a:gd name="connsiteX14" fmla="*/ 273104 w 562014"/>
              <a:gd name="connsiteY14" fmla="*/ 429414 h 550159"/>
              <a:gd name="connsiteX15" fmla="*/ 345990 w 562014"/>
              <a:gd name="connsiteY15" fmla="*/ 480785 h 550159"/>
              <a:gd name="connsiteX16" fmla="*/ 470687 w 562014"/>
              <a:gd name="connsiteY16" fmla="*/ 480785 h 550159"/>
              <a:gd name="connsiteX17" fmla="*/ 543573 w 562014"/>
              <a:gd name="connsiteY17" fmla="*/ 429414 h 550159"/>
              <a:gd name="connsiteX18" fmla="*/ 273104 w 562014"/>
              <a:gd name="connsiteY18" fmla="*/ 429414 h 550159"/>
              <a:gd name="connsiteX19" fmla="*/ 533474 w 562014"/>
              <a:gd name="connsiteY19" fmla="*/ 404387 h 550159"/>
              <a:gd name="connsiteX20" fmla="*/ 556745 w 562014"/>
              <a:gd name="connsiteY20" fmla="*/ 381116 h 550159"/>
              <a:gd name="connsiteX21" fmla="*/ 533474 w 562014"/>
              <a:gd name="connsiteY21" fmla="*/ 357845 h 550159"/>
              <a:gd name="connsiteX22" fmla="*/ 284959 w 562014"/>
              <a:gd name="connsiteY22" fmla="*/ 357845 h 550159"/>
              <a:gd name="connsiteX23" fmla="*/ 261688 w 562014"/>
              <a:gd name="connsiteY23" fmla="*/ 381116 h 550159"/>
              <a:gd name="connsiteX24" fmla="*/ 284959 w 562014"/>
              <a:gd name="connsiteY24" fmla="*/ 404387 h 550159"/>
              <a:gd name="connsiteX25" fmla="*/ 533474 w 562014"/>
              <a:gd name="connsiteY25" fmla="*/ 404387 h 550159"/>
              <a:gd name="connsiteX26" fmla="*/ 562014 w 562014"/>
              <a:gd name="connsiteY26" fmla="*/ 507569 h 550159"/>
              <a:gd name="connsiteX27" fmla="*/ 0 w 562014"/>
              <a:gd name="connsiteY27" fmla="*/ 507569 h 550159"/>
              <a:gd name="connsiteX28" fmla="*/ 0 w 562014"/>
              <a:gd name="connsiteY28" fmla="*/ 550159 h 550159"/>
              <a:gd name="connsiteX29" fmla="*/ 562014 w 562014"/>
              <a:gd name="connsiteY29" fmla="*/ 550159 h 550159"/>
              <a:gd name="connsiteX30" fmla="*/ 562014 w 562014"/>
              <a:gd name="connsiteY30" fmla="*/ 507569 h 5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62014" h="550159">
                <a:moveTo>
                  <a:pt x="44785" y="127331"/>
                </a:moveTo>
                <a:lnTo>
                  <a:pt x="9660" y="5708"/>
                </a:lnTo>
                <a:lnTo>
                  <a:pt x="29857" y="0"/>
                </a:lnTo>
                <a:lnTo>
                  <a:pt x="66739" y="127770"/>
                </a:lnTo>
                <a:lnTo>
                  <a:pt x="251589" y="127770"/>
                </a:lnTo>
                <a:lnTo>
                  <a:pt x="206804" y="480785"/>
                </a:lnTo>
                <a:lnTo>
                  <a:pt x="55762" y="480785"/>
                </a:lnTo>
                <a:lnTo>
                  <a:pt x="10538" y="127770"/>
                </a:lnTo>
                <a:lnTo>
                  <a:pt x="44785" y="127331"/>
                </a:lnTo>
                <a:close/>
                <a:moveTo>
                  <a:pt x="544012" y="333696"/>
                </a:moveTo>
                <a:cubicBezTo>
                  <a:pt x="544012" y="333696"/>
                  <a:pt x="549281" y="282324"/>
                  <a:pt x="471126" y="282324"/>
                </a:cubicBezTo>
                <a:lnTo>
                  <a:pt x="345990" y="282324"/>
                </a:lnTo>
                <a:cubicBezTo>
                  <a:pt x="267396" y="282324"/>
                  <a:pt x="273104" y="333696"/>
                  <a:pt x="273104" y="333696"/>
                </a:cubicBezTo>
                <a:lnTo>
                  <a:pt x="544012" y="333696"/>
                </a:lnTo>
                <a:close/>
                <a:moveTo>
                  <a:pt x="273104" y="429414"/>
                </a:moveTo>
                <a:cubicBezTo>
                  <a:pt x="273104" y="429414"/>
                  <a:pt x="267396" y="480785"/>
                  <a:pt x="345990" y="480785"/>
                </a:cubicBezTo>
                <a:lnTo>
                  <a:pt x="470687" y="480785"/>
                </a:lnTo>
                <a:cubicBezTo>
                  <a:pt x="548842" y="480785"/>
                  <a:pt x="543573" y="429414"/>
                  <a:pt x="543573" y="429414"/>
                </a:cubicBezTo>
                <a:lnTo>
                  <a:pt x="273104" y="429414"/>
                </a:lnTo>
                <a:close/>
                <a:moveTo>
                  <a:pt x="533474" y="404387"/>
                </a:moveTo>
                <a:cubicBezTo>
                  <a:pt x="546207" y="404387"/>
                  <a:pt x="556745" y="393849"/>
                  <a:pt x="556745" y="381116"/>
                </a:cubicBezTo>
                <a:cubicBezTo>
                  <a:pt x="556745" y="367944"/>
                  <a:pt x="546207" y="357845"/>
                  <a:pt x="533474" y="357845"/>
                </a:cubicBezTo>
                <a:lnTo>
                  <a:pt x="284959" y="357845"/>
                </a:lnTo>
                <a:cubicBezTo>
                  <a:pt x="271786" y="357845"/>
                  <a:pt x="261688" y="368383"/>
                  <a:pt x="261688" y="381116"/>
                </a:cubicBezTo>
                <a:cubicBezTo>
                  <a:pt x="261688" y="394288"/>
                  <a:pt x="272226" y="404387"/>
                  <a:pt x="284959" y="404387"/>
                </a:cubicBezTo>
                <a:lnTo>
                  <a:pt x="533474" y="404387"/>
                </a:lnTo>
                <a:close/>
                <a:moveTo>
                  <a:pt x="562014" y="507569"/>
                </a:moveTo>
                <a:lnTo>
                  <a:pt x="0" y="507569"/>
                </a:lnTo>
                <a:lnTo>
                  <a:pt x="0" y="550159"/>
                </a:lnTo>
                <a:lnTo>
                  <a:pt x="562014" y="550159"/>
                </a:lnTo>
                <a:lnTo>
                  <a:pt x="562014" y="507569"/>
                </a:lnTo>
                <a:close/>
              </a:path>
            </a:pathLst>
          </a:custGeom>
          <a:solidFill>
            <a:schemeClr val="tx1"/>
          </a:solidFill>
          <a:ln w="439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E1F30-B5B3-5C8E-5BA5-33B591E376B4}"/>
              </a:ext>
            </a:extLst>
          </p:cNvPr>
          <p:cNvSpPr txBox="1"/>
          <p:nvPr/>
        </p:nvSpPr>
        <p:spPr>
          <a:xfrm>
            <a:off x="646044" y="655982"/>
            <a:ext cx="10933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1. Coca-Cola generated strong revenue through high-frequency beverage purchases.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C207A-BF8F-8F01-78F6-A1817E0D9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126" y="2929480"/>
            <a:ext cx="4130151" cy="30783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684F4C-F754-8089-87CF-63A0DC1563A9}"/>
              </a:ext>
            </a:extLst>
          </p:cNvPr>
          <p:cNvSpPr/>
          <p:nvPr/>
        </p:nvSpPr>
        <p:spPr>
          <a:xfrm>
            <a:off x="8100392" y="2315817"/>
            <a:ext cx="2286000" cy="6136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305296-1241-468C-C438-7C74B6A65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84" y="2929480"/>
            <a:ext cx="5650124" cy="30783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63F0DD-E658-B307-A262-F088CD2BDCD2}"/>
              </a:ext>
            </a:extLst>
          </p:cNvPr>
          <p:cNvSpPr/>
          <p:nvPr/>
        </p:nvSpPr>
        <p:spPr>
          <a:xfrm>
            <a:off x="2497072" y="2315817"/>
            <a:ext cx="2425148" cy="6136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727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86282-2E22-9254-7E0E-4FC1F31D5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446" y="2963157"/>
            <a:ext cx="3856382" cy="32345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15AF9E-EC92-F0D2-BDAB-6C610ABFA5AA}"/>
              </a:ext>
            </a:extLst>
          </p:cNvPr>
          <p:cNvSpPr/>
          <p:nvPr/>
        </p:nvSpPr>
        <p:spPr>
          <a:xfrm>
            <a:off x="7898911" y="2386686"/>
            <a:ext cx="2375452" cy="5764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76DFB7-93B6-2144-57BE-55172C04E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172" y="2988178"/>
            <a:ext cx="4094922" cy="32095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D96709-6CC4-ED78-BA53-FBC462813692}"/>
              </a:ext>
            </a:extLst>
          </p:cNvPr>
          <p:cNvSpPr/>
          <p:nvPr/>
        </p:nvSpPr>
        <p:spPr>
          <a:xfrm>
            <a:off x="2036907" y="2386685"/>
            <a:ext cx="2375452" cy="5764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6CF54-BFD9-0A6F-F7F4-FE3CB59FCCA1}"/>
              </a:ext>
            </a:extLst>
          </p:cNvPr>
          <p:cNvSpPr txBox="1"/>
          <p:nvPr/>
        </p:nvSpPr>
        <p:spPr>
          <a:xfrm>
            <a:off x="729912" y="457848"/>
            <a:ext cx="10157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2. Coca-Cola flagship products contributed the majority of revenue.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50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A32B5-19F2-DD69-6C1A-0F9712DF5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960" y="2971539"/>
            <a:ext cx="4372073" cy="30018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5F6866-CBE3-3FF3-46AC-ED5200B013F6}"/>
              </a:ext>
            </a:extLst>
          </p:cNvPr>
          <p:cNvSpPr/>
          <p:nvPr/>
        </p:nvSpPr>
        <p:spPr>
          <a:xfrm>
            <a:off x="7305543" y="2375451"/>
            <a:ext cx="2414927" cy="5960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502D4-D51D-7E05-4B04-4A8EC2B6E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967" y="2971539"/>
            <a:ext cx="3868655" cy="30018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0BC21F-4868-7FE8-7F8A-AF45B2DF37B6}"/>
              </a:ext>
            </a:extLst>
          </p:cNvPr>
          <p:cNvSpPr/>
          <p:nvPr/>
        </p:nvSpPr>
        <p:spPr>
          <a:xfrm>
            <a:off x="2325757" y="2375451"/>
            <a:ext cx="2067339" cy="5960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80629-D4E6-2400-FED4-0732B0E1AE56}"/>
              </a:ext>
            </a:extLst>
          </p:cNvPr>
          <p:cNvSpPr txBox="1"/>
          <p:nvPr/>
        </p:nvSpPr>
        <p:spPr>
          <a:xfrm>
            <a:off x="844826" y="576470"/>
            <a:ext cx="10227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3. Juices &amp; Plant-Based beverages generated the highest revenue, indicating a growing shift toward health-conscious beverage consumption.</a:t>
            </a:r>
            <a:endParaRPr lang="en-IN" sz="24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24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CD5BE-AEC8-B6E4-46A7-1693F37F7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39" y="2697439"/>
            <a:ext cx="3737754" cy="35840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1E9BA7-D410-E15F-1D96-6752EFD7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89" y="2732760"/>
            <a:ext cx="4373068" cy="35880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F16CFD-9ED3-0C82-5003-54B4F0FBF51B}"/>
              </a:ext>
            </a:extLst>
          </p:cNvPr>
          <p:cNvSpPr/>
          <p:nvPr/>
        </p:nvSpPr>
        <p:spPr>
          <a:xfrm>
            <a:off x="8388627" y="2150788"/>
            <a:ext cx="1845215" cy="54665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A92994-857D-A6BD-C4BB-788F2AAFF204}"/>
              </a:ext>
            </a:extLst>
          </p:cNvPr>
          <p:cNvSpPr/>
          <p:nvPr/>
        </p:nvSpPr>
        <p:spPr>
          <a:xfrm>
            <a:off x="2619036" y="2176670"/>
            <a:ext cx="1898374" cy="5560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6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CD543-3C71-9B1D-06BB-DA0D1A7A755B}"/>
              </a:ext>
            </a:extLst>
          </p:cNvPr>
          <p:cNvSpPr txBox="1"/>
          <p:nvPr/>
        </p:nvSpPr>
        <p:spPr>
          <a:xfrm>
            <a:off x="775252" y="586409"/>
            <a:ext cx="103863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4. A small percentage of customers purchased significantly more frequently than others.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3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96190-621B-E5A9-27EB-CC5F516B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85" y="3269975"/>
            <a:ext cx="4079490" cy="27133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81929-D3FF-3B62-EB7C-424D19D2F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341" y="3269975"/>
            <a:ext cx="4079490" cy="27133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98146A-A073-9256-63F0-83A0C8C7E102}"/>
              </a:ext>
            </a:extLst>
          </p:cNvPr>
          <p:cNvSpPr/>
          <p:nvPr/>
        </p:nvSpPr>
        <p:spPr>
          <a:xfrm>
            <a:off x="7775264" y="2673626"/>
            <a:ext cx="2193684" cy="5963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9F535D-8AE0-F367-C211-681ED832CA28}"/>
              </a:ext>
            </a:extLst>
          </p:cNvPr>
          <p:cNvSpPr/>
          <p:nvPr/>
        </p:nvSpPr>
        <p:spPr>
          <a:xfrm>
            <a:off x="1610139" y="2673626"/>
            <a:ext cx="2193684" cy="59634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A7EF6-5F77-91C7-EFAE-B85D02DDBC16}"/>
              </a:ext>
            </a:extLst>
          </p:cNvPr>
          <p:cNvSpPr txBox="1"/>
          <p:nvPr/>
        </p:nvSpPr>
        <p:spPr>
          <a:xfrm>
            <a:off x="790685" y="655983"/>
            <a:ext cx="106591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5. Debit Card and Apple Pay generated the highest transaction value, reflecting strong customer preference for digital and cashless payment methods.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134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F27B9-CD7E-0BA1-9850-0FBCF80B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32094"/>
            <a:ext cx="4017931" cy="33937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C6453B-7F22-75F2-4E7B-51AA58779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732094"/>
            <a:ext cx="5479774" cy="33937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77C16F-7F3B-D569-A5AB-53E660485A2E}"/>
              </a:ext>
            </a:extLst>
          </p:cNvPr>
          <p:cNvSpPr/>
          <p:nvPr/>
        </p:nvSpPr>
        <p:spPr>
          <a:xfrm>
            <a:off x="7429500" y="2156789"/>
            <a:ext cx="2539447" cy="5753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E6C6FF-AAED-D832-D08B-12412469E5B3}"/>
              </a:ext>
            </a:extLst>
          </p:cNvPr>
          <p:cNvSpPr/>
          <p:nvPr/>
        </p:nvSpPr>
        <p:spPr>
          <a:xfrm>
            <a:off x="1865678" y="2156790"/>
            <a:ext cx="1997765" cy="57530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C6A84-05F0-841B-8547-DB7AB90FC9DE}"/>
              </a:ext>
            </a:extLst>
          </p:cNvPr>
          <p:cNvSpPr txBox="1"/>
          <p:nvPr/>
        </p:nvSpPr>
        <p:spPr>
          <a:xfrm>
            <a:off x="596348" y="467139"/>
            <a:ext cx="105454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6. RFM analysis identified high-value loyal customers and potential churn customers.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9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A7F10-415C-9648-0B9C-72ECEC735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5" y="2500890"/>
            <a:ext cx="4263886" cy="3768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AC8E1D-42D9-5A49-285E-4C7F27B0E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403" y="2502158"/>
            <a:ext cx="4695276" cy="37676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CB38B3-14E9-F83E-B061-1802632600A7}"/>
              </a:ext>
            </a:extLst>
          </p:cNvPr>
          <p:cNvSpPr/>
          <p:nvPr/>
        </p:nvSpPr>
        <p:spPr>
          <a:xfrm>
            <a:off x="1759226" y="1888435"/>
            <a:ext cx="2037522" cy="61245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33712B-CCE7-4A60-350A-B55CF4E0C029}"/>
              </a:ext>
            </a:extLst>
          </p:cNvPr>
          <p:cNvSpPr/>
          <p:nvPr/>
        </p:nvSpPr>
        <p:spPr>
          <a:xfrm>
            <a:off x="7583557" y="1888435"/>
            <a:ext cx="2196547" cy="61245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AC1B1-8759-A37B-76ED-EDBE90D37FCB}"/>
              </a:ext>
            </a:extLst>
          </p:cNvPr>
          <p:cNvSpPr txBox="1"/>
          <p:nvPr/>
        </p:nvSpPr>
        <p:spPr>
          <a:xfrm>
            <a:off x="755375" y="556591"/>
            <a:ext cx="10465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7. The segmentation analysis highlighted customer retention opportunities by identifying loyal high-frequency buyers and customers at risk of churn.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608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06EB8-10DC-A4F8-CAAA-D1F3A959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52" y="3110947"/>
            <a:ext cx="4671261" cy="29022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33E36-D511-0661-25F8-15DF38EB7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73" y="3110947"/>
            <a:ext cx="4214192" cy="29074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1281DA-653B-F6EE-CB33-8FD0DE89F031}"/>
              </a:ext>
            </a:extLst>
          </p:cNvPr>
          <p:cNvSpPr/>
          <p:nvPr/>
        </p:nvSpPr>
        <p:spPr>
          <a:xfrm>
            <a:off x="1958009" y="2534478"/>
            <a:ext cx="2474843" cy="5764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719E78-D41F-0C1E-6414-DA65B9A034B3}"/>
              </a:ext>
            </a:extLst>
          </p:cNvPr>
          <p:cNvSpPr/>
          <p:nvPr/>
        </p:nvSpPr>
        <p:spPr>
          <a:xfrm>
            <a:off x="8025847" y="2534478"/>
            <a:ext cx="2474843" cy="5764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32798-10A7-BF2E-C326-09F9924A8B6C}"/>
              </a:ext>
            </a:extLst>
          </p:cNvPr>
          <p:cNvSpPr txBox="1"/>
          <p:nvPr/>
        </p:nvSpPr>
        <p:spPr>
          <a:xfrm>
            <a:off x="725687" y="576469"/>
            <a:ext cx="10406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8. High CLV customers represented Coca-Cola’s most profitable consumer segment.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884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9B534-DE3F-5444-B538-FCC70B04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64" y="2979870"/>
            <a:ext cx="4437662" cy="29836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BBCD4F-6A8C-FFED-289F-F2E74947F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71" y="2979265"/>
            <a:ext cx="4529915" cy="29836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D6BE96-DF8D-975C-654B-E30651F3505C}"/>
              </a:ext>
            </a:extLst>
          </p:cNvPr>
          <p:cNvSpPr/>
          <p:nvPr/>
        </p:nvSpPr>
        <p:spPr>
          <a:xfrm>
            <a:off x="2010269" y="2375452"/>
            <a:ext cx="2375452" cy="6038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BB8E3F-AB8D-8AE0-9BD3-F552ED1F07DB}"/>
              </a:ext>
            </a:extLst>
          </p:cNvPr>
          <p:cNvSpPr/>
          <p:nvPr/>
        </p:nvSpPr>
        <p:spPr>
          <a:xfrm>
            <a:off x="7951304" y="2375452"/>
            <a:ext cx="2375453" cy="6038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ED02A-37DA-71D8-C615-0D0A90FF96FF}"/>
              </a:ext>
            </a:extLst>
          </p:cNvPr>
          <p:cNvSpPr txBox="1"/>
          <p:nvPr/>
        </p:nvSpPr>
        <p:spPr>
          <a:xfrm>
            <a:off x="815008" y="626165"/>
            <a:ext cx="10645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9. The monthly revenue trend analysis helped identify changing customer purchasing behavior and sales performance patterns over time.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30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42E70-68BF-C946-4ABD-12BF211DF1A9}"/>
              </a:ext>
            </a:extLst>
          </p:cNvPr>
          <p:cNvSpPr txBox="1"/>
          <p:nvPr/>
        </p:nvSpPr>
        <p:spPr>
          <a:xfrm>
            <a:off x="4194315" y="357808"/>
            <a:ext cx="3448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Final Insights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56AF5-10A0-2EC0-CFA0-99E2AA8CE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42" y="3856381"/>
            <a:ext cx="4282811" cy="2365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3E9054-3F7F-36E8-D026-2EA78ABBB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202" y="3856382"/>
            <a:ext cx="5660056" cy="2365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014935-C842-2A73-5732-23194AED5BEC}"/>
              </a:ext>
            </a:extLst>
          </p:cNvPr>
          <p:cNvSpPr/>
          <p:nvPr/>
        </p:nvSpPr>
        <p:spPr>
          <a:xfrm>
            <a:off x="1709530" y="3329610"/>
            <a:ext cx="2206487" cy="5267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Query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678E9B-8162-5ABE-BC70-1818602E8C0D}"/>
              </a:ext>
            </a:extLst>
          </p:cNvPr>
          <p:cNvSpPr/>
          <p:nvPr/>
        </p:nvSpPr>
        <p:spPr>
          <a:xfrm>
            <a:off x="7494104" y="3329610"/>
            <a:ext cx="2206487" cy="5267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Bahnschrift SemiBold SemiConden" panose="020B0502040204020203" pitchFamily="34" charset="0"/>
              </a:rPr>
              <a:t>Output</a:t>
            </a:r>
            <a:endParaRPr lang="en-IN" sz="3200" dirty="0">
              <a:solidFill>
                <a:schemeClr val="accent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8F5B4-44DE-0F68-AE0F-B7FAF2B7668C}"/>
              </a:ext>
            </a:extLst>
          </p:cNvPr>
          <p:cNvSpPr txBox="1"/>
          <p:nvPr/>
        </p:nvSpPr>
        <p:spPr>
          <a:xfrm>
            <a:off x="664742" y="1065694"/>
            <a:ext cx="106559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The SQL analysis demonstrated shifting consumer preferences toward healthier and premium beverage categories while identifying opportunities for customer retention and revenue optimization.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968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C15FA8B-AA90-659B-C842-2F357E8272A8}"/>
              </a:ext>
            </a:extLst>
          </p:cNvPr>
          <p:cNvGrpSpPr/>
          <p:nvPr/>
        </p:nvGrpSpPr>
        <p:grpSpPr>
          <a:xfrm>
            <a:off x="688219" y="1691809"/>
            <a:ext cx="4069962" cy="4069962"/>
            <a:chOff x="7225983" y="1038137"/>
            <a:chExt cx="4384800" cy="438480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67D51F5-A2F2-C9EE-7C08-AA4659CE115C}"/>
                </a:ext>
              </a:extLst>
            </p:cNvPr>
            <p:cNvSpPr/>
            <p:nvPr/>
          </p:nvSpPr>
          <p:spPr>
            <a:xfrm flipH="1" flipV="1">
              <a:off x="7226027" y="1038181"/>
              <a:ext cx="4384712" cy="438471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94B8BE71-45F2-0FEC-3DBD-2EFCE1EF2174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7225983" y="1038137"/>
              <a:ext cx="4384800" cy="438480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D5C3180-2696-B927-DDBF-FAFCDBFF1575}"/>
              </a:ext>
            </a:extLst>
          </p:cNvPr>
          <p:cNvGrpSpPr/>
          <p:nvPr/>
        </p:nvGrpSpPr>
        <p:grpSpPr>
          <a:xfrm>
            <a:off x="1347581" y="1369558"/>
            <a:ext cx="2472378" cy="4002638"/>
            <a:chOff x="1347581" y="1369558"/>
            <a:chExt cx="2472378" cy="4002638"/>
          </a:xfrm>
          <a:effectLst>
            <a:outerShdw blurRad="63500" dist="76200" dir="2700000" algn="tl" rotWithShape="0">
              <a:prstClr val="black">
                <a:alpha val="66000"/>
              </a:prstClr>
            </a:outerShdw>
          </a:effectLst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50E504F-B49A-97AF-422E-FF4AE6FF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1244" y="4204952"/>
              <a:ext cx="2108061" cy="1167244"/>
            </a:xfrm>
            <a:custGeom>
              <a:avLst/>
              <a:gdLst>
                <a:gd name="connsiteX0" fmla="*/ -430 w 2435379"/>
                <a:gd name="connsiteY0" fmla="*/ 136 h 1348482"/>
                <a:gd name="connsiteX1" fmla="*/ 2434950 w 2435379"/>
                <a:gd name="connsiteY1" fmla="*/ 136 h 1348482"/>
                <a:gd name="connsiteX2" fmla="*/ 2434950 w 2435379"/>
                <a:gd name="connsiteY2" fmla="*/ 1348619 h 1348482"/>
                <a:gd name="connsiteX3" fmla="*/ -430 w 2435379"/>
                <a:gd name="connsiteY3" fmla="*/ 1348619 h 1348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5379" h="1348482">
                  <a:moveTo>
                    <a:pt x="-430" y="136"/>
                  </a:moveTo>
                  <a:lnTo>
                    <a:pt x="2434950" y="136"/>
                  </a:lnTo>
                  <a:lnTo>
                    <a:pt x="2434950" y="1348619"/>
                  </a:lnTo>
                  <a:lnTo>
                    <a:pt x="-430" y="1348619"/>
                  </a:lnTo>
                  <a:close/>
                </a:path>
              </a:pathLst>
            </a:cu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257AB01-4586-648B-41CE-9A6CCBA92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5726" y="4180597"/>
              <a:ext cx="2108061" cy="1167244"/>
            </a:xfrm>
            <a:custGeom>
              <a:avLst/>
              <a:gdLst>
                <a:gd name="connsiteX0" fmla="*/ -454 w 2435379"/>
                <a:gd name="connsiteY0" fmla="*/ 133 h 1348482"/>
                <a:gd name="connsiteX1" fmla="*/ 2434926 w 2435379"/>
                <a:gd name="connsiteY1" fmla="*/ 133 h 1348482"/>
                <a:gd name="connsiteX2" fmla="*/ 2434926 w 2435379"/>
                <a:gd name="connsiteY2" fmla="*/ 1348616 h 1348482"/>
                <a:gd name="connsiteX3" fmla="*/ -454 w 2435379"/>
                <a:gd name="connsiteY3" fmla="*/ 1348616 h 1348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5379" h="1348482">
                  <a:moveTo>
                    <a:pt x="-454" y="133"/>
                  </a:moveTo>
                  <a:lnTo>
                    <a:pt x="2434926" y="133"/>
                  </a:lnTo>
                  <a:lnTo>
                    <a:pt x="2434926" y="1348616"/>
                  </a:lnTo>
                  <a:lnTo>
                    <a:pt x="-454" y="1348616"/>
                  </a:lnTo>
                  <a:close/>
                </a:path>
              </a:pathLst>
            </a:cu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44095DE-280E-1378-B1CD-B56A3ED9D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11898" y="4161070"/>
              <a:ext cx="2108061" cy="1167244"/>
            </a:xfrm>
            <a:custGeom>
              <a:avLst/>
              <a:gdLst>
                <a:gd name="connsiteX0" fmla="*/ -407 w 2435379"/>
                <a:gd name="connsiteY0" fmla="*/ 130 h 1348482"/>
                <a:gd name="connsiteX1" fmla="*/ 2434973 w 2435379"/>
                <a:gd name="connsiteY1" fmla="*/ 130 h 1348482"/>
                <a:gd name="connsiteX2" fmla="*/ 2434973 w 2435379"/>
                <a:gd name="connsiteY2" fmla="*/ 1348613 h 1348482"/>
                <a:gd name="connsiteX3" fmla="*/ -407 w 2435379"/>
                <a:gd name="connsiteY3" fmla="*/ 1348613 h 1348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5379" h="1348482">
                  <a:moveTo>
                    <a:pt x="-407" y="130"/>
                  </a:moveTo>
                  <a:lnTo>
                    <a:pt x="2434973" y="130"/>
                  </a:lnTo>
                  <a:lnTo>
                    <a:pt x="2434973" y="1348613"/>
                  </a:lnTo>
                  <a:lnTo>
                    <a:pt x="-407" y="1348613"/>
                  </a:lnTo>
                  <a:close/>
                </a:path>
              </a:pathLst>
            </a:custGeom>
          </p:spPr>
        </p:pic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104B408-5986-56AB-1EAE-5C3BE4A08872}"/>
                </a:ext>
              </a:extLst>
            </p:cNvPr>
            <p:cNvSpPr/>
            <p:nvPr/>
          </p:nvSpPr>
          <p:spPr>
            <a:xfrm>
              <a:off x="1789932" y="4419525"/>
              <a:ext cx="1580480" cy="639836"/>
            </a:xfrm>
            <a:custGeom>
              <a:avLst/>
              <a:gdLst>
                <a:gd name="connsiteX0" fmla="*/ 1825659 w 1825881"/>
                <a:gd name="connsiteY0" fmla="*/ 319892 h 739183"/>
                <a:gd name="connsiteX1" fmla="*/ 932838 w 1825881"/>
                <a:gd name="connsiteY1" fmla="*/ 735784 h 739183"/>
                <a:gd name="connsiteX2" fmla="*/ 222 w 1825881"/>
                <a:gd name="connsiteY2" fmla="*/ 419279 h 739183"/>
                <a:gd name="connsiteX3" fmla="*/ 893043 w 1825881"/>
                <a:gd name="connsiteY3" fmla="*/ 3404 h 739183"/>
                <a:gd name="connsiteX4" fmla="*/ 1825659 w 1825881"/>
                <a:gd name="connsiteY4" fmla="*/ 319908 h 739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881" h="739183">
                  <a:moveTo>
                    <a:pt x="1825659" y="319892"/>
                  </a:moveTo>
                  <a:cubicBezTo>
                    <a:pt x="1836668" y="522130"/>
                    <a:pt x="1436965" y="708341"/>
                    <a:pt x="932838" y="735784"/>
                  </a:cubicBezTo>
                  <a:cubicBezTo>
                    <a:pt x="428712" y="763226"/>
                    <a:pt x="11206" y="621551"/>
                    <a:pt x="222" y="419279"/>
                  </a:cubicBezTo>
                  <a:cubicBezTo>
                    <a:pt x="-10795" y="217049"/>
                    <a:pt x="388917" y="30855"/>
                    <a:pt x="893043" y="3404"/>
                  </a:cubicBezTo>
                  <a:cubicBezTo>
                    <a:pt x="1397119" y="-24056"/>
                    <a:pt x="1814675" y="117636"/>
                    <a:pt x="1825659" y="319908"/>
                  </a:cubicBezTo>
                  <a:close/>
                </a:path>
              </a:pathLst>
            </a:custGeom>
            <a:gradFill>
              <a:gsLst>
                <a:gs pos="0">
                  <a:srgbClr val="4B4B4B"/>
                </a:gs>
                <a:gs pos="30060">
                  <a:srgbClr val="A7A9AC"/>
                </a:gs>
                <a:gs pos="100000">
                  <a:srgbClr val="414042"/>
                </a:gs>
              </a:gsLst>
              <a:lin ang="0" scaled="1"/>
            </a:gra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44598C4-9201-FED9-87D8-40F53229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58073" y="1605410"/>
              <a:ext cx="2232684" cy="3377111"/>
            </a:xfrm>
            <a:custGeom>
              <a:avLst/>
              <a:gdLst>
                <a:gd name="connsiteX0" fmla="*/ -482 w 2579353"/>
                <a:gd name="connsiteY0" fmla="*/ -698 h 3901474"/>
                <a:gd name="connsiteX1" fmla="*/ 2578871 w 2579353"/>
                <a:gd name="connsiteY1" fmla="*/ -698 h 3901474"/>
                <a:gd name="connsiteX2" fmla="*/ 2578871 w 2579353"/>
                <a:gd name="connsiteY2" fmla="*/ 3900777 h 3901474"/>
                <a:gd name="connsiteX3" fmla="*/ -482 w 2579353"/>
                <a:gd name="connsiteY3" fmla="*/ 3900777 h 390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9353" h="3901474">
                  <a:moveTo>
                    <a:pt x="-482" y="-698"/>
                  </a:moveTo>
                  <a:lnTo>
                    <a:pt x="2578871" y="-698"/>
                  </a:lnTo>
                  <a:lnTo>
                    <a:pt x="2578871" y="3900777"/>
                  </a:lnTo>
                  <a:lnTo>
                    <a:pt x="-482" y="3900777"/>
                  </a:lnTo>
                  <a:close/>
                </a:path>
              </a:pathLst>
            </a:custGeom>
          </p:spPr>
        </p:pic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E3FEB17-65FE-B81A-C818-860AEA03E854}"/>
                </a:ext>
              </a:extLst>
            </p:cNvPr>
            <p:cNvSpPr/>
            <p:nvPr/>
          </p:nvSpPr>
          <p:spPr>
            <a:xfrm>
              <a:off x="1539643" y="1369558"/>
              <a:ext cx="1740101" cy="399630"/>
            </a:xfrm>
            <a:custGeom>
              <a:avLst/>
              <a:gdLst>
                <a:gd name="connsiteX0" fmla="*/ 2010210 w 2010286"/>
                <a:gd name="connsiteY0" fmla="*/ 176111 h 461680"/>
                <a:gd name="connsiteX1" fmla="*/ 1017352 w 2010286"/>
                <a:gd name="connsiteY1" fmla="*/ 455043 h 461680"/>
                <a:gd name="connsiteX2" fmla="*/ 76 w 2010286"/>
                <a:gd name="connsiteY2" fmla="*/ 285570 h 461680"/>
                <a:gd name="connsiteX3" fmla="*/ 992934 w 2010286"/>
                <a:gd name="connsiteY3" fmla="*/ 6638 h 461680"/>
                <a:gd name="connsiteX4" fmla="*/ 2010210 w 2010286"/>
                <a:gd name="connsiteY4" fmla="*/ 176111 h 46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0286" h="461680">
                  <a:moveTo>
                    <a:pt x="2010210" y="176111"/>
                  </a:moveTo>
                  <a:cubicBezTo>
                    <a:pt x="2016953" y="299933"/>
                    <a:pt x="1572452" y="424820"/>
                    <a:pt x="1017352" y="455043"/>
                  </a:cubicBezTo>
                  <a:cubicBezTo>
                    <a:pt x="462269" y="485274"/>
                    <a:pt x="6835" y="409392"/>
                    <a:pt x="76" y="285570"/>
                  </a:cubicBezTo>
                  <a:cubicBezTo>
                    <a:pt x="-6667" y="161748"/>
                    <a:pt x="437843" y="36869"/>
                    <a:pt x="992934" y="6638"/>
                  </a:cubicBezTo>
                  <a:cubicBezTo>
                    <a:pt x="1547958" y="-23593"/>
                    <a:pt x="2003451" y="52289"/>
                    <a:pt x="2010210" y="176111"/>
                  </a:cubicBezTo>
                  <a:close/>
                </a:path>
              </a:pathLst>
            </a:custGeom>
            <a:gradFill>
              <a:gsLst>
                <a:gs pos="0">
                  <a:srgbClr val="6D6E71"/>
                </a:gs>
                <a:gs pos="20250">
                  <a:srgbClr val="FFFFFF"/>
                </a:gs>
                <a:gs pos="45400">
                  <a:srgbClr val="737173"/>
                </a:gs>
                <a:gs pos="52150">
                  <a:srgbClr val="BCBEC0"/>
                </a:gs>
                <a:gs pos="63190">
                  <a:srgbClr val="939598"/>
                </a:gs>
                <a:gs pos="86500">
                  <a:srgbClr val="FFFFFF"/>
                </a:gs>
                <a:gs pos="100000">
                  <a:srgbClr val="58595B"/>
                </a:gs>
              </a:gsLst>
              <a:lin ang="0" scaled="1"/>
            </a:gra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353535B-D48D-3425-1C54-0ECF14D6DED0}"/>
                </a:ext>
              </a:extLst>
            </p:cNvPr>
            <p:cNvSpPr/>
            <p:nvPr/>
          </p:nvSpPr>
          <p:spPr>
            <a:xfrm>
              <a:off x="1632108" y="1494530"/>
              <a:ext cx="1567955" cy="270995"/>
            </a:xfrm>
            <a:custGeom>
              <a:avLst/>
              <a:gdLst>
                <a:gd name="connsiteX0" fmla="*/ 0 w 1811411"/>
                <a:gd name="connsiteY0" fmla="*/ 227991 h 313072"/>
                <a:gd name="connsiteX1" fmla="*/ 914704 w 1811411"/>
                <a:gd name="connsiteY1" fmla="*/ 306433 h 313072"/>
                <a:gd name="connsiteX2" fmla="*/ 1811411 w 1811411"/>
                <a:gd name="connsiteY2" fmla="*/ 131291 h 313072"/>
                <a:gd name="connsiteX3" fmla="*/ 895355 w 1811411"/>
                <a:gd name="connsiteY3" fmla="*/ 5686 h 313072"/>
                <a:gd name="connsiteX4" fmla="*/ 0 w 1811411"/>
                <a:gd name="connsiteY4" fmla="*/ 227991 h 313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1411" h="313072">
                  <a:moveTo>
                    <a:pt x="0" y="227991"/>
                  </a:moveTo>
                  <a:cubicBezTo>
                    <a:pt x="165645" y="294815"/>
                    <a:pt x="514232" y="328248"/>
                    <a:pt x="914704" y="306433"/>
                  </a:cubicBezTo>
                  <a:cubicBezTo>
                    <a:pt x="1311771" y="284811"/>
                    <a:pt x="1652212" y="214751"/>
                    <a:pt x="1811411" y="131291"/>
                  </a:cubicBezTo>
                  <a:cubicBezTo>
                    <a:pt x="1712970" y="36221"/>
                    <a:pt x="1338335" y="-18437"/>
                    <a:pt x="895355" y="5686"/>
                  </a:cubicBezTo>
                  <a:cubicBezTo>
                    <a:pt x="455206" y="29673"/>
                    <a:pt x="90575" y="123610"/>
                    <a:pt x="0" y="227991"/>
                  </a:cubicBezTo>
                  <a:close/>
                </a:path>
              </a:pathLst>
            </a:custGeom>
            <a:gradFill>
              <a:gsLst>
                <a:gs pos="0">
                  <a:srgbClr val="A7A9AC"/>
                </a:gs>
                <a:gs pos="49080">
                  <a:srgbClr val="FFFFFF"/>
                </a:gs>
                <a:gs pos="100000">
                  <a:srgbClr val="939598"/>
                </a:gs>
              </a:gsLst>
              <a:lin ang="0" scaled="1"/>
            </a:gra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612ECBA-86C4-12BC-227E-66BACA1F0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16455" y="1547480"/>
              <a:ext cx="1592016" cy="668752"/>
            </a:xfrm>
            <a:custGeom>
              <a:avLst/>
              <a:gdLst>
                <a:gd name="connsiteX0" fmla="*/ -294 w 1839208"/>
                <a:gd name="connsiteY0" fmla="*/ -119 h 772589"/>
                <a:gd name="connsiteX1" fmla="*/ 1838914 w 1839208"/>
                <a:gd name="connsiteY1" fmla="*/ -119 h 772589"/>
                <a:gd name="connsiteX2" fmla="*/ 1838914 w 1839208"/>
                <a:gd name="connsiteY2" fmla="*/ 772470 h 772589"/>
                <a:gd name="connsiteX3" fmla="*/ -294 w 1839208"/>
                <a:gd name="connsiteY3" fmla="*/ 772470 h 77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9208" h="772589">
                  <a:moveTo>
                    <a:pt x="-294" y="-119"/>
                  </a:moveTo>
                  <a:lnTo>
                    <a:pt x="1838914" y="-119"/>
                  </a:lnTo>
                  <a:lnTo>
                    <a:pt x="1838914" y="772470"/>
                  </a:lnTo>
                  <a:lnTo>
                    <a:pt x="-294" y="772470"/>
                  </a:lnTo>
                  <a:close/>
                </a:path>
              </a:pathLst>
            </a:custGeom>
          </p:spPr>
        </p:pic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B881D0B-9917-D6B6-4292-D5E2421C8BD8}"/>
                </a:ext>
              </a:extLst>
            </p:cNvPr>
            <p:cNvSpPr/>
            <p:nvPr/>
          </p:nvSpPr>
          <p:spPr>
            <a:xfrm>
              <a:off x="2319200" y="1508476"/>
              <a:ext cx="347456" cy="141400"/>
            </a:xfrm>
            <a:custGeom>
              <a:avLst/>
              <a:gdLst>
                <a:gd name="connsiteX0" fmla="*/ 364059 w 401406"/>
                <a:gd name="connsiteY0" fmla="*/ 81678 h 163355"/>
                <a:gd name="connsiteX1" fmla="*/ 249886 w 401406"/>
                <a:gd name="connsiteY1" fmla="*/ 163356 h 163355"/>
                <a:gd name="connsiteX2" fmla="*/ 13454 w 401406"/>
                <a:gd name="connsiteY2" fmla="*/ 163356 h 163355"/>
                <a:gd name="connsiteX3" fmla="*/ 37356 w 401406"/>
                <a:gd name="connsiteY3" fmla="*/ 81678 h 163355"/>
                <a:gd name="connsiteX4" fmla="*/ 151538 w 401406"/>
                <a:gd name="connsiteY4" fmla="*/ 0 h 163355"/>
                <a:gd name="connsiteX5" fmla="*/ 387962 w 401406"/>
                <a:gd name="connsiteY5" fmla="*/ 0 h 163355"/>
                <a:gd name="connsiteX6" fmla="*/ 364051 w 401406"/>
                <a:gd name="connsiteY6" fmla="*/ 81678 h 16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1406" h="163355">
                  <a:moveTo>
                    <a:pt x="364059" y="81678"/>
                  </a:moveTo>
                  <a:cubicBezTo>
                    <a:pt x="325920" y="126788"/>
                    <a:pt x="274820" y="163356"/>
                    <a:pt x="249886" y="163356"/>
                  </a:cubicBezTo>
                  <a:lnTo>
                    <a:pt x="13454" y="163356"/>
                  </a:lnTo>
                  <a:cubicBezTo>
                    <a:pt x="-11471" y="163356"/>
                    <a:pt x="-774" y="126788"/>
                    <a:pt x="37356" y="81678"/>
                  </a:cubicBezTo>
                  <a:cubicBezTo>
                    <a:pt x="75496" y="36568"/>
                    <a:pt x="126596" y="0"/>
                    <a:pt x="151538" y="0"/>
                  </a:cubicBezTo>
                  <a:lnTo>
                    <a:pt x="387962" y="0"/>
                  </a:lnTo>
                  <a:cubicBezTo>
                    <a:pt x="412887" y="0"/>
                    <a:pt x="402157" y="36568"/>
                    <a:pt x="364051" y="81678"/>
                  </a:cubicBezTo>
                  <a:close/>
                </a:path>
              </a:pathLst>
            </a:custGeom>
            <a:solidFill>
              <a:srgbClr val="231F20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grpSp>
          <p:nvGrpSpPr>
            <p:cNvPr id="77" name="Graphic 6">
              <a:extLst>
                <a:ext uri="{FF2B5EF4-FFF2-40B4-BE49-F238E27FC236}">
                  <a16:creationId xmlns:a16="http://schemas.microsoft.com/office/drawing/2014/main" id="{619A3AF4-8F68-B5BA-1465-ECD4FE33FAA5}"/>
                </a:ext>
              </a:extLst>
            </p:cNvPr>
            <p:cNvGrpSpPr/>
            <p:nvPr/>
          </p:nvGrpSpPr>
          <p:grpSpPr>
            <a:xfrm>
              <a:off x="2455475" y="1670831"/>
              <a:ext cx="113470" cy="98911"/>
              <a:chOff x="7594894" y="1269199"/>
              <a:chExt cx="131088" cy="114269"/>
            </a:xfrm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C36BF64-B6F5-4795-F3C6-E838FF592792}"/>
                  </a:ext>
                </a:extLst>
              </p:cNvPr>
              <p:cNvSpPr/>
              <p:nvPr/>
            </p:nvSpPr>
            <p:spPr>
              <a:xfrm>
                <a:off x="7725180" y="1269199"/>
                <a:ext cx="802" cy="35292"/>
              </a:xfrm>
              <a:custGeom>
                <a:avLst/>
                <a:gdLst>
                  <a:gd name="connsiteX0" fmla="*/ 803 w 802"/>
                  <a:gd name="connsiteY0" fmla="*/ 0 h 35292"/>
                  <a:gd name="connsiteX1" fmla="*/ 34 w 802"/>
                  <a:gd name="connsiteY1" fmla="*/ 34456 h 35292"/>
                  <a:gd name="connsiteX2" fmla="*/ 0 w 802"/>
                  <a:gd name="connsiteY2" fmla="*/ 35292 h 35292"/>
                  <a:gd name="connsiteX3" fmla="*/ 769 w 802"/>
                  <a:gd name="connsiteY3" fmla="*/ 836 h 35292"/>
                  <a:gd name="connsiteX4" fmla="*/ 769 w 802"/>
                  <a:gd name="connsiteY4" fmla="*/ 0 h 35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" h="35292">
                    <a:moveTo>
                      <a:pt x="803" y="0"/>
                    </a:moveTo>
                    <a:lnTo>
                      <a:pt x="34" y="34456"/>
                    </a:lnTo>
                    <a:cubicBezTo>
                      <a:pt x="34" y="34734"/>
                      <a:pt x="17" y="35013"/>
                      <a:pt x="0" y="35292"/>
                    </a:cubicBezTo>
                    <a:lnTo>
                      <a:pt x="769" y="836"/>
                    </a:lnTo>
                    <a:lnTo>
                      <a:pt x="769" y="0"/>
                    </a:lnTo>
                  </a:path>
                </a:pathLst>
              </a:custGeom>
              <a:solidFill>
                <a:srgbClr val="8A8A8A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031D7F4-6392-CBB8-C14C-AA2F99B77F5A}"/>
                  </a:ext>
                </a:extLst>
              </p:cNvPr>
              <p:cNvSpPr/>
              <p:nvPr/>
            </p:nvSpPr>
            <p:spPr>
              <a:xfrm>
                <a:off x="7724521" y="1270035"/>
                <a:ext cx="1461" cy="38164"/>
              </a:xfrm>
              <a:custGeom>
                <a:avLst/>
                <a:gdLst>
                  <a:gd name="connsiteX0" fmla="*/ 1462 w 1461"/>
                  <a:gd name="connsiteY0" fmla="*/ 0 h 38164"/>
                  <a:gd name="connsiteX1" fmla="*/ 693 w 1461"/>
                  <a:gd name="connsiteY1" fmla="*/ 34456 h 38164"/>
                  <a:gd name="connsiteX2" fmla="*/ 0 w 1461"/>
                  <a:gd name="connsiteY2" fmla="*/ 38165 h 38164"/>
                  <a:gd name="connsiteX3" fmla="*/ 769 w 1461"/>
                  <a:gd name="connsiteY3" fmla="*/ 3709 h 38164"/>
                  <a:gd name="connsiteX4" fmla="*/ 1445 w 1461"/>
                  <a:gd name="connsiteY4" fmla="*/ 0 h 38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1" h="38164">
                    <a:moveTo>
                      <a:pt x="1462" y="0"/>
                    </a:moveTo>
                    <a:lnTo>
                      <a:pt x="693" y="34456"/>
                    </a:lnTo>
                    <a:cubicBezTo>
                      <a:pt x="592" y="35638"/>
                      <a:pt x="363" y="36872"/>
                      <a:pt x="0" y="38165"/>
                    </a:cubicBezTo>
                    <a:lnTo>
                      <a:pt x="769" y="3709"/>
                    </a:lnTo>
                    <a:cubicBezTo>
                      <a:pt x="1107" y="2425"/>
                      <a:pt x="1276" y="1183"/>
                      <a:pt x="1445" y="0"/>
                    </a:cubicBezTo>
                  </a:path>
                </a:pathLst>
              </a:custGeom>
              <a:solidFill>
                <a:srgbClr val="8C8C8C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C10B6E3-0C8A-0DE1-1561-1D77057E0177}"/>
                  </a:ext>
                </a:extLst>
              </p:cNvPr>
              <p:cNvSpPr/>
              <p:nvPr/>
            </p:nvSpPr>
            <p:spPr>
              <a:xfrm>
                <a:off x="7722603" y="1273744"/>
                <a:ext cx="2712" cy="39381"/>
              </a:xfrm>
              <a:custGeom>
                <a:avLst/>
                <a:gdLst>
                  <a:gd name="connsiteX0" fmla="*/ 2704 w 2712"/>
                  <a:gd name="connsiteY0" fmla="*/ 0 h 39381"/>
                  <a:gd name="connsiteX1" fmla="*/ 1935 w 2712"/>
                  <a:gd name="connsiteY1" fmla="*/ 34456 h 39381"/>
                  <a:gd name="connsiteX2" fmla="*/ 0 w 2712"/>
                  <a:gd name="connsiteY2" fmla="*/ 39381 h 39381"/>
                  <a:gd name="connsiteX3" fmla="*/ 769 w 2712"/>
                  <a:gd name="connsiteY3" fmla="*/ 4926 h 39381"/>
                  <a:gd name="connsiteX4" fmla="*/ 2712 w 2712"/>
                  <a:gd name="connsiteY4" fmla="*/ 0 h 3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12" h="39381">
                    <a:moveTo>
                      <a:pt x="2704" y="0"/>
                    </a:moveTo>
                    <a:lnTo>
                      <a:pt x="1935" y="34456"/>
                    </a:lnTo>
                    <a:cubicBezTo>
                      <a:pt x="1495" y="36027"/>
                      <a:pt x="845" y="37666"/>
                      <a:pt x="0" y="39381"/>
                    </a:cubicBezTo>
                    <a:lnTo>
                      <a:pt x="769" y="4926"/>
                    </a:lnTo>
                    <a:cubicBezTo>
                      <a:pt x="1614" y="3211"/>
                      <a:pt x="2205" y="1563"/>
                      <a:pt x="2712" y="0"/>
                    </a:cubicBezTo>
                  </a:path>
                </a:pathLst>
              </a:custGeom>
              <a:solidFill>
                <a:srgbClr val="8F8F8F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B47BBF6-1146-D668-33AB-B49312A7D7BB}"/>
                  </a:ext>
                </a:extLst>
              </p:cNvPr>
              <p:cNvSpPr/>
              <p:nvPr/>
            </p:nvSpPr>
            <p:spPr>
              <a:xfrm>
                <a:off x="7718336" y="1278670"/>
                <a:ext cx="5027" cy="41409"/>
              </a:xfrm>
              <a:custGeom>
                <a:avLst/>
                <a:gdLst>
                  <a:gd name="connsiteX0" fmla="*/ 5027 w 5027"/>
                  <a:gd name="connsiteY0" fmla="*/ 0 h 41409"/>
                  <a:gd name="connsiteX1" fmla="*/ 4258 w 5027"/>
                  <a:gd name="connsiteY1" fmla="*/ 34456 h 41409"/>
                  <a:gd name="connsiteX2" fmla="*/ 0 w 5027"/>
                  <a:gd name="connsiteY2" fmla="*/ 41409 h 41409"/>
                  <a:gd name="connsiteX3" fmla="*/ 769 w 5027"/>
                  <a:gd name="connsiteY3" fmla="*/ 6954 h 41409"/>
                  <a:gd name="connsiteX4" fmla="*/ 4993 w 5027"/>
                  <a:gd name="connsiteY4" fmla="*/ 0 h 41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27" h="41409">
                    <a:moveTo>
                      <a:pt x="5027" y="0"/>
                    </a:moveTo>
                    <a:lnTo>
                      <a:pt x="4258" y="34456"/>
                    </a:lnTo>
                    <a:cubicBezTo>
                      <a:pt x="3168" y="36661"/>
                      <a:pt x="1749" y="38993"/>
                      <a:pt x="0" y="41409"/>
                    </a:cubicBezTo>
                    <a:lnTo>
                      <a:pt x="769" y="6954"/>
                    </a:lnTo>
                    <a:cubicBezTo>
                      <a:pt x="2459" y="4537"/>
                      <a:pt x="3895" y="2214"/>
                      <a:pt x="4993" y="0"/>
                    </a:cubicBezTo>
                  </a:path>
                </a:pathLst>
              </a:custGeom>
              <a:solidFill>
                <a:srgbClr val="919191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786684BE-29B4-2BAC-10DA-52358661941E}"/>
                  </a:ext>
                </a:extLst>
              </p:cNvPr>
              <p:cNvSpPr/>
              <p:nvPr/>
            </p:nvSpPr>
            <p:spPr>
              <a:xfrm>
                <a:off x="7709389" y="1285624"/>
                <a:ext cx="9665" cy="44712"/>
              </a:xfrm>
              <a:custGeom>
                <a:avLst/>
                <a:gdLst>
                  <a:gd name="connsiteX0" fmla="*/ 9666 w 9665"/>
                  <a:gd name="connsiteY0" fmla="*/ 0 h 44712"/>
                  <a:gd name="connsiteX1" fmla="*/ 8897 w 9665"/>
                  <a:gd name="connsiteY1" fmla="*/ 34456 h 44712"/>
                  <a:gd name="connsiteX2" fmla="*/ 0 w 9665"/>
                  <a:gd name="connsiteY2" fmla="*/ 44713 h 44712"/>
                  <a:gd name="connsiteX3" fmla="*/ 769 w 9665"/>
                  <a:gd name="connsiteY3" fmla="*/ 10257 h 44712"/>
                  <a:gd name="connsiteX4" fmla="*/ 9641 w 9665"/>
                  <a:gd name="connsiteY4" fmla="*/ 0 h 44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5" h="44712">
                    <a:moveTo>
                      <a:pt x="9666" y="0"/>
                    </a:moveTo>
                    <a:lnTo>
                      <a:pt x="8897" y="34456"/>
                    </a:lnTo>
                    <a:cubicBezTo>
                      <a:pt x="6540" y="37717"/>
                      <a:pt x="3574" y="41147"/>
                      <a:pt x="0" y="44713"/>
                    </a:cubicBezTo>
                    <a:lnTo>
                      <a:pt x="769" y="10257"/>
                    </a:lnTo>
                    <a:cubicBezTo>
                      <a:pt x="4318" y="6700"/>
                      <a:pt x="7275" y="3261"/>
                      <a:pt x="9641" y="0"/>
                    </a:cubicBezTo>
                  </a:path>
                </a:pathLst>
              </a:custGeom>
              <a:solidFill>
                <a:srgbClr val="949494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7D0A571C-82C8-E4D7-ED8A-598AD6CD8BCF}"/>
                  </a:ext>
                </a:extLst>
              </p:cNvPr>
              <p:cNvSpPr/>
              <p:nvPr/>
            </p:nvSpPr>
            <p:spPr>
              <a:xfrm>
                <a:off x="7690488" y="1295890"/>
                <a:ext cx="19695" cy="50314"/>
              </a:xfrm>
              <a:custGeom>
                <a:avLst/>
                <a:gdLst>
                  <a:gd name="connsiteX0" fmla="*/ 19695 w 19695"/>
                  <a:gd name="connsiteY0" fmla="*/ 0 h 50314"/>
                  <a:gd name="connsiteX1" fmla="*/ 18926 w 19695"/>
                  <a:gd name="connsiteY1" fmla="*/ 34456 h 50314"/>
                  <a:gd name="connsiteX2" fmla="*/ 11482 w 19695"/>
                  <a:gd name="connsiteY2" fmla="*/ 41316 h 50314"/>
                  <a:gd name="connsiteX3" fmla="*/ 0 w 19695"/>
                  <a:gd name="connsiteY3" fmla="*/ 50315 h 50314"/>
                  <a:gd name="connsiteX4" fmla="*/ 769 w 19695"/>
                  <a:gd name="connsiteY4" fmla="*/ 15859 h 50314"/>
                  <a:gd name="connsiteX5" fmla="*/ 12243 w 19695"/>
                  <a:gd name="connsiteY5" fmla="*/ 6861 h 50314"/>
                  <a:gd name="connsiteX6" fmla="*/ 19678 w 19695"/>
                  <a:gd name="connsiteY6" fmla="*/ 0 h 5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695" h="50314">
                    <a:moveTo>
                      <a:pt x="19695" y="0"/>
                    </a:moveTo>
                    <a:lnTo>
                      <a:pt x="18926" y="34456"/>
                    </a:lnTo>
                    <a:cubicBezTo>
                      <a:pt x="16679" y="36695"/>
                      <a:pt x="14203" y="38984"/>
                      <a:pt x="11482" y="41316"/>
                    </a:cubicBezTo>
                    <a:cubicBezTo>
                      <a:pt x="7883" y="44400"/>
                      <a:pt x="4022" y="47408"/>
                      <a:pt x="0" y="50315"/>
                    </a:cubicBezTo>
                    <a:lnTo>
                      <a:pt x="769" y="15859"/>
                    </a:lnTo>
                    <a:cubicBezTo>
                      <a:pt x="4808" y="12953"/>
                      <a:pt x="8652" y="9936"/>
                      <a:pt x="12243" y="6861"/>
                    </a:cubicBezTo>
                    <a:cubicBezTo>
                      <a:pt x="14947" y="4529"/>
                      <a:pt x="17397" y="2239"/>
                      <a:pt x="19678" y="0"/>
                    </a:cubicBezTo>
                  </a:path>
                </a:pathLst>
              </a:custGeom>
              <a:solidFill>
                <a:srgbClr val="969696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87A6109C-EB70-2FDA-BDDB-CB6D3816F61D}"/>
                  </a:ext>
                </a:extLst>
              </p:cNvPr>
              <p:cNvSpPr/>
              <p:nvPr/>
            </p:nvSpPr>
            <p:spPr>
              <a:xfrm>
                <a:off x="7645792" y="1311749"/>
                <a:ext cx="45464" cy="59321"/>
              </a:xfrm>
              <a:custGeom>
                <a:avLst/>
                <a:gdLst>
                  <a:gd name="connsiteX0" fmla="*/ 45465 w 45464"/>
                  <a:gd name="connsiteY0" fmla="*/ 0 h 59321"/>
                  <a:gd name="connsiteX1" fmla="*/ 44696 w 45464"/>
                  <a:gd name="connsiteY1" fmla="*/ 34456 h 59321"/>
                  <a:gd name="connsiteX2" fmla="*/ 0 w 45464"/>
                  <a:gd name="connsiteY2" fmla="*/ 59321 h 59321"/>
                  <a:gd name="connsiteX3" fmla="*/ 769 w 45464"/>
                  <a:gd name="connsiteY3" fmla="*/ 24866 h 59321"/>
                  <a:gd name="connsiteX4" fmla="*/ 45465 w 45464"/>
                  <a:gd name="connsiteY4" fmla="*/ 0 h 59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464" h="59321">
                    <a:moveTo>
                      <a:pt x="45465" y="0"/>
                    </a:moveTo>
                    <a:lnTo>
                      <a:pt x="44696" y="34456"/>
                    </a:lnTo>
                    <a:cubicBezTo>
                      <a:pt x="31152" y="44197"/>
                      <a:pt x="15479" y="52824"/>
                      <a:pt x="0" y="59321"/>
                    </a:cubicBezTo>
                    <a:lnTo>
                      <a:pt x="769" y="24866"/>
                    </a:lnTo>
                    <a:cubicBezTo>
                      <a:pt x="16231" y="18368"/>
                      <a:pt x="31946" y="9742"/>
                      <a:pt x="45465" y="0"/>
                    </a:cubicBezTo>
                  </a:path>
                </a:pathLst>
              </a:custGeom>
              <a:solidFill>
                <a:srgbClr val="999999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535BA0DC-D977-6E3E-281E-598A57F75562}"/>
                  </a:ext>
                </a:extLst>
              </p:cNvPr>
              <p:cNvSpPr/>
              <p:nvPr/>
            </p:nvSpPr>
            <p:spPr>
              <a:xfrm>
                <a:off x="7628235" y="1336606"/>
                <a:ext cx="18343" cy="40919"/>
              </a:xfrm>
              <a:custGeom>
                <a:avLst/>
                <a:gdLst>
                  <a:gd name="connsiteX0" fmla="*/ 18326 w 18343"/>
                  <a:gd name="connsiteY0" fmla="*/ 0 h 40919"/>
                  <a:gd name="connsiteX1" fmla="*/ 17557 w 18343"/>
                  <a:gd name="connsiteY1" fmla="*/ 34456 h 40919"/>
                  <a:gd name="connsiteX2" fmla="*/ 0 w 18343"/>
                  <a:gd name="connsiteY2" fmla="*/ 40919 h 40919"/>
                  <a:gd name="connsiteX3" fmla="*/ 769 w 18343"/>
                  <a:gd name="connsiteY3" fmla="*/ 6464 h 40919"/>
                  <a:gd name="connsiteX4" fmla="*/ 18343 w 18343"/>
                  <a:gd name="connsiteY4" fmla="*/ 0 h 40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43" h="40919">
                    <a:moveTo>
                      <a:pt x="18326" y="0"/>
                    </a:moveTo>
                    <a:lnTo>
                      <a:pt x="17557" y="34456"/>
                    </a:lnTo>
                    <a:cubicBezTo>
                      <a:pt x="11626" y="36940"/>
                      <a:pt x="5737" y="39111"/>
                      <a:pt x="0" y="40919"/>
                    </a:cubicBezTo>
                    <a:lnTo>
                      <a:pt x="769" y="6464"/>
                    </a:lnTo>
                    <a:cubicBezTo>
                      <a:pt x="6514" y="4664"/>
                      <a:pt x="12429" y="2492"/>
                      <a:pt x="18343" y="0"/>
                    </a:cubicBezTo>
                  </a:path>
                </a:pathLst>
              </a:custGeom>
              <a:solidFill>
                <a:srgbClr val="9C9C9C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62B43BA-54A9-5C86-3F96-B92E1D6BBF63}"/>
                  </a:ext>
                </a:extLst>
              </p:cNvPr>
              <p:cNvSpPr/>
              <p:nvPr/>
            </p:nvSpPr>
            <p:spPr>
              <a:xfrm>
                <a:off x="7607644" y="1343078"/>
                <a:ext cx="21342" cy="39381"/>
              </a:xfrm>
              <a:custGeom>
                <a:avLst/>
                <a:gdLst>
                  <a:gd name="connsiteX0" fmla="*/ 21343 w 21342"/>
                  <a:gd name="connsiteY0" fmla="*/ 0 h 39381"/>
                  <a:gd name="connsiteX1" fmla="*/ 20574 w 21342"/>
                  <a:gd name="connsiteY1" fmla="*/ 34456 h 39381"/>
                  <a:gd name="connsiteX2" fmla="*/ 0 w 21342"/>
                  <a:gd name="connsiteY2" fmla="*/ 39381 h 39381"/>
                  <a:gd name="connsiteX3" fmla="*/ 777 w 21342"/>
                  <a:gd name="connsiteY3" fmla="*/ 4926 h 39381"/>
                  <a:gd name="connsiteX4" fmla="*/ 21309 w 21342"/>
                  <a:gd name="connsiteY4" fmla="*/ 0 h 3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342" h="39381">
                    <a:moveTo>
                      <a:pt x="21343" y="0"/>
                    </a:moveTo>
                    <a:lnTo>
                      <a:pt x="20574" y="34456"/>
                    </a:lnTo>
                    <a:cubicBezTo>
                      <a:pt x="13375" y="36720"/>
                      <a:pt x="6438" y="38393"/>
                      <a:pt x="0" y="39381"/>
                    </a:cubicBezTo>
                    <a:lnTo>
                      <a:pt x="777" y="4926"/>
                    </a:lnTo>
                    <a:cubicBezTo>
                      <a:pt x="7199" y="3937"/>
                      <a:pt x="14127" y="2256"/>
                      <a:pt x="21309" y="0"/>
                    </a:cubicBezTo>
                  </a:path>
                </a:pathLst>
              </a:custGeom>
              <a:solidFill>
                <a:srgbClr val="999999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402C75FE-6D75-F72D-1652-F5BFE32DFF5A}"/>
                  </a:ext>
                </a:extLst>
              </p:cNvPr>
              <p:cNvSpPr/>
              <p:nvPr/>
            </p:nvSpPr>
            <p:spPr>
              <a:xfrm>
                <a:off x="7601062" y="1348004"/>
                <a:ext cx="7392" cy="35241"/>
              </a:xfrm>
              <a:custGeom>
                <a:avLst/>
                <a:gdLst>
                  <a:gd name="connsiteX0" fmla="*/ 7393 w 7392"/>
                  <a:gd name="connsiteY0" fmla="*/ 0 h 35241"/>
                  <a:gd name="connsiteX1" fmla="*/ 6616 w 7392"/>
                  <a:gd name="connsiteY1" fmla="*/ 34456 h 35241"/>
                  <a:gd name="connsiteX2" fmla="*/ 0 w 7392"/>
                  <a:gd name="connsiteY2" fmla="*/ 35241 h 35241"/>
                  <a:gd name="connsiteX3" fmla="*/ 777 w 7392"/>
                  <a:gd name="connsiteY3" fmla="*/ 786 h 35241"/>
                  <a:gd name="connsiteX4" fmla="*/ 7368 w 7392"/>
                  <a:gd name="connsiteY4" fmla="*/ 0 h 35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92" h="35241">
                    <a:moveTo>
                      <a:pt x="7393" y="0"/>
                    </a:moveTo>
                    <a:lnTo>
                      <a:pt x="6616" y="34456"/>
                    </a:lnTo>
                    <a:cubicBezTo>
                      <a:pt x="4343" y="34810"/>
                      <a:pt x="2138" y="35072"/>
                      <a:pt x="0" y="35241"/>
                    </a:cubicBezTo>
                    <a:lnTo>
                      <a:pt x="777" y="786"/>
                    </a:lnTo>
                    <a:cubicBezTo>
                      <a:pt x="2890" y="608"/>
                      <a:pt x="5086" y="346"/>
                      <a:pt x="7368" y="0"/>
                    </a:cubicBezTo>
                  </a:path>
                </a:pathLst>
              </a:custGeom>
              <a:solidFill>
                <a:srgbClr val="969696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665C148D-28D1-9A34-150E-2D80F3F37E67}"/>
                  </a:ext>
                </a:extLst>
              </p:cNvPr>
              <p:cNvSpPr/>
              <p:nvPr/>
            </p:nvSpPr>
            <p:spPr>
              <a:xfrm>
                <a:off x="7596795" y="1348781"/>
                <a:ext cx="4993" cy="34675"/>
              </a:xfrm>
              <a:custGeom>
                <a:avLst/>
                <a:gdLst>
                  <a:gd name="connsiteX0" fmla="*/ 4985 w 4993"/>
                  <a:gd name="connsiteY0" fmla="*/ 0 h 34675"/>
                  <a:gd name="connsiteX1" fmla="*/ 4208 w 4993"/>
                  <a:gd name="connsiteY1" fmla="*/ 34456 h 34675"/>
                  <a:gd name="connsiteX2" fmla="*/ 0 w 4993"/>
                  <a:gd name="connsiteY2" fmla="*/ 34675 h 34675"/>
                  <a:gd name="connsiteX3" fmla="*/ 769 w 4993"/>
                  <a:gd name="connsiteY3" fmla="*/ 220 h 34675"/>
                  <a:gd name="connsiteX4" fmla="*/ 4993 w 4993"/>
                  <a:gd name="connsiteY4" fmla="*/ 0 h 3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3" h="34675">
                    <a:moveTo>
                      <a:pt x="4985" y="0"/>
                    </a:moveTo>
                    <a:lnTo>
                      <a:pt x="4208" y="34456"/>
                    </a:lnTo>
                    <a:cubicBezTo>
                      <a:pt x="2771" y="34574"/>
                      <a:pt x="1360" y="34641"/>
                      <a:pt x="0" y="34675"/>
                    </a:cubicBezTo>
                    <a:lnTo>
                      <a:pt x="769" y="220"/>
                    </a:lnTo>
                    <a:cubicBezTo>
                      <a:pt x="2205" y="194"/>
                      <a:pt x="3557" y="118"/>
                      <a:pt x="4993" y="0"/>
                    </a:cubicBezTo>
                  </a:path>
                </a:pathLst>
              </a:custGeom>
              <a:solidFill>
                <a:srgbClr val="949494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18D6D61-E957-F4D3-024C-FF7174B9CD7E}"/>
                  </a:ext>
                </a:extLst>
              </p:cNvPr>
              <p:cNvSpPr/>
              <p:nvPr/>
            </p:nvSpPr>
            <p:spPr>
              <a:xfrm>
                <a:off x="7594894" y="1349001"/>
                <a:ext cx="2745" cy="34467"/>
              </a:xfrm>
              <a:custGeom>
                <a:avLst/>
                <a:gdLst>
                  <a:gd name="connsiteX0" fmla="*/ 2746 w 2745"/>
                  <a:gd name="connsiteY0" fmla="*/ 0 h 34467"/>
                  <a:gd name="connsiteX1" fmla="*/ 1977 w 2745"/>
                  <a:gd name="connsiteY1" fmla="*/ 34456 h 34467"/>
                  <a:gd name="connsiteX2" fmla="*/ 0 w 2745"/>
                  <a:gd name="connsiteY2" fmla="*/ 34464 h 34467"/>
                  <a:gd name="connsiteX3" fmla="*/ 777 w 2745"/>
                  <a:gd name="connsiteY3" fmla="*/ 8 h 34467"/>
                  <a:gd name="connsiteX4" fmla="*/ 2721 w 2745"/>
                  <a:gd name="connsiteY4" fmla="*/ 0 h 34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5" h="34467">
                    <a:moveTo>
                      <a:pt x="2746" y="0"/>
                    </a:moveTo>
                    <a:lnTo>
                      <a:pt x="1977" y="34456"/>
                    </a:lnTo>
                    <a:cubicBezTo>
                      <a:pt x="1310" y="34464"/>
                      <a:pt x="651" y="34473"/>
                      <a:pt x="0" y="34464"/>
                    </a:cubicBezTo>
                    <a:lnTo>
                      <a:pt x="777" y="8"/>
                    </a:lnTo>
                    <a:cubicBezTo>
                      <a:pt x="1369" y="25"/>
                      <a:pt x="2045" y="17"/>
                      <a:pt x="2721" y="0"/>
                    </a:cubicBezTo>
                  </a:path>
                </a:pathLst>
              </a:custGeom>
              <a:solidFill>
                <a:srgbClr val="919191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B890C5C-457D-8B79-8BF4-CD253FA62D8C}"/>
                </a:ext>
              </a:extLst>
            </p:cNvPr>
            <p:cNvSpPr/>
            <p:nvPr/>
          </p:nvSpPr>
          <p:spPr>
            <a:xfrm>
              <a:off x="2217090" y="1737734"/>
              <a:ext cx="239006" cy="32011"/>
            </a:xfrm>
            <a:custGeom>
              <a:avLst/>
              <a:gdLst>
                <a:gd name="connsiteX0" fmla="*/ 276118 w 276117"/>
                <a:gd name="connsiteY0" fmla="*/ 2526 h 36981"/>
                <a:gd name="connsiteX1" fmla="*/ 275357 w 276117"/>
                <a:gd name="connsiteY1" fmla="*/ 36982 h 36981"/>
                <a:gd name="connsiteX2" fmla="*/ 0 w 276117"/>
                <a:gd name="connsiteY2" fmla="*/ 34456 h 36981"/>
                <a:gd name="connsiteX3" fmla="*/ 760 w 276117"/>
                <a:gd name="connsiteY3" fmla="*/ 0 h 3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117" h="36981">
                  <a:moveTo>
                    <a:pt x="276118" y="2526"/>
                  </a:moveTo>
                  <a:lnTo>
                    <a:pt x="275357" y="36982"/>
                  </a:lnTo>
                  <a:lnTo>
                    <a:pt x="0" y="34456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999999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grpSp>
          <p:nvGrpSpPr>
            <p:cNvPr id="79" name="Graphic 6">
              <a:extLst>
                <a:ext uri="{FF2B5EF4-FFF2-40B4-BE49-F238E27FC236}">
                  <a16:creationId xmlns:a16="http://schemas.microsoft.com/office/drawing/2014/main" id="{E109BE93-B572-20DE-2616-444AAD15DBC4}"/>
                </a:ext>
              </a:extLst>
            </p:cNvPr>
            <p:cNvGrpSpPr/>
            <p:nvPr/>
          </p:nvGrpSpPr>
          <p:grpSpPr>
            <a:xfrm>
              <a:off x="2198760" y="1725851"/>
              <a:ext cx="19025" cy="41709"/>
              <a:chOff x="7298318" y="1332762"/>
              <a:chExt cx="21979" cy="48185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8C68AFA-7841-8296-A9D2-4C8274643D50}"/>
                  </a:ext>
                </a:extLst>
              </p:cNvPr>
              <p:cNvSpPr/>
              <p:nvPr/>
            </p:nvSpPr>
            <p:spPr>
              <a:xfrm>
                <a:off x="7318261" y="1346466"/>
                <a:ext cx="2036" cy="34480"/>
              </a:xfrm>
              <a:custGeom>
                <a:avLst/>
                <a:gdLst>
                  <a:gd name="connsiteX0" fmla="*/ 1994 w 2036"/>
                  <a:gd name="connsiteY0" fmla="*/ 25 h 34480"/>
                  <a:gd name="connsiteX1" fmla="*/ 1225 w 2036"/>
                  <a:gd name="connsiteY1" fmla="*/ 34481 h 34480"/>
                  <a:gd name="connsiteX2" fmla="*/ 0 w 2036"/>
                  <a:gd name="connsiteY2" fmla="*/ 34456 h 34480"/>
                  <a:gd name="connsiteX3" fmla="*/ 769 w 2036"/>
                  <a:gd name="connsiteY3" fmla="*/ 0 h 34480"/>
                  <a:gd name="connsiteX4" fmla="*/ 2036 w 2036"/>
                  <a:gd name="connsiteY4" fmla="*/ 25 h 34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6" h="34480">
                    <a:moveTo>
                      <a:pt x="1994" y="25"/>
                    </a:moveTo>
                    <a:lnTo>
                      <a:pt x="1225" y="34481"/>
                    </a:lnTo>
                    <a:cubicBezTo>
                      <a:pt x="811" y="34481"/>
                      <a:pt x="406" y="34472"/>
                      <a:pt x="0" y="34456"/>
                    </a:cubicBezTo>
                    <a:lnTo>
                      <a:pt x="769" y="0"/>
                    </a:lnTo>
                    <a:cubicBezTo>
                      <a:pt x="1191" y="17"/>
                      <a:pt x="1614" y="25"/>
                      <a:pt x="2036" y="25"/>
                    </a:cubicBezTo>
                  </a:path>
                </a:pathLst>
              </a:custGeom>
              <a:solidFill>
                <a:srgbClr val="919191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EBED33EE-57F9-924C-4881-47E1FB96AE86}"/>
                  </a:ext>
                </a:extLst>
              </p:cNvPr>
              <p:cNvSpPr/>
              <p:nvPr/>
            </p:nvSpPr>
            <p:spPr>
              <a:xfrm>
                <a:off x="7315718" y="1346331"/>
                <a:ext cx="3379" cy="34599"/>
              </a:xfrm>
              <a:custGeom>
                <a:avLst/>
                <a:gdLst>
                  <a:gd name="connsiteX0" fmla="*/ 3354 w 3379"/>
                  <a:gd name="connsiteY0" fmla="*/ 144 h 34599"/>
                  <a:gd name="connsiteX1" fmla="*/ 2585 w 3379"/>
                  <a:gd name="connsiteY1" fmla="*/ 34599 h 34599"/>
                  <a:gd name="connsiteX2" fmla="*/ 0 w 3379"/>
                  <a:gd name="connsiteY2" fmla="*/ 34456 h 34599"/>
                  <a:gd name="connsiteX3" fmla="*/ 760 w 3379"/>
                  <a:gd name="connsiteY3" fmla="*/ 0 h 34599"/>
                  <a:gd name="connsiteX4" fmla="*/ 3380 w 3379"/>
                  <a:gd name="connsiteY4" fmla="*/ 144 h 3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79" h="34599">
                    <a:moveTo>
                      <a:pt x="3354" y="144"/>
                    </a:moveTo>
                    <a:lnTo>
                      <a:pt x="2585" y="34599"/>
                    </a:lnTo>
                    <a:cubicBezTo>
                      <a:pt x="1698" y="34574"/>
                      <a:pt x="828" y="34523"/>
                      <a:pt x="0" y="34456"/>
                    </a:cubicBezTo>
                    <a:lnTo>
                      <a:pt x="760" y="0"/>
                    </a:lnTo>
                    <a:cubicBezTo>
                      <a:pt x="1605" y="68"/>
                      <a:pt x="2450" y="110"/>
                      <a:pt x="3380" y="144"/>
                    </a:cubicBezTo>
                  </a:path>
                </a:pathLst>
              </a:custGeom>
              <a:solidFill>
                <a:srgbClr val="8F8F8F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3451DF59-A158-C005-0624-2E80A2B436EB}"/>
                  </a:ext>
                </a:extLst>
              </p:cNvPr>
              <p:cNvSpPr/>
              <p:nvPr/>
            </p:nvSpPr>
            <p:spPr>
              <a:xfrm>
                <a:off x="7313521" y="1346103"/>
                <a:ext cx="2957" cy="34683"/>
              </a:xfrm>
              <a:custGeom>
                <a:avLst/>
                <a:gdLst>
                  <a:gd name="connsiteX0" fmla="*/ 2932 w 2957"/>
                  <a:gd name="connsiteY0" fmla="*/ 228 h 34683"/>
                  <a:gd name="connsiteX1" fmla="*/ 2171 w 2957"/>
                  <a:gd name="connsiteY1" fmla="*/ 34684 h 34683"/>
                  <a:gd name="connsiteX2" fmla="*/ 0 w 2957"/>
                  <a:gd name="connsiteY2" fmla="*/ 34456 h 34683"/>
                  <a:gd name="connsiteX3" fmla="*/ 760 w 2957"/>
                  <a:gd name="connsiteY3" fmla="*/ 0 h 34683"/>
                  <a:gd name="connsiteX4" fmla="*/ 2957 w 2957"/>
                  <a:gd name="connsiteY4" fmla="*/ 228 h 3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57" h="34683">
                    <a:moveTo>
                      <a:pt x="2932" y="228"/>
                    </a:moveTo>
                    <a:lnTo>
                      <a:pt x="2171" y="34684"/>
                    </a:lnTo>
                    <a:cubicBezTo>
                      <a:pt x="1428" y="34625"/>
                      <a:pt x="701" y="34549"/>
                      <a:pt x="0" y="34456"/>
                    </a:cubicBezTo>
                    <a:lnTo>
                      <a:pt x="760" y="0"/>
                    </a:lnTo>
                    <a:cubicBezTo>
                      <a:pt x="1436" y="84"/>
                      <a:pt x="2197" y="161"/>
                      <a:pt x="2957" y="228"/>
                    </a:cubicBezTo>
                  </a:path>
                </a:pathLst>
              </a:custGeom>
              <a:solidFill>
                <a:srgbClr val="8C8C8C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4F6B74A-BF84-1E3A-E1D3-ACE1958DCDF4}"/>
                  </a:ext>
                </a:extLst>
              </p:cNvPr>
              <p:cNvSpPr/>
              <p:nvPr/>
            </p:nvSpPr>
            <p:spPr>
              <a:xfrm>
                <a:off x="7311476" y="1345765"/>
                <a:ext cx="2796" cy="34785"/>
              </a:xfrm>
              <a:custGeom>
                <a:avLst/>
                <a:gdLst>
                  <a:gd name="connsiteX0" fmla="*/ 2780 w 2796"/>
                  <a:gd name="connsiteY0" fmla="*/ 329 h 34785"/>
                  <a:gd name="connsiteX1" fmla="*/ 2019 w 2796"/>
                  <a:gd name="connsiteY1" fmla="*/ 34785 h 34785"/>
                  <a:gd name="connsiteX2" fmla="*/ 0 w 2796"/>
                  <a:gd name="connsiteY2" fmla="*/ 34456 h 34785"/>
                  <a:gd name="connsiteX3" fmla="*/ 769 w 2796"/>
                  <a:gd name="connsiteY3" fmla="*/ 0 h 34785"/>
                  <a:gd name="connsiteX4" fmla="*/ 2797 w 2796"/>
                  <a:gd name="connsiteY4" fmla="*/ 329 h 34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6" h="34785">
                    <a:moveTo>
                      <a:pt x="2780" y="329"/>
                    </a:moveTo>
                    <a:lnTo>
                      <a:pt x="2019" y="34785"/>
                    </a:lnTo>
                    <a:cubicBezTo>
                      <a:pt x="1326" y="34692"/>
                      <a:pt x="651" y="34582"/>
                      <a:pt x="0" y="34456"/>
                    </a:cubicBezTo>
                    <a:lnTo>
                      <a:pt x="769" y="0"/>
                    </a:lnTo>
                    <a:cubicBezTo>
                      <a:pt x="1445" y="127"/>
                      <a:pt x="2121" y="237"/>
                      <a:pt x="2797" y="329"/>
                    </a:cubicBezTo>
                  </a:path>
                </a:pathLst>
              </a:custGeom>
              <a:solidFill>
                <a:srgbClr val="8A8A8A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F88379D-05E7-72E1-E982-CC1F16CEAA5D}"/>
                  </a:ext>
                </a:extLst>
              </p:cNvPr>
              <p:cNvSpPr/>
              <p:nvPr/>
            </p:nvSpPr>
            <p:spPr>
              <a:xfrm>
                <a:off x="7309457" y="1345326"/>
                <a:ext cx="2796" cy="34903"/>
              </a:xfrm>
              <a:custGeom>
                <a:avLst/>
                <a:gdLst>
                  <a:gd name="connsiteX0" fmla="*/ 2771 w 2796"/>
                  <a:gd name="connsiteY0" fmla="*/ 448 h 34903"/>
                  <a:gd name="connsiteX1" fmla="*/ 2002 w 2796"/>
                  <a:gd name="connsiteY1" fmla="*/ 34903 h 34903"/>
                  <a:gd name="connsiteX2" fmla="*/ 0 w 2796"/>
                  <a:gd name="connsiteY2" fmla="*/ 34456 h 34903"/>
                  <a:gd name="connsiteX3" fmla="*/ 769 w 2796"/>
                  <a:gd name="connsiteY3" fmla="*/ 0 h 34903"/>
                  <a:gd name="connsiteX4" fmla="*/ 2797 w 2796"/>
                  <a:gd name="connsiteY4" fmla="*/ 448 h 34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6" h="34903">
                    <a:moveTo>
                      <a:pt x="2771" y="448"/>
                    </a:moveTo>
                    <a:lnTo>
                      <a:pt x="2002" y="34903"/>
                    </a:lnTo>
                    <a:cubicBezTo>
                      <a:pt x="1310" y="34768"/>
                      <a:pt x="642" y="34625"/>
                      <a:pt x="0" y="34456"/>
                    </a:cubicBezTo>
                    <a:lnTo>
                      <a:pt x="769" y="0"/>
                    </a:lnTo>
                    <a:cubicBezTo>
                      <a:pt x="1445" y="161"/>
                      <a:pt x="2121" y="313"/>
                      <a:pt x="2797" y="448"/>
                    </a:cubicBezTo>
                  </a:path>
                </a:pathLst>
              </a:custGeom>
              <a:solidFill>
                <a:srgbClr val="878787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D312672-1056-CB4B-5CF7-D8BD0045E87D}"/>
                  </a:ext>
                </a:extLst>
              </p:cNvPr>
              <p:cNvSpPr/>
              <p:nvPr/>
            </p:nvSpPr>
            <p:spPr>
              <a:xfrm>
                <a:off x="7307303" y="1344633"/>
                <a:ext cx="2982" cy="35148"/>
              </a:xfrm>
              <a:custGeom>
                <a:avLst/>
                <a:gdLst>
                  <a:gd name="connsiteX0" fmla="*/ 2983 w 2982"/>
                  <a:gd name="connsiteY0" fmla="*/ 693 h 35148"/>
                  <a:gd name="connsiteX1" fmla="*/ 2214 w 2982"/>
                  <a:gd name="connsiteY1" fmla="*/ 35148 h 35148"/>
                  <a:gd name="connsiteX2" fmla="*/ 0 w 2982"/>
                  <a:gd name="connsiteY2" fmla="*/ 34456 h 35148"/>
                  <a:gd name="connsiteX3" fmla="*/ 769 w 2982"/>
                  <a:gd name="connsiteY3" fmla="*/ 0 h 35148"/>
                  <a:gd name="connsiteX4" fmla="*/ 2966 w 2982"/>
                  <a:gd name="connsiteY4" fmla="*/ 693 h 35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2" h="35148">
                    <a:moveTo>
                      <a:pt x="2983" y="693"/>
                    </a:moveTo>
                    <a:lnTo>
                      <a:pt x="2214" y="35148"/>
                    </a:lnTo>
                    <a:cubicBezTo>
                      <a:pt x="1436" y="34946"/>
                      <a:pt x="701" y="34717"/>
                      <a:pt x="0" y="34456"/>
                    </a:cubicBezTo>
                    <a:lnTo>
                      <a:pt x="769" y="0"/>
                    </a:lnTo>
                    <a:cubicBezTo>
                      <a:pt x="1445" y="253"/>
                      <a:pt x="2121" y="482"/>
                      <a:pt x="2966" y="693"/>
                    </a:cubicBezTo>
                  </a:path>
                </a:pathLst>
              </a:custGeom>
              <a:solidFill>
                <a:srgbClr val="858585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B8FBC7A5-4322-D07A-59A6-EBA54913F333}"/>
                  </a:ext>
                </a:extLst>
              </p:cNvPr>
              <p:cNvSpPr/>
              <p:nvPr/>
            </p:nvSpPr>
            <p:spPr>
              <a:xfrm>
                <a:off x="7298318" y="1332762"/>
                <a:ext cx="9812" cy="46326"/>
              </a:xfrm>
              <a:custGeom>
                <a:avLst/>
                <a:gdLst>
                  <a:gd name="connsiteX0" fmla="*/ 9771 w 9812"/>
                  <a:gd name="connsiteY0" fmla="*/ 11871 h 46326"/>
                  <a:gd name="connsiteX1" fmla="*/ 9002 w 9812"/>
                  <a:gd name="connsiteY1" fmla="*/ 46327 h 46326"/>
                  <a:gd name="connsiteX2" fmla="*/ 3 w 9812"/>
                  <a:gd name="connsiteY2" fmla="*/ 34456 h 46326"/>
                  <a:gd name="connsiteX3" fmla="*/ 772 w 9812"/>
                  <a:gd name="connsiteY3" fmla="*/ 0 h 46326"/>
                  <a:gd name="connsiteX4" fmla="*/ 9813 w 9812"/>
                  <a:gd name="connsiteY4" fmla="*/ 11871 h 4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12" h="46326">
                    <a:moveTo>
                      <a:pt x="9771" y="11871"/>
                    </a:moveTo>
                    <a:lnTo>
                      <a:pt x="9002" y="46327"/>
                    </a:lnTo>
                    <a:cubicBezTo>
                      <a:pt x="2876" y="44088"/>
                      <a:pt x="-115" y="39948"/>
                      <a:pt x="3" y="34456"/>
                    </a:cubicBezTo>
                    <a:lnTo>
                      <a:pt x="772" y="0"/>
                    </a:lnTo>
                    <a:cubicBezTo>
                      <a:pt x="688" y="5492"/>
                      <a:pt x="3645" y="9632"/>
                      <a:pt x="9813" y="11871"/>
                    </a:cubicBezTo>
                  </a:path>
                </a:pathLst>
              </a:custGeom>
              <a:solidFill>
                <a:srgbClr val="828282"/>
              </a:solidFill>
              <a:ln w="84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26B26B5-FF7A-B8C0-1F83-60741BC08A32}"/>
                </a:ext>
              </a:extLst>
            </p:cNvPr>
            <p:cNvSpPr/>
            <p:nvPr/>
          </p:nvSpPr>
          <p:spPr>
            <a:xfrm>
              <a:off x="2199368" y="1656771"/>
              <a:ext cx="369574" cy="89663"/>
            </a:xfrm>
            <a:custGeom>
              <a:avLst/>
              <a:gdLst>
                <a:gd name="connsiteX0" fmla="*/ 405755 w 426958"/>
                <a:gd name="connsiteY0" fmla="*/ 2520 h 103585"/>
                <a:gd name="connsiteX1" fmla="*/ 403701 w 426958"/>
                <a:gd name="connsiteY1" fmla="*/ 49793 h 103585"/>
                <a:gd name="connsiteX2" fmla="*/ 296600 w 426958"/>
                <a:gd name="connsiteY2" fmla="*/ 96061 h 103585"/>
                <a:gd name="connsiteX3" fmla="*/ 145825 w 426958"/>
                <a:gd name="connsiteY3" fmla="*/ 103124 h 103585"/>
                <a:gd name="connsiteX4" fmla="*/ 21217 w 426958"/>
                <a:gd name="connsiteY4" fmla="*/ 93543 h 103585"/>
                <a:gd name="connsiteX5" fmla="*/ 23186 w 426958"/>
                <a:gd name="connsiteY5" fmla="*/ 46312 h 103585"/>
                <a:gd name="connsiteX6" fmla="*/ 130372 w 426958"/>
                <a:gd name="connsiteY6" fmla="*/ 2 h 103585"/>
                <a:gd name="connsiteX7" fmla="*/ 405814 w 426958"/>
                <a:gd name="connsiteY7" fmla="*/ 2520 h 103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6958" h="103585">
                  <a:moveTo>
                    <a:pt x="405755" y="2520"/>
                  </a:moveTo>
                  <a:cubicBezTo>
                    <a:pt x="434803" y="2782"/>
                    <a:pt x="433899" y="23939"/>
                    <a:pt x="403701" y="49793"/>
                  </a:cubicBezTo>
                  <a:cubicBezTo>
                    <a:pt x="373597" y="75605"/>
                    <a:pt x="325657" y="96331"/>
                    <a:pt x="296600" y="96061"/>
                  </a:cubicBezTo>
                  <a:cubicBezTo>
                    <a:pt x="296600" y="96061"/>
                    <a:pt x="213080" y="105786"/>
                    <a:pt x="145825" y="103124"/>
                  </a:cubicBezTo>
                  <a:cubicBezTo>
                    <a:pt x="78562" y="100463"/>
                    <a:pt x="21217" y="93543"/>
                    <a:pt x="21217" y="93543"/>
                  </a:cubicBezTo>
                  <a:cubicBezTo>
                    <a:pt x="-7839" y="93281"/>
                    <a:pt x="-6927" y="72124"/>
                    <a:pt x="23186" y="46312"/>
                  </a:cubicBezTo>
                  <a:cubicBezTo>
                    <a:pt x="53383" y="20458"/>
                    <a:pt x="101332" y="-259"/>
                    <a:pt x="130372" y="2"/>
                  </a:cubicBezTo>
                  <a:lnTo>
                    <a:pt x="405814" y="2520"/>
                  </a:lnTo>
                  <a:close/>
                </a:path>
              </a:pathLst>
            </a:custGeom>
            <a:gradFill>
              <a:gsLst>
                <a:gs pos="0">
                  <a:srgbClr val="A7A9AC"/>
                </a:gs>
                <a:gs pos="49080">
                  <a:srgbClr val="FFFFFF"/>
                </a:gs>
                <a:gs pos="100000">
                  <a:srgbClr val="939598"/>
                </a:gs>
              </a:gsLst>
              <a:lin ang="19199767" scaled="1"/>
            </a:gra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4A8A76-2FFC-0B97-D6A5-853EC9AAE486}"/>
                </a:ext>
              </a:extLst>
            </p:cNvPr>
            <p:cNvSpPr/>
            <p:nvPr/>
          </p:nvSpPr>
          <p:spPr>
            <a:xfrm>
              <a:off x="2266783" y="1673933"/>
              <a:ext cx="241789" cy="54560"/>
            </a:xfrm>
            <a:custGeom>
              <a:avLst/>
              <a:gdLst>
                <a:gd name="connsiteX0" fmla="*/ 199868 w 279331"/>
                <a:gd name="connsiteY0" fmla="*/ 370 h 63031"/>
                <a:gd name="connsiteX1" fmla="*/ 612 w 279331"/>
                <a:gd name="connsiteY1" fmla="*/ 36980 h 63031"/>
                <a:gd name="connsiteX2" fmla="*/ 87469 w 279331"/>
                <a:gd name="connsiteY2" fmla="*/ 60917 h 63031"/>
                <a:gd name="connsiteX3" fmla="*/ 278217 w 279331"/>
                <a:gd name="connsiteY3" fmla="*/ 29934 h 63031"/>
                <a:gd name="connsiteX4" fmla="*/ 199808 w 279331"/>
                <a:gd name="connsiteY4" fmla="*/ 370 h 6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331" h="63031">
                  <a:moveTo>
                    <a:pt x="199868" y="370"/>
                  </a:moveTo>
                  <a:cubicBezTo>
                    <a:pt x="167533" y="-618"/>
                    <a:pt x="4025" y="-2443"/>
                    <a:pt x="612" y="36980"/>
                  </a:cubicBezTo>
                  <a:cubicBezTo>
                    <a:pt x="-2802" y="76413"/>
                    <a:pt x="5723" y="56692"/>
                    <a:pt x="87469" y="60917"/>
                  </a:cubicBezTo>
                  <a:cubicBezTo>
                    <a:pt x="169206" y="65141"/>
                    <a:pt x="269700" y="66552"/>
                    <a:pt x="278217" y="29934"/>
                  </a:cubicBezTo>
                  <a:cubicBezTo>
                    <a:pt x="286666" y="-6676"/>
                    <a:pt x="245772" y="1773"/>
                    <a:pt x="199808" y="370"/>
                  </a:cubicBezTo>
                  <a:close/>
                </a:path>
              </a:pathLst>
            </a:custGeom>
            <a:solidFill>
              <a:srgbClr val="CCCCCC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4ED61DE-6C93-0B0F-B962-D010B942B31B}"/>
                </a:ext>
              </a:extLst>
            </p:cNvPr>
            <p:cNvSpPr/>
            <p:nvPr/>
          </p:nvSpPr>
          <p:spPr>
            <a:xfrm>
              <a:off x="2269806" y="1665275"/>
              <a:ext cx="264155" cy="43102"/>
            </a:xfrm>
            <a:custGeom>
              <a:avLst/>
              <a:gdLst>
                <a:gd name="connsiteX0" fmla="*/ 17 w 305170"/>
                <a:gd name="connsiteY0" fmla="*/ 34308 h 49795"/>
                <a:gd name="connsiteX1" fmla="*/ 169076 w 305170"/>
                <a:gd name="connsiteY1" fmla="*/ 512 h 49795"/>
                <a:gd name="connsiteX2" fmla="*/ 274673 w 305170"/>
                <a:gd name="connsiteY2" fmla="*/ 49796 h 49795"/>
                <a:gd name="connsiteX3" fmla="*/ 167378 w 305170"/>
                <a:gd name="connsiteY3" fmla="*/ 17410 h 49795"/>
                <a:gd name="connsiteX4" fmla="*/ 0 w 305170"/>
                <a:gd name="connsiteY4" fmla="*/ 34308 h 49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170" h="49795">
                  <a:moveTo>
                    <a:pt x="17" y="34308"/>
                  </a:moveTo>
                  <a:cubicBezTo>
                    <a:pt x="9877" y="6147"/>
                    <a:pt x="100959" y="-2302"/>
                    <a:pt x="169076" y="512"/>
                  </a:cubicBezTo>
                  <a:cubicBezTo>
                    <a:pt x="237201" y="3325"/>
                    <a:pt x="363330" y="-3713"/>
                    <a:pt x="274673" y="49796"/>
                  </a:cubicBezTo>
                  <a:cubicBezTo>
                    <a:pt x="279776" y="21635"/>
                    <a:pt x="248726" y="18939"/>
                    <a:pt x="167378" y="17410"/>
                  </a:cubicBezTo>
                  <a:cubicBezTo>
                    <a:pt x="92434" y="16007"/>
                    <a:pt x="26784" y="17410"/>
                    <a:pt x="0" y="34308"/>
                  </a:cubicBez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87FAF92-E968-9C18-CDEF-83247F413162}"/>
                </a:ext>
              </a:extLst>
            </p:cNvPr>
            <p:cNvSpPr/>
            <p:nvPr/>
          </p:nvSpPr>
          <p:spPr>
            <a:xfrm>
              <a:off x="2239791" y="1693751"/>
              <a:ext cx="244186" cy="38481"/>
            </a:xfrm>
            <a:custGeom>
              <a:avLst/>
              <a:gdLst>
                <a:gd name="connsiteX0" fmla="*/ 40270 w 282101"/>
                <a:gd name="connsiteY0" fmla="*/ 0 h 44456"/>
                <a:gd name="connsiteX1" fmla="*/ 77742 w 282101"/>
                <a:gd name="connsiteY1" fmla="*/ 42246 h 44456"/>
                <a:gd name="connsiteX2" fmla="*/ 282101 w 282101"/>
                <a:gd name="connsiteY2" fmla="*/ 30983 h 44456"/>
                <a:gd name="connsiteX3" fmla="*/ 40202 w 282101"/>
                <a:gd name="connsiteY3" fmla="*/ 0 h 44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101" h="44456">
                  <a:moveTo>
                    <a:pt x="40270" y="0"/>
                  </a:moveTo>
                  <a:cubicBezTo>
                    <a:pt x="-49992" y="40835"/>
                    <a:pt x="33451" y="36610"/>
                    <a:pt x="77742" y="42246"/>
                  </a:cubicBezTo>
                  <a:cubicBezTo>
                    <a:pt x="122024" y="47881"/>
                    <a:pt x="241233" y="42246"/>
                    <a:pt x="282101" y="30983"/>
                  </a:cubicBezTo>
                  <a:cubicBezTo>
                    <a:pt x="237743" y="22534"/>
                    <a:pt x="21530" y="50695"/>
                    <a:pt x="40202" y="0"/>
                  </a:cubicBezTo>
                  <a:close/>
                </a:path>
              </a:pathLst>
            </a:custGeom>
            <a:solidFill>
              <a:srgbClr val="939598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F1B260D-709F-7DD4-6BDA-C6264D88288C}"/>
                </a:ext>
              </a:extLst>
            </p:cNvPr>
            <p:cNvSpPr/>
            <p:nvPr/>
          </p:nvSpPr>
          <p:spPr>
            <a:xfrm>
              <a:off x="2494076" y="2874071"/>
              <a:ext cx="333117" cy="318821"/>
            </a:xfrm>
            <a:custGeom>
              <a:avLst/>
              <a:gdLst>
                <a:gd name="connsiteX0" fmla="*/ 137359 w 384840"/>
                <a:gd name="connsiteY0" fmla="*/ 118 h 368324"/>
                <a:gd name="connsiteX1" fmla="*/ 157577 w 384840"/>
                <a:gd name="connsiteY1" fmla="*/ 27122 h 368324"/>
                <a:gd name="connsiteX2" fmla="*/ 165849 w 384840"/>
                <a:gd name="connsiteY2" fmla="*/ 65608 h 368324"/>
                <a:gd name="connsiteX3" fmla="*/ 167209 w 384840"/>
                <a:gd name="connsiteY3" fmla="*/ 86975 h 368324"/>
                <a:gd name="connsiteX4" fmla="*/ 298729 w 384840"/>
                <a:gd name="connsiteY4" fmla="*/ 166465 h 368324"/>
                <a:gd name="connsiteX5" fmla="*/ 384530 w 384840"/>
                <a:gd name="connsiteY5" fmla="*/ 286848 h 368324"/>
                <a:gd name="connsiteX6" fmla="*/ 319421 w 384840"/>
                <a:gd name="connsiteY6" fmla="*/ 367977 h 368324"/>
                <a:gd name="connsiteX7" fmla="*/ 121804 w 384840"/>
                <a:gd name="connsiteY7" fmla="*/ 295576 h 368324"/>
                <a:gd name="connsiteX8" fmla="*/ 263 w 384840"/>
                <a:gd name="connsiteY8" fmla="*/ 130632 h 368324"/>
                <a:gd name="connsiteX9" fmla="*/ 57320 w 384840"/>
                <a:gd name="connsiteY9" fmla="*/ 60741 h 368324"/>
                <a:gd name="connsiteX10" fmla="*/ 138296 w 384840"/>
                <a:gd name="connsiteY10" fmla="*/ 77098 h 368324"/>
                <a:gd name="connsiteX11" fmla="*/ 140113 w 384840"/>
                <a:gd name="connsiteY11" fmla="*/ 59431 h 368324"/>
                <a:gd name="connsiteX12" fmla="*/ 135719 w 384840"/>
                <a:gd name="connsiteY12" fmla="*/ 36306 h 368324"/>
                <a:gd name="connsiteX13" fmla="*/ 131343 w 384840"/>
                <a:gd name="connsiteY13" fmla="*/ 13181 h 368324"/>
                <a:gd name="connsiteX14" fmla="*/ 137426 w 384840"/>
                <a:gd name="connsiteY14" fmla="*/ 0 h 368324"/>
                <a:gd name="connsiteX15" fmla="*/ 162114 w 384840"/>
                <a:gd name="connsiteY15" fmla="*/ 115618 h 368324"/>
                <a:gd name="connsiteX16" fmla="*/ 114444 w 384840"/>
                <a:gd name="connsiteY16" fmla="*/ 194677 h 368324"/>
                <a:gd name="connsiteX17" fmla="*/ 201006 w 384840"/>
                <a:gd name="connsiteY17" fmla="*/ 237978 h 368324"/>
                <a:gd name="connsiteX18" fmla="*/ 200051 w 384840"/>
                <a:gd name="connsiteY18" fmla="*/ 238038 h 368324"/>
                <a:gd name="connsiteX19" fmla="*/ 241807 w 384840"/>
                <a:gd name="connsiteY19" fmla="*/ 251015 h 368324"/>
                <a:gd name="connsiteX20" fmla="*/ 284306 w 384840"/>
                <a:gd name="connsiteY20" fmla="*/ 260039 h 368324"/>
                <a:gd name="connsiteX21" fmla="*/ 302505 w 384840"/>
                <a:gd name="connsiteY21" fmla="*/ 239389 h 368324"/>
                <a:gd name="connsiteX22" fmla="*/ 162081 w 384840"/>
                <a:gd name="connsiteY22" fmla="*/ 115441 h 368324"/>
                <a:gd name="connsiteX23" fmla="*/ 64780 w 384840"/>
                <a:gd name="connsiteY23" fmla="*/ 87567 h 368324"/>
                <a:gd name="connsiteX24" fmla="*/ 34330 w 384840"/>
                <a:gd name="connsiteY24" fmla="*/ 114841 h 368324"/>
                <a:gd name="connsiteX25" fmla="*/ 54354 w 384840"/>
                <a:gd name="connsiteY25" fmla="*/ 154535 h 368324"/>
                <a:gd name="connsiteX26" fmla="*/ 91708 w 384840"/>
                <a:gd name="connsiteY26" fmla="*/ 174601 h 368324"/>
                <a:gd name="connsiteX27" fmla="*/ 125420 w 384840"/>
                <a:gd name="connsiteY27" fmla="*/ 152498 h 368324"/>
                <a:gd name="connsiteX28" fmla="*/ 139445 w 384840"/>
                <a:gd name="connsiteY28" fmla="*/ 112120 h 368324"/>
                <a:gd name="connsiteX29" fmla="*/ 138170 w 384840"/>
                <a:gd name="connsiteY29" fmla="*/ 107329 h 368324"/>
                <a:gd name="connsiteX30" fmla="*/ 137206 w 384840"/>
                <a:gd name="connsiteY30" fmla="*/ 107389 h 368324"/>
                <a:gd name="connsiteX31" fmla="*/ 105015 w 384840"/>
                <a:gd name="connsiteY31" fmla="*/ 91859 h 368324"/>
                <a:gd name="connsiteX32" fmla="*/ 64713 w 384840"/>
                <a:gd name="connsiteY32" fmla="*/ 87550 h 368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84840" h="368324">
                  <a:moveTo>
                    <a:pt x="137359" y="118"/>
                  </a:moveTo>
                  <a:cubicBezTo>
                    <a:pt x="145132" y="-380"/>
                    <a:pt x="151883" y="8635"/>
                    <a:pt x="157577" y="27122"/>
                  </a:cubicBezTo>
                  <a:cubicBezTo>
                    <a:pt x="162410" y="41781"/>
                    <a:pt x="165165" y="54598"/>
                    <a:pt x="165849" y="65608"/>
                  </a:cubicBezTo>
                  <a:cubicBezTo>
                    <a:pt x="166305" y="72739"/>
                    <a:pt x="166753" y="79853"/>
                    <a:pt x="167209" y="86975"/>
                  </a:cubicBezTo>
                  <a:cubicBezTo>
                    <a:pt x="214939" y="108690"/>
                    <a:pt x="258781" y="135186"/>
                    <a:pt x="298729" y="166465"/>
                  </a:cubicBezTo>
                  <a:cubicBezTo>
                    <a:pt x="353623" y="209809"/>
                    <a:pt x="382206" y="249942"/>
                    <a:pt x="384530" y="286848"/>
                  </a:cubicBezTo>
                  <a:cubicBezTo>
                    <a:pt x="387740" y="338008"/>
                    <a:pt x="366043" y="365045"/>
                    <a:pt x="319421" y="367977"/>
                  </a:cubicBezTo>
                  <a:cubicBezTo>
                    <a:pt x="262457" y="371559"/>
                    <a:pt x="196587" y="347429"/>
                    <a:pt x="121804" y="295576"/>
                  </a:cubicBezTo>
                  <a:cubicBezTo>
                    <a:pt x="44291" y="241307"/>
                    <a:pt x="3778" y="186320"/>
                    <a:pt x="263" y="130632"/>
                  </a:cubicBezTo>
                  <a:cubicBezTo>
                    <a:pt x="-2500" y="86612"/>
                    <a:pt x="16519" y="63301"/>
                    <a:pt x="57320" y="60741"/>
                  </a:cubicBezTo>
                  <a:cubicBezTo>
                    <a:pt x="70898" y="59887"/>
                    <a:pt x="97909" y="65346"/>
                    <a:pt x="138296" y="77098"/>
                  </a:cubicBezTo>
                  <a:cubicBezTo>
                    <a:pt x="139834" y="70508"/>
                    <a:pt x="140434" y="64627"/>
                    <a:pt x="140113" y="59431"/>
                  </a:cubicBezTo>
                  <a:cubicBezTo>
                    <a:pt x="139792" y="54260"/>
                    <a:pt x="138322" y="46546"/>
                    <a:pt x="135719" y="36306"/>
                  </a:cubicBezTo>
                  <a:cubicBezTo>
                    <a:pt x="133134" y="26083"/>
                    <a:pt x="131672" y="18368"/>
                    <a:pt x="131343" y="13181"/>
                  </a:cubicBezTo>
                  <a:cubicBezTo>
                    <a:pt x="130836" y="4647"/>
                    <a:pt x="132864" y="338"/>
                    <a:pt x="137426" y="0"/>
                  </a:cubicBezTo>
                  <a:close/>
                  <a:moveTo>
                    <a:pt x="162114" y="115618"/>
                  </a:moveTo>
                  <a:cubicBezTo>
                    <a:pt x="160484" y="151485"/>
                    <a:pt x="144574" y="177838"/>
                    <a:pt x="114444" y="194677"/>
                  </a:cubicBezTo>
                  <a:cubicBezTo>
                    <a:pt x="128081" y="204883"/>
                    <a:pt x="156927" y="219306"/>
                    <a:pt x="201006" y="237978"/>
                  </a:cubicBezTo>
                  <a:lnTo>
                    <a:pt x="200051" y="238038"/>
                  </a:lnTo>
                  <a:cubicBezTo>
                    <a:pt x="207267" y="238899"/>
                    <a:pt x="221182" y="243217"/>
                    <a:pt x="241807" y="251015"/>
                  </a:cubicBezTo>
                  <a:cubicBezTo>
                    <a:pt x="259153" y="257716"/>
                    <a:pt x="273314" y="260724"/>
                    <a:pt x="284306" y="260039"/>
                  </a:cubicBezTo>
                  <a:cubicBezTo>
                    <a:pt x="297267" y="259220"/>
                    <a:pt x="303325" y="252359"/>
                    <a:pt x="302505" y="239389"/>
                  </a:cubicBezTo>
                  <a:cubicBezTo>
                    <a:pt x="299886" y="197144"/>
                    <a:pt x="253078" y="155827"/>
                    <a:pt x="162081" y="115441"/>
                  </a:cubicBezTo>
                  <a:close/>
                  <a:moveTo>
                    <a:pt x="64780" y="87567"/>
                  </a:moveTo>
                  <a:cubicBezTo>
                    <a:pt x="43421" y="88910"/>
                    <a:pt x="33265" y="98002"/>
                    <a:pt x="34330" y="114841"/>
                  </a:cubicBezTo>
                  <a:cubicBezTo>
                    <a:pt x="35090" y="127151"/>
                    <a:pt x="41773" y="140374"/>
                    <a:pt x="54354" y="154535"/>
                  </a:cubicBezTo>
                  <a:cubicBezTo>
                    <a:pt x="66952" y="168696"/>
                    <a:pt x="79414" y="175379"/>
                    <a:pt x="91708" y="174601"/>
                  </a:cubicBezTo>
                  <a:cubicBezTo>
                    <a:pt x="104010" y="173824"/>
                    <a:pt x="115256" y="166473"/>
                    <a:pt x="125420" y="152498"/>
                  </a:cubicBezTo>
                  <a:cubicBezTo>
                    <a:pt x="135601" y="138541"/>
                    <a:pt x="140265" y="125081"/>
                    <a:pt x="139445" y="112120"/>
                  </a:cubicBezTo>
                  <a:cubicBezTo>
                    <a:pt x="139369" y="110836"/>
                    <a:pt x="138947" y="109230"/>
                    <a:pt x="138170" y="107329"/>
                  </a:cubicBezTo>
                  <a:lnTo>
                    <a:pt x="137206" y="107389"/>
                  </a:lnTo>
                  <a:cubicBezTo>
                    <a:pt x="136843" y="101559"/>
                    <a:pt x="126121" y="96379"/>
                    <a:pt x="105015" y="91859"/>
                  </a:cubicBezTo>
                  <a:cubicBezTo>
                    <a:pt x="87864" y="88395"/>
                    <a:pt x="74429" y="86958"/>
                    <a:pt x="64713" y="87550"/>
                  </a:cubicBez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748F0B9-9CC8-EBBF-8302-D9881EE7422F}"/>
                </a:ext>
              </a:extLst>
            </p:cNvPr>
            <p:cNvSpPr/>
            <p:nvPr/>
          </p:nvSpPr>
          <p:spPr>
            <a:xfrm>
              <a:off x="2149108" y="2475331"/>
              <a:ext cx="664749" cy="422634"/>
            </a:xfrm>
            <a:custGeom>
              <a:avLst/>
              <a:gdLst>
                <a:gd name="connsiteX0" fmla="*/ 30124 w 767964"/>
                <a:gd name="connsiteY0" fmla="*/ 208 h 488256"/>
                <a:gd name="connsiteX1" fmla="*/ 104375 w 767964"/>
                <a:gd name="connsiteY1" fmla="*/ 17960 h 488256"/>
                <a:gd name="connsiteX2" fmla="*/ 443075 w 767964"/>
                <a:gd name="connsiteY2" fmla="*/ 271628 h 488256"/>
                <a:gd name="connsiteX3" fmla="*/ 526646 w 767964"/>
                <a:gd name="connsiteY3" fmla="*/ 359981 h 488256"/>
                <a:gd name="connsiteX4" fmla="*/ 591662 w 767964"/>
                <a:gd name="connsiteY4" fmla="*/ 386123 h 488256"/>
                <a:gd name="connsiteX5" fmla="*/ 664502 w 767964"/>
                <a:gd name="connsiteY5" fmla="*/ 397140 h 488256"/>
                <a:gd name="connsiteX6" fmla="*/ 687146 w 767964"/>
                <a:gd name="connsiteY6" fmla="*/ 384999 h 488256"/>
                <a:gd name="connsiteX7" fmla="*/ 687805 w 767964"/>
                <a:gd name="connsiteY7" fmla="*/ 380073 h 488256"/>
                <a:gd name="connsiteX8" fmla="*/ 638436 w 767964"/>
                <a:gd name="connsiteY8" fmla="*/ 323700 h 488256"/>
                <a:gd name="connsiteX9" fmla="*/ 589600 w 767964"/>
                <a:gd name="connsiteY9" fmla="*/ 276064 h 488256"/>
                <a:gd name="connsiteX10" fmla="*/ 594163 w 767964"/>
                <a:gd name="connsiteY10" fmla="*/ 270902 h 488256"/>
                <a:gd name="connsiteX11" fmla="*/ 659010 w 767964"/>
                <a:gd name="connsiteY11" fmla="*/ 309725 h 488256"/>
                <a:gd name="connsiteX12" fmla="*/ 767835 w 767964"/>
                <a:gd name="connsiteY12" fmla="*/ 427692 h 488256"/>
                <a:gd name="connsiteX13" fmla="*/ 752415 w 767964"/>
                <a:gd name="connsiteY13" fmla="*/ 469127 h 488256"/>
                <a:gd name="connsiteX14" fmla="*/ 711167 w 767964"/>
                <a:gd name="connsiteY14" fmla="*/ 487808 h 488256"/>
                <a:gd name="connsiteX15" fmla="*/ 557519 w 767964"/>
                <a:gd name="connsiteY15" fmla="*/ 463339 h 488256"/>
                <a:gd name="connsiteX16" fmla="*/ 217627 w 767964"/>
                <a:gd name="connsiteY16" fmla="*/ 299451 h 488256"/>
                <a:gd name="connsiteX17" fmla="*/ 341 w 767964"/>
                <a:gd name="connsiteY17" fmla="*/ 53742 h 488256"/>
                <a:gd name="connsiteX18" fmla="*/ 29997 w 767964"/>
                <a:gd name="connsiteY18" fmla="*/ 343 h 488256"/>
                <a:gd name="connsiteX19" fmla="*/ 50402 w 767964"/>
                <a:gd name="connsiteY19" fmla="*/ 28175 h 488256"/>
                <a:gd name="connsiteX20" fmla="*/ 32016 w 767964"/>
                <a:gd name="connsiteY20" fmla="*/ 45909 h 488256"/>
                <a:gd name="connsiteX21" fmla="*/ 227614 w 767964"/>
                <a:gd name="connsiteY21" fmla="*/ 225690 h 488256"/>
                <a:gd name="connsiteX22" fmla="*/ 488067 w 767964"/>
                <a:gd name="connsiteY22" fmla="*/ 351684 h 488256"/>
                <a:gd name="connsiteX23" fmla="*/ 283978 w 767964"/>
                <a:gd name="connsiteY23" fmla="*/ 160725 h 488256"/>
                <a:gd name="connsiteX24" fmla="*/ 50444 w 767964"/>
                <a:gd name="connsiteY24" fmla="*/ 28158 h 488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7964" h="488256">
                  <a:moveTo>
                    <a:pt x="30124" y="208"/>
                  </a:moveTo>
                  <a:cubicBezTo>
                    <a:pt x="52793" y="-1220"/>
                    <a:pt x="77549" y="4703"/>
                    <a:pt x="104375" y="17960"/>
                  </a:cubicBezTo>
                  <a:cubicBezTo>
                    <a:pt x="217711" y="73234"/>
                    <a:pt x="330609" y="157801"/>
                    <a:pt x="443075" y="271628"/>
                  </a:cubicBezTo>
                  <a:cubicBezTo>
                    <a:pt x="461858" y="291256"/>
                    <a:pt x="489723" y="320709"/>
                    <a:pt x="526646" y="359981"/>
                  </a:cubicBezTo>
                  <a:cubicBezTo>
                    <a:pt x="534968" y="368574"/>
                    <a:pt x="556666" y="377276"/>
                    <a:pt x="591662" y="386123"/>
                  </a:cubicBezTo>
                  <a:cubicBezTo>
                    <a:pt x="623997" y="393837"/>
                    <a:pt x="648288" y="397529"/>
                    <a:pt x="664502" y="397140"/>
                  </a:cubicBezTo>
                  <a:lnTo>
                    <a:pt x="687146" y="384999"/>
                  </a:lnTo>
                  <a:cubicBezTo>
                    <a:pt x="687644" y="382371"/>
                    <a:pt x="687847" y="380723"/>
                    <a:pt x="687805" y="380073"/>
                  </a:cubicBezTo>
                  <a:cubicBezTo>
                    <a:pt x="686951" y="366478"/>
                    <a:pt x="670509" y="347687"/>
                    <a:pt x="638436" y="323700"/>
                  </a:cubicBezTo>
                  <a:cubicBezTo>
                    <a:pt x="606380" y="299722"/>
                    <a:pt x="590107" y="283837"/>
                    <a:pt x="589600" y="276064"/>
                  </a:cubicBezTo>
                  <a:cubicBezTo>
                    <a:pt x="589414" y="272828"/>
                    <a:pt x="590927" y="271104"/>
                    <a:pt x="594163" y="270902"/>
                  </a:cubicBezTo>
                  <a:cubicBezTo>
                    <a:pt x="601928" y="270411"/>
                    <a:pt x="623557" y="283364"/>
                    <a:pt x="659010" y="309725"/>
                  </a:cubicBezTo>
                  <a:cubicBezTo>
                    <a:pt x="729949" y="362473"/>
                    <a:pt x="766213" y="401804"/>
                    <a:pt x="767835" y="427692"/>
                  </a:cubicBezTo>
                  <a:cubicBezTo>
                    <a:pt x="768866" y="443881"/>
                    <a:pt x="763729" y="457687"/>
                    <a:pt x="752415" y="469127"/>
                  </a:cubicBezTo>
                  <a:cubicBezTo>
                    <a:pt x="741102" y="480567"/>
                    <a:pt x="727355" y="486794"/>
                    <a:pt x="711167" y="487808"/>
                  </a:cubicBezTo>
                  <a:cubicBezTo>
                    <a:pt x="671016" y="490334"/>
                    <a:pt x="619815" y="482189"/>
                    <a:pt x="557519" y="463339"/>
                  </a:cubicBezTo>
                  <a:cubicBezTo>
                    <a:pt x="443549" y="428909"/>
                    <a:pt x="330254" y="374268"/>
                    <a:pt x="217627" y="299451"/>
                  </a:cubicBezTo>
                  <a:cubicBezTo>
                    <a:pt x="77202" y="206232"/>
                    <a:pt x="4776" y="124326"/>
                    <a:pt x="341" y="53742"/>
                  </a:cubicBezTo>
                  <a:cubicBezTo>
                    <a:pt x="-2025" y="19523"/>
                    <a:pt x="7945" y="1695"/>
                    <a:pt x="29997" y="343"/>
                  </a:cubicBezTo>
                  <a:close/>
                  <a:moveTo>
                    <a:pt x="50402" y="28175"/>
                  </a:moveTo>
                  <a:cubicBezTo>
                    <a:pt x="37905" y="36117"/>
                    <a:pt x="31771" y="42031"/>
                    <a:pt x="32016" y="45909"/>
                  </a:cubicBezTo>
                  <a:cubicBezTo>
                    <a:pt x="34745" y="89296"/>
                    <a:pt x="99939" y="149234"/>
                    <a:pt x="227614" y="225690"/>
                  </a:cubicBezTo>
                  <a:cubicBezTo>
                    <a:pt x="335695" y="290419"/>
                    <a:pt x="422510" y="332394"/>
                    <a:pt x="488067" y="351684"/>
                  </a:cubicBezTo>
                  <a:cubicBezTo>
                    <a:pt x="449100" y="300178"/>
                    <a:pt x="381059" y="236530"/>
                    <a:pt x="283978" y="160725"/>
                  </a:cubicBezTo>
                  <a:cubicBezTo>
                    <a:pt x="177350" y="77078"/>
                    <a:pt x="99449" y="32889"/>
                    <a:pt x="50444" y="28158"/>
                  </a:cubicBez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8139B72-B125-5484-BB44-36A4C5F7626C}"/>
                </a:ext>
              </a:extLst>
            </p:cNvPr>
            <p:cNvSpPr/>
            <p:nvPr/>
          </p:nvSpPr>
          <p:spPr>
            <a:xfrm>
              <a:off x="2453057" y="2372755"/>
              <a:ext cx="340402" cy="344582"/>
            </a:xfrm>
            <a:custGeom>
              <a:avLst/>
              <a:gdLst>
                <a:gd name="connsiteX0" fmla="*/ 978 w 393256"/>
                <a:gd name="connsiteY0" fmla="*/ 0 h 398085"/>
                <a:gd name="connsiteX1" fmla="*/ 147748 w 393256"/>
                <a:gd name="connsiteY1" fmla="*/ 61958 h 398085"/>
                <a:gd name="connsiteX2" fmla="*/ 291046 w 393256"/>
                <a:gd name="connsiteY2" fmla="*/ 130962 h 398085"/>
                <a:gd name="connsiteX3" fmla="*/ 296318 w 393256"/>
                <a:gd name="connsiteY3" fmla="*/ 121845 h 398085"/>
                <a:gd name="connsiteX4" fmla="*/ 234158 w 393256"/>
                <a:gd name="connsiteY4" fmla="*/ 56035 h 398085"/>
                <a:gd name="connsiteX5" fmla="*/ 183792 w 393256"/>
                <a:gd name="connsiteY5" fmla="*/ 22644 h 398085"/>
                <a:gd name="connsiteX6" fmla="*/ 183539 w 393256"/>
                <a:gd name="connsiteY6" fmla="*/ 18757 h 398085"/>
                <a:gd name="connsiteX7" fmla="*/ 193982 w 393256"/>
                <a:gd name="connsiteY7" fmla="*/ 14203 h 398085"/>
                <a:gd name="connsiteX8" fmla="*/ 307521 w 393256"/>
                <a:gd name="connsiteY8" fmla="*/ 75316 h 398085"/>
                <a:gd name="connsiteX9" fmla="*/ 383741 w 393256"/>
                <a:gd name="connsiteY9" fmla="*/ 178758 h 398085"/>
                <a:gd name="connsiteX10" fmla="*/ 370890 w 393256"/>
                <a:gd name="connsiteY10" fmla="*/ 222466 h 398085"/>
                <a:gd name="connsiteX11" fmla="*/ 329185 w 393256"/>
                <a:gd name="connsiteY11" fmla="*/ 241671 h 398085"/>
                <a:gd name="connsiteX12" fmla="*/ 393137 w 393256"/>
                <a:gd name="connsiteY12" fmla="*/ 328325 h 398085"/>
                <a:gd name="connsiteX13" fmla="*/ 373661 w 393256"/>
                <a:gd name="connsiteY13" fmla="*/ 375378 h 398085"/>
                <a:gd name="connsiteX14" fmla="*/ 326321 w 393256"/>
                <a:gd name="connsiteY14" fmla="*/ 397862 h 398085"/>
                <a:gd name="connsiteX15" fmla="*/ 132177 w 393256"/>
                <a:gd name="connsiteY15" fmla="*/ 311097 h 398085"/>
                <a:gd name="connsiteX16" fmla="*/ 7357 w 393256"/>
                <a:gd name="connsiteY16" fmla="*/ 147826 h 398085"/>
                <a:gd name="connsiteX17" fmla="*/ 15840 w 393256"/>
                <a:gd name="connsiteY17" fmla="*/ 119995 h 398085"/>
                <a:gd name="connsiteX18" fmla="*/ 25236 w 393256"/>
                <a:gd name="connsiteY18" fmla="*/ 91124 h 398085"/>
                <a:gd name="connsiteX19" fmla="*/ 11802 w 393256"/>
                <a:gd name="connsiteY19" fmla="*/ 85142 h 398085"/>
                <a:gd name="connsiteX20" fmla="*/ 877 w 393256"/>
                <a:gd name="connsiteY20" fmla="*/ 44873 h 398085"/>
                <a:gd name="connsiteX21" fmla="*/ 961 w 393256"/>
                <a:gd name="connsiteY21" fmla="*/ 93 h 398085"/>
                <a:gd name="connsiteX22" fmla="*/ 53616 w 393256"/>
                <a:gd name="connsiteY22" fmla="*/ 107811 h 398085"/>
                <a:gd name="connsiteX23" fmla="*/ 42092 w 393256"/>
                <a:gd name="connsiteY23" fmla="*/ 126086 h 398085"/>
                <a:gd name="connsiteX24" fmla="*/ 56548 w 393256"/>
                <a:gd name="connsiteY24" fmla="*/ 154425 h 398085"/>
                <a:gd name="connsiteX25" fmla="*/ 55585 w 393256"/>
                <a:gd name="connsiteY25" fmla="*/ 154484 h 398085"/>
                <a:gd name="connsiteX26" fmla="*/ 165247 w 393256"/>
                <a:gd name="connsiteY26" fmla="*/ 239246 h 398085"/>
                <a:gd name="connsiteX27" fmla="*/ 293699 w 393256"/>
                <a:gd name="connsiteY27" fmla="*/ 281872 h 398085"/>
                <a:gd name="connsiteX28" fmla="*/ 313064 w 393256"/>
                <a:gd name="connsiteY28" fmla="*/ 264078 h 398085"/>
                <a:gd name="connsiteX29" fmla="*/ 197446 w 393256"/>
                <a:gd name="connsiteY29" fmla="*/ 177745 h 398085"/>
                <a:gd name="connsiteX30" fmla="*/ 53557 w 393256"/>
                <a:gd name="connsiteY30" fmla="*/ 107870 h 39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93256" h="398085">
                  <a:moveTo>
                    <a:pt x="978" y="0"/>
                  </a:moveTo>
                  <a:cubicBezTo>
                    <a:pt x="39042" y="7359"/>
                    <a:pt x="87962" y="28017"/>
                    <a:pt x="147748" y="61958"/>
                  </a:cubicBezTo>
                  <a:cubicBezTo>
                    <a:pt x="212917" y="98813"/>
                    <a:pt x="260671" y="121811"/>
                    <a:pt x="291046" y="130962"/>
                  </a:cubicBezTo>
                  <a:lnTo>
                    <a:pt x="296318" y="121845"/>
                  </a:lnTo>
                  <a:cubicBezTo>
                    <a:pt x="286280" y="96489"/>
                    <a:pt x="265546" y="74538"/>
                    <a:pt x="234158" y="56035"/>
                  </a:cubicBezTo>
                  <a:cubicBezTo>
                    <a:pt x="202761" y="37540"/>
                    <a:pt x="185981" y="26412"/>
                    <a:pt x="183792" y="22644"/>
                  </a:cubicBezTo>
                  <a:lnTo>
                    <a:pt x="183539" y="18757"/>
                  </a:lnTo>
                  <a:cubicBezTo>
                    <a:pt x="186640" y="15977"/>
                    <a:pt x="190095" y="14448"/>
                    <a:pt x="193982" y="14203"/>
                  </a:cubicBezTo>
                  <a:cubicBezTo>
                    <a:pt x="220538" y="12530"/>
                    <a:pt x="258390" y="32918"/>
                    <a:pt x="307521" y="75316"/>
                  </a:cubicBezTo>
                  <a:cubicBezTo>
                    <a:pt x="356670" y="117739"/>
                    <a:pt x="382077" y="152211"/>
                    <a:pt x="383741" y="178758"/>
                  </a:cubicBezTo>
                  <a:cubicBezTo>
                    <a:pt x="385034" y="199484"/>
                    <a:pt x="380759" y="214042"/>
                    <a:pt x="370890" y="222466"/>
                  </a:cubicBezTo>
                  <a:cubicBezTo>
                    <a:pt x="368414" y="224578"/>
                    <a:pt x="354524" y="230974"/>
                    <a:pt x="329185" y="241671"/>
                  </a:cubicBezTo>
                  <a:cubicBezTo>
                    <a:pt x="369420" y="261239"/>
                    <a:pt x="390737" y="290135"/>
                    <a:pt x="393137" y="328325"/>
                  </a:cubicBezTo>
                  <a:cubicBezTo>
                    <a:pt x="394235" y="345815"/>
                    <a:pt x="387763" y="361496"/>
                    <a:pt x="373661" y="375378"/>
                  </a:cubicBezTo>
                  <a:cubicBezTo>
                    <a:pt x="359594" y="389277"/>
                    <a:pt x="343811" y="396755"/>
                    <a:pt x="326321" y="397862"/>
                  </a:cubicBezTo>
                  <a:cubicBezTo>
                    <a:pt x="277130" y="400954"/>
                    <a:pt x="212418" y="372032"/>
                    <a:pt x="132177" y="311097"/>
                  </a:cubicBezTo>
                  <a:cubicBezTo>
                    <a:pt x="51977" y="250171"/>
                    <a:pt x="10357" y="195750"/>
                    <a:pt x="7357" y="147826"/>
                  </a:cubicBezTo>
                  <a:cubicBezTo>
                    <a:pt x="6986" y="141996"/>
                    <a:pt x="9816" y="132728"/>
                    <a:pt x="15840" y="119995"/>
                  </a:cubicBezTo>
                  <a:cubicBezTo>
                    <a:pt x="21865" y="107279"/>
                    <a:pt x="24999" y="97647"/>
                    <a:pt x="25236" y="91124"/>
                  </a:cubicBezTo>
                  <a:cubicBezTo>
                    <a:pt x="23140" y="87356"/>
                    <a:pt x="18654" y="85370"/>
                    <a:pt x="11802" y="85142"/>
                  </a:cubicBezTo>
                  <a:cubicBezTo>
                    <a:pt x="5777" y="78366"/>
                    <a:pt x="2144" y="64949"/>
                    <a:pt x="877" y="44873"/>
                  </a:cubicBezTo>
                  <a:cubicBezTo>
                    <a:pt x="-306" y="25440"/>
                    <a:pt x="-306" y="10570"/>
                    <a:pt x="961" y="93"/>
                  </a:cubicBezTo>
                  <a:close/>
                  <a:moveTo>
                    <a:pt x="53616" y="107811"/>
                  </a:moveTo>
                  <a:cubicBezTo>
                    <a:pt x="45336" y="110278"/>
                    <a:pt x="41475" y="116370"/>
                    <a:pt x="42092" y="126086"/>
                  </a:cubicBezTo>
                  <a:cubicBezTo>
                    <a:pt x="42666" y="135169"/>
                    <a:pt x="47491" y="144615"/>
                    <a:pt x="56548" y="154425"/>
                  </a:cubicBezTo>
                  <a:lnTo>
                    <a:pt x="55585" y="154484"/>
                  </a:lnTo>
                  <a:cubicBezTo>
                    <a:pt x="84135" y="184546"/>
                    <a:pt x="120677" y="212791"/>
                    <a:pt x="165247" y="239246"/>
                  </a:cubicBezTo>
                  <a:cubicBezTo>
                    <a:pt x="217226" y="269781"/>
                    <a:pt x="260054" y="283992"/>
                    <a:pt x="293699" y="281872"/>
                  </a:cubicBezTo>
                  <a:cubicBezTo>
                    <a:pt x="307310" y="281010"/>
                    <a:pt x="313757" y="275096"/>
                    <a:pt x="313064" y="264078"/>
                  </a:cubicBezTo>
                  <a:cubicBezTo>
                    <a:pt x="312126" y="249191"/>
                    <a:pt x="273598" y="220413"/>
                    <a:pt x="197446" y="177745"/>
                  </a:cubicBezTo>
                  <a:cubicBezTo>
                    <a:pt x="129431" y="139808"/>
                    <a:pt x="81439" y="116488"/>
                    <a:pt x="53557" y="107870"/>
                  </a:cubicBez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6C773F6-2557-9C15-89B1-A74DE9BB3ECF}"/>
                </a:ext>
              </a:extLst>
            </p:cNvPr>
            <p:cNvSpPr/>
            <p:nvPr/>
          </p:nvSpPr>
          <p:spPr>
            <a:xfrm>
              <a:off x="2164083" y="2694896"/>
              <a:ext cx="676847" cy="836749"/>
            </a:xfrm>
            <a:custGeom>
              <a:avLst/>
              <a:gdLst>
                <a:gd name="connsiteX0" fmla="*/ 96471 w 781941"/>
                <a:gd name="connsiteY0" fmla="*/ 25 h 966671"/>
                <a:gd name="connsiteX1" fmla="*/ 87346 w 781941"/>
                <a:gd name="connsiteY1" fmla="*/ 28541 h 966671"/>
                <a:gd name="connsiteX2" fmla="*/ 29629 w 781941"/>
                <a:gd name="connsiteY2" fmla="*/ 142343 h 966671"/>
                <a:gd name="connsiteX3" fmla="*/ 91 w 781941"/>
                <a:gd name="connsiteY3" fmla="*/ 272916 h 966671"/>
                <a:gd name="connsiteX4" fmla="*/ 1038 w 781941"/>
                <a:gd name="connsiteY4" fmla="*/ 272865 h 966671"/>
                <a:gd name="connsiteX5" fmla="*/ 33829 w 781941"/>
                <a:gd name="connsiteY5" fmla="*/ 390739 h 966671"/>
                <a:gd name="connsiteX6" fmla="*/ 18544 w 781941"/>
                <a:gd name="connsiteY6" fmla="*/ 426800 h 966671"/>
                <a:gd name="connsiteX7" fmla="*/ 12182 w 781941"/>
                <a:gd name="connsiteY7" fmla="*/ 465226 h 966671"/>
                <a:gd name="connsiteX8" fmla="*/ 134534 w 781941"/>
                <a:gd name="connsiteY8" fmla="*/ 705199 h 966671"/>
                <a:gd name="connsiteX9" fmla="*/ 371228 w 781941"/>
                <a:gd name="connsiteY9" fmla="*/ 887278 h 966671"/>
                <a:gd name="connsiteX10" fmla="*/ 654072 w 781941"/>
                <a:gd name="connsiteY10" fmla="*/ 966024 h 966671"/>
                <a:gd name="connsiteX11" fmla="*/ 781299 w 781941"/>
                <a:gd name="connsiteY11" fmla="*/ 802981 h 966671"/>
                <a:gd name="connsiteX12" fmla="*/ 668993 w 781941"/>
                <a:gd name="connsiteY12" fmla="*/ 614058 h 966671"/>
                <a:gd name="connsiteX13" fmla="*/ 457663 w 781941"/>
                <a:gd name="connsiteY13" fmla="*/ 540567 h 966671"/>
                <a:gd name="connsiteX14" fmla="*/ 391523 w 781941"/>
                <a:gd name="connsiteY14" fmla="*/ 620784 h 966671"/>
                <a:gd name="connsiteX15" fmla="*/ 469145 w 781941"/>
                <a:gd name="connsiteY15" fmla="*/ 738759 h 966671"/>
                <a:gd name="connsiteX16" fmla="*/ 612603 w 781941"/>
                <a:gd name="connsiteY16" fmla="*/ 771668 h 966671"/>
                <a:gd name="connsiteX17" fmla="*/ 627043 w 781941"/>
                <a:gd name="connsiteY17" fmla="*/ 768813 h 966671"/>
                <a:gd name="connsiteX18" fmla="*/ 626924 w 781941"/>
                <a:gd name="connsiteY18" fmla="*/ 766869 h 966671"/>
                <a:gd name="connsiteX19" fmla="*/ 590965 w 781941"/>
                <a:gd name="connsiteY19" fmla="*/ 722325 h 966671"/>
                <a:gd name="connsiteX20" fmla="*/ 558715 w 781941"/>
                <a:gd name="connsiteY20" fmla="*/ 674621 h 966671"/>
                <a:gd name="connsiteX21" fmla="*/ 473243 w 781941"/>
                <a:gd name="connsiteY21" fmla="*/ 648792 h 966671"/>
                <a:gd name="connsiteX22" fmla="*/ 472136 w 781941"/>
                <a:gd name="connsiteY22" fmla="*/ 646917 h 966671"/>
                <a:gd name="connsiteX23" fmla="*/ 434073 w 781941"/>
                <a:gd name="connsiteY23" fmla="*/ 599576 h 966671"/>
                <a:gd name="connsiteX24" fmla="*/ 444499 w 781941"/>
                <a:gd name="connsiteY24" fmla="*/ 579417 h 966671"/>
                <a:gd name="connsiteX25" fmla="*/ 467253 w 781941"/>
                <a:gd name="connsiteY25" fmla="*/ 569210 h 966671"/>
                <a:gd name="connsiteX26" fmla="*/ 625649 w 781941"/>
                <a:gd name="connsiteY26" fmla="*/ 622634 h 966671"/>
                <a:gd name="connsiteX27" fmla="*/ 716147 w 781941"/>
                <a:gd name="connsiteY27" fmla="*/ 759299 h 966671"/>
                <a:gd name="connsiteX28" fmla="*/ 619895 w 781941"/>
                <a:gd name="connsiteY28" fmla="*/ 841407 h 966671"/>
                <a:gd name="connsiteX29" fmla="*/ 404687 w 781941"/>
                <a:gd name="connsiteY29" fmla="*/ 783759 h 966671"/>
                <a:gd name="connsiteX30" fmla="*/ 188769 w 781941"/>
                <a:gd name="connsiteY30" fmla="*/ 653017 h 966671"/>
                <a:gd name="connsiteX31" fmla="*/ 49747 w 781941"/>
                <a:gd name="connsiteY31" fmla="*/ 457977 h 966671"/>
                <a:gd name="connsiteX32" fmla="*/ 55864 w 781941"/>
                <a:gd name="connsiteY32" fmla="*/ 431269 h 966671"/>
                <a:gd name="connsiteX33" fmla="*/ 154322 w 781941"/>
                <a:gd name="connsiteY33" fmla="*/ 539325 h 966671"/>
                <a:gd name="connsiteX34" fmla="*/ 287024 w 781941"/>
                <a:gd name="connsiteY34" fmla="*/ 587367 h 966671"/>
                <a:gd name="connsiteX35" fmla="*/ 320102 w 781941"/>
                <a:gd name="connsiteY35" fmla="*/ 570604 h 966671"/>
                <a:gd name="connsiteX36" fmla="*/ 328391 w 781941"/>
                <a:gd name="connsiteY36" fmla="*/ 531882 h 966671"/>
                <a:gd name="connsiteX37" fmla="*/ 250617 w 781941"/>
                <a:gd name="connsiteY37" fmla="*/ 411439 h 966671"/>
                <a:gd name="connsiteX38" fmla="*/ 109449 w 781941"/>
                <a:gd name="connsiteY38" fmla="*/ 368425 h 966671"/>
                <a:gd name="connsiteX39" fmla="*/ 91148 w 781941"/>
                <a:gd name="connsiteY39" fmla="*/ 372007 h 966671"/>
                <a:gd name="connsiteX40" fmla="*/ 72847 w 781941"/>
                <a:gd name="connsiteY40" fmla="*/ 375598 h 966671"/>
                <a:gd name="connsiteX41" fmla="*/ 58382 w 781941"/>
                <a:gd name="connsiteY41" fmla="*/ 347260 h 966671"/>
                <a:gd name="connsiteX42" fmla="*/ 158935 w 781941"/>
                <a:gd name="connsiteY42" fmla="*/ 85471 h 966671"/>
                <a:gd name="connsiteX43" fmla="*/ 171085 w 781941"/>
                <a:gd name="connsiteY43" fmla="*/ 49512 h 966671"/>
                <a:gd name="connsiteX44" fmla="*/ 96564 w 781941"/>
                <a:gd name="connsiteY44" fmla="*/ 0 h 966671"/>
                <a:gd name="connsiteX45" fmla="*/ 225827 w 781941"/>
                <a:gd name="connsiteY45" fmla="*/ 436423 h 966671"/>
                <a:gd name="connsiteX46" fmla="*/ 295769 w 781941"/>
                <a:gd name="connsiteY46" fmla="*/ 525232 h 966671"/>
                <a:gd name="connsiteX47" fmla="*/ 274063 w 781941"/>
                <a:gd name="connsiteY47" fmla="*/ 552101 h 966671"/>
                <a:gd name="connsiteX48" fmla="*/ 247415 w 781941"/>
                <a:gd name="connsiteY48" fmla="*/ 546904 h 966671"/>
                <a:gd name="connsiteX49" fmla="*/ 77883 w 781941"/>
                <a:gd name="connsiteY49" fmla="*/ 409420 h 966671"/>
                <a:gd name="connsiteX50" fmla="*/ 96268 w 781941"/>
                <a:gd name="connsiteY50" fmla="*/ 407291 h 966671"/>
                <a:gd name="connsiteX51" fmla="*/ 112651 w 781941"/>
                <a:gd name="connsiteY51" fmla="*/ 404300 h 966671"/>
                <a:gd name="connsiteX52" fmla="*/ 225785 w 781941"/>
                <a:gd name="connsiteY52" fmla="*/ 436322 h 96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781941" h="966671">
                  <a:moveTo>
                    <a:pt x="96471" y="25"/>
                  </a:moveTo>
                  <a:cubicBezTo>
                    <a:pt x="94747" y="3481"/>
                    <a:pt x="89247" y="24908"/>
                    <a:pt x="87346" y="28541"/>
                  </a:cubicBezTo>
                  <a:cubicBezTo>
                    <a:pt x="53380" y="93735"/>
                    <a:pt x="34141" y="131680"/>
                    <a:pt x="29629" y="142343"/>
                  </a:cubicBezTo>
                  <a:cubicBezTo>
                    <a:pt x="8785" y="190460"/>
                    <a:pt x="-1066" y="233982"/>
                    <a:pt x="91" y="272916"/>
                  </a:cubicBezTo>
                  <a:lnTo>
                    <a:pt x="1038" y="272865"/>
                  </a:lnTo>
                  <a:cubicBezTo>
                    <a:pt x="3682" y="314959"/>
                    <a:pt x="14615" y="354255"/>
                    <a:pt x="33829" y="390739"/>
                  </a:cubicBezTo>
                  <a:cubicBezTo>
                    <a:pt x="28455" y="398233"/>
                    <a:pt x="23360" y="410256"/>
                    <a:pt x="18544" y="426800"/>
                  </a:cubicBezTo>
                  <a:cubicBezTo>
                    <a:pt x="13737" y="443352"/>
                    <a:pt x="11616" y="456169"/>
                    <a:pt x="12182" y="465226"/>
                  </a:cubicBezTo>
                  <a:cubicBezTo>
                    <a:pt x="16990" y="541632"/>
                    <a:pt x="57774" y="621629"/>
                    <a:pt x="134534" y="705199"/>
                  </a:cubicBezTo>
                  <a:cubicBezTo>
                    <a:pt x="199423" y="775876"/>
                    <a:pt x="278321" y="836566"/>
                    <a:pt x="371228" y="887278"/>
                  </a:cubicBezTo>
                  <a:cubicBezTo>
                    <a:pt x="476910" y="944985"/>
                    <a:pt x="571194" y="971237"/>
                    <a:pt x="654072" y="966024"/>
                  </a:cubicBezTo>
                  <a:cubicBezTo>
                    <a:pt x="745365" y="960279"/>
                    <a:pt x="787771" y="905942"/>
                    <a:pt x="781299" y="802981"/>
                  </a:cubicBezTo>
                  <a:cubicBezTo>
                    <a:pt x="776821" y="731763"/>
                    <a:pt x="739400" y="668792"/>
                    <a:pt x="668993" y="614058"/>
                  </a:cubicBezTo>
                  <a:cubicBezTo>
                    <a:pt x="600631" y="560516"/>
                    <a:pt x="530182" y="536005"/>
                    <a:pt x="457663" y="540567"/>
                  </a:cubicBezTo>
                  <a:cubicBezTo>
                    <a:pt x="410407" y="543542"/>
                    <a:pt x="388346" y="570283"/>
                    <a:pt x="391523" y="620784"/>
                  </a:cubicBezTo>
                  <a:cubicBezTo>
                    <a:pt x="394700" y="671284"/>
                    <a:pt x="420571" y="710615"/>
                    <a:pt x="469145" y="738759"/>
                  </a:cubicBezTo>
                  <a:cubicBezTo>
                    <a:pt x="511687" y="764039"/>
                    <a:pt x="559526" y="775006"/>
                    <a:pt x="612603" y="771668"/>
                  </a:cubicBezTo>
                  <a:cubicBezTo>
                    <a:pt x="614538" y="771550"/>
                    <a:pt x="619363" y="770612"/>
                    <a:pt x="627043" y="768813"/>
                  </a:cubicBezTo>
                  <a:lnTo>
                    <a:pt x="626924" y="766869"/>
                  </a:lnTo>
                  <a:lnTo>
                    <a:pt x="590965" y="722325"/>
                  </a:lnTo>
                  <a:cubicBezTo>
                    <a:pt x="577573" y="705621"/>
                    <a:pt x="566817" y="689720"/>
                    <a:pt x="558715" y="674621"/>
                  </a:cubicBezTo>
                  <a:cubicBezTo>
                    <a:pt x="515218" y="665015"/>
                    <a:pt x="486728" y="656405"/>
                    <a:pt x="473243" y="648792"/>
                  </a:cubicBezTo>
                  <a:lnTo>
                    <a:pt x="472136" y="646917"/>
                  </a:lnTo>
                  <a:cubicBezTo>
                    <a:pt x="447448" y="626368"/>
                    <a:pt x="434757" y="610594"/>
                    <a:pt x="434073" y="599576"/>
                  </a:cubicBezTo>
                  <a:cubicBezTo>
                    <a:pt x="433617" y="592462"/>
                    <a:pt x="437098" y="585728"/>
                    <a:pt x="444499" y="579417"/>
                  </a:cubicBezTo>
                  <a:cubicBezTo>
                    <a:pt x="451901" y="573105"/>
                    <a:pt x="459479" y="569709"/>
                    <a:pt x="467253" y="569210"/>
                  </a:cubicBezTo>
                  <a:cubicBezTo>
                    <a:pt x="518412" y="565999"/>
                    <a:pt x="571211" y="583810"/>
                    <a:pt x="625649" y="622634"/>
                  </a:cubicBezTo>
                  <a:cubicBezTo>
                    <a:pt x="682841" y="663883"/>
                    <a:pt x="713013" y="709449"/>
                    <a:pt x="716147" y="759299"/>
                  </a:cubicBezTo>
                  <a:cubicBezTo>
                    <a:pt x="719324" y="809799"/>
                    <a:pt x="687251" y="837166"/>
                    <a:pt x="619895" y="841407"/>
                  </a:cubicBezTo>
                  <a:cubicBezTo>
                    <a:pt x="567451" y="844703"/>
                    <a:pt x="495718" y="825489"/>
                    <a:pt x="404687" y="783759"/>
                  </a:cubicBezTo>
                  <a:cubicBezTo>
                    <a:pt x="326397" y="748383"/>
                    <a:pt x="254436" y="704802"/>
                    <a:pt x="188769" y="653017"/>
                  </a:cubicBezTo>
                  <a:cubicBezTo>
                    <a:pt x="99876" y="583210"/>
                    <a:pt x="53532" y="518186"/>
                    <a:pt x="49747" y="457977"/>
                  </a:cubicBezTo>
                  <a:cubicBezTo>
                    <a:pt x="49460" y="453457"/>
                    <a:pt x="51504" y="444551"/>
                    <a:pt x="55864" y="431269"/>
                  </a:cubicBezTo>
                  <a:cubicBezTo>
                    <a:pt x="72534" y="468792"/>
                    <a:pt x="105342" y="504819"/>
                    <a:pt x="154322" y="539325"/>
                  </a:cubicBezTo>
                  <a:cubicBezTo>
                    <a:pt x="203301" y="573849"/>
                    <a:pt x="247550" y="589851"/>
                    <a:pt x="287024" y="587367"/>
                  </a:cubicBezTo>
                  <a:lnTo>
                    <a:pt x="320102" y="570604"/>
                  </a:lnTo>
                  <a:lnTo>
                    <a:pt x="328391" y="531882"/>
                  </a:lnTo>
                  <a:cubicBezTo>
                    <a:pt x="325451" y="485090"/>
                    <a:pt x="299520" y="444923"/>
                    <a:pt x="250617" y="411439"/>
                  </a:cubicBezTo>
                  <a:cubicBezTo>
                    <a:pt x="204425" y="379755"/>
                    <a:pt x="157372" y="365408"/>
                    <a:pt x="109449" y="368425"/>
                  </a:cubicBezTo>
                  <a:cubicBezTo>
                    <a:pt x="105562" y="368661"/>
                    <a:pt x="99470" y="369869"/>
                    <a:pt x="91148" y="372007"/>
                  </a:cubicBezTo>
                  <a:cubicBezTo>
                    <a:pt x="82842" y="374162"/>
                    <a:pt x="76725" y="375353"/>
                    <a:pt x="72847" y="375598"/>
                  </a:cubicBezTo>
                  <a:cubicBezTo>
                    <a:pt x="64440" y="376122"/>
                    <a:pt x="59615" y="366684"/>
                    <a:pt x="58382" y="347260"/>
                  </a:cubicBezTo>
                  <a:cubicBezTo>
                    <a:pt x="56025" y="309720"/>
                    <a:pt x="89542" y="222440"/>
                    <a:pt x="158935" y="85471"/>
                  </a:cubicBezTo>
                  <a:cubicBezTo>
                    <a:pt x="161233" y="80977"/>
                    <a:pt x="168998" y="53745"/>
                    <a:pt x="171085" y="49512"/>
                  </a:cubicBezTo>
                  <a:cubicBezTo>
                    <a:pt x="144386" y="32276"/>
                    <a:pt x="124784" y="23151"/>
                    <a:pt x="96564" y="0"/>
                  </a:cubicBezTo>
                  <a:close/>
                  <a:moveTo>
                    <a:pt x="225827" y="436423"/>
                  </a:moveTo>
                  <a:cubicBezTo>
                    <a:pt x="270371" y="462396"/>
                    <a:pt x="293690" y="491993"/>
                    <a:pt x="295769" y="525232"/>
                  </a:cubicBezTo>
                  <a:cubicBezTo>
                    <a:pt x="296834" y="542173"/>
                    <a:pt x="289601" y="551129"/>
                    <a:pt x="274063" y="552101"/>
                  </a:cubicBezTo>
                  <a:cubicBezTo>
                    <a:pt x="268242" y="552464"/>
                    <a:pt x="259353" y="550740"/>
                    <a:pt x="247415" y="546904"/>
                  </a:cubicBezTo>
                  <a:cubicBezTo>
                    <a:pt x="167148" y="521219"/>
                    <a:pt x="110640" y="475391"/>
                    <a:pt x="77883" y="409420"/>
                  </a:cubicBezTo>
                  <a:cubicBezTo>
                    <a:pt x="82454" y="409800"/>
                    <a:pt x="88588" y="409082"/>
                    <a:pt x="96268" y="407291"/>
                  </a:cubicBezTo>
                  <a:cubicBezTo>
                    <a:pt x="103957" y="405500"/>
                    <a:pt x="109423" y="404503"/>
                    <a:pt x="112651" y="404300"/>
                  </a:cubicBezTo>
                  <a:cubicBezTo>
                    <a:pt x="147546" y="401934"/>
                    <a:pt x="185313" y="412664"/>
                    <a:pt x="225785" y="436322"/>
                  </a:cubicBez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03E4F26-D80F-6BC7-F296-5798E90A8255}"/>
                </a:ext>
              </a:extLst>
            </p:cNvPr>
            <p:cNvSpPr/>
            <p:nvPr/>
          </p:nvSpPr>
          <p:spPr>
            <a:xfrm>
              <a:off x="2391226" y="3488586"/>
              <a:ext cx="96758" cy="106485"/>
            </a:xfrm>
            <a:custGeom>
              <a:avLst/>
              <a:gdLst>
                <a:gd name="connsiteX0" fmla="*/ 106882 w 111782"/>
                <a:gd name="connsiteY0" fmla="*/ 45287 h 123019"/>
                <a:gd name="connsiteX1" fmla="*/ 111782 w 111782"/>
                <a:gd name="connsiteY1" fmla="*/ 123019 h 123019"/>
                <a:gd name="connsiteX2" fmla="*/ 4901 w 111782"/>
                <a:gd name="connsiteY2" fmla="*/ 77732 h 123019"/>
                <a:gd name="connsiteX3" fmla="*/ 0 w 111782"/>
                <a:gd name="connsiteY3" fmla="*/ 0 h 123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82" h="123019">
                  <a:moveTo>
                    <a:pt x="106882" y="45287"/>
                  </a:moveTo>
                  <a:lnTo>
                    <a:pt x="111782" y="123019"/>
                  </a:lnTo>
                  <a:lnTo>
                    <a:pt x="4901" y="77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2F2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D84B25D1-1A69-8C98-F1EB-A5E9C75E3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72884" y="1476451"/>
              <a:ext cx="1888654" cy="445834"/>
            </a:xfrm>
            <a:custGeom>
              <a:avLst/>
              <a:gdLst>
                <a:gd name="connsiteX0" fmla="*/ -392 w 2181905"/>
                <a:gd name="connsiteY0" fmla="*/ -81 h 515059"/>
                <a:gd name="connsiteX1" fmla="*/ 2181514 w 2181905"/>
                <a:gd name="connsiteY1" fmla="*/ -81 h 515059"/>
                <a:gd name="connsiteX2" fmla="*/ 2181514 w 2181905"/>
                <a:gd name="connsiteY2" fmla="*/ 514979 h 515059"/>
                <a:gd name="connsiteX3" fmla="*/ -392 w 2181905"/>
                <a:gd name="connsiteY3" fmla="*/ 514979 h 5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905" h="515059">
                  <a:moveTo>
                    <a:pt x="-392" y="-81"/>
                  </a:moveTo>
                  <a:lnTo>
                    <a:pt x="2181514" y="-81"/>
                  </a:lnTo>
                  <a:lnTo>
                    <a:pt x="2181514" y="514979"/>
                  </a:lnTo>
                  <a:lnTo>
                    <a:pt x="-392" y="514979"/>
                  </a:lnTo>
                  <a:close/>
                </a:path>
              </a:pathLst>
            </a:custGeom>
          </p:spPr>
        </p:pic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138F81C-337C-5056-33C8-2FF657F9C46A}"/>
                </a:ext>
              </a:extLst>
            </p:cNvPr>
            <p:cNvSpPr/>
            <p:nvPr/>
          </p:nvSpPr>
          <p:spPr>
            <a:xfrm>
              <a:off x="1535083" y="1517918"/>
              <a:ext cx="1763826" cy="320587"/>
            </a:xfrm>
            <a:custGeom>
              <a:avLst/>
              <a:gdLst>
                <a:gd name="connsiteX0" fmla="*/ 15912 w 2037695"/>
                <a:gd name="connsiteY0" fmla="*/ 194440 h 370364"/>
                <a:gd name="connsiteX1" fmla="*/ 1037667 w 2037695"/>
                <a:gd name="connsiteY1" fmla="*/ 363668 h 370364"/>
                <a:gd name="connsiteX2" fmla="*/ 2035003 w 2037695"/>
                <a:gd name="connsiteY2" fmla="*/ 84491 h 370364"/>
                <a:gd name="connsiteX3" fmla="*/ 2024442 w 2037695"/>
                <a:gd name="connsiteY3" fmla="*/ 0 h 370364"/>
                <a:gd name="connsiteX4" fmla="*/ 1027105 w 2037695"/>
                <a:gd name="connsiteY4" fmla="*/ 279176 h 370364"/>
                <a:gd name="connsiteX5" fmla="*/ 5351 w 2037695"/>
                <a:gd name="connsiteY5" fmla="*/ 109949 h 370364"/>
                <a:gd name="connsiteX6" fmla="*/ 15921 w 2037695"/>
                <a:gd name="connsiteY6" fmla="*/ 194440 h 37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37695" h="370364">
                  <a:moveTo>
                    <a:pt x="15912" y="194440"/>
                  </a:moveTo>
                  <a:cubicBezTo>
                    <a:pt x="22654" y="318262"/>
                    <a:pt x="480099" y="394034"/>
                    <a:pt x="1037667" y="363668"/>
                  </a:cubicBezTo>
                  <a:cubicBezTo>
                    <a:pt x="1595225" y="333310"/>
                    <a:pt x="2041762" y="208314"/>
                    <a:pt x="2035003" y="84491"/>
                  </a:cubicBezTo>
                  <a:cubicBezTo>
                    <a:pt x="2036676" y="46825"/>
                    <a:pt x="2043891" y="16543"/>
                    <a:pt x="2024442" y="0"/>
                  </a:cubicBezTo>
                  <a:cubicBezTo>
                    <a:pt x="2031201" y="123814"/>
                    <a:pt x="1584664" y="248810"/>
                    <a:pt x="1027105" y="279176"/>
                  </a:cubicBezTo>
                  <a:cubicBezTo>
                    <a:pt x="469538" y="309543"/>
                    <a:pt x="12110" y="233771"/>
                    <a:pt x="5351" y="109949"/>
                  </a:cubicBezTo>
                  <a:cubicBezTo>
                    <a:pt x="-8016" y="124980"/>
                    <a:pt x="6770" y="190461"/>
                    <a:pt x="15921" y="194440"/>
                  </a:cubicBezTo>
                  <a:close/>
                </a:path>
              </a:pathLst>
            </a:custGeom>
            <a:gradFill>
              <a:gsLst>
                <a:gs pos="0">
                  <a:srgbClr val="A7A9AC"/>
                </a:gs>
                <a:gs pos="49080">
                  <a:srgbClr val="FFFFFF"/>
                </a:gs>
                <a:gs pos="77910">
                  <a:srgbClr val="6D6E71"/>
                </a:gs>
                <a:gs pos="100000">
                  <a:srgbClr val="939598"/>
                </a:gs>
              </a:gsLst>
              <a:lin ang="0" scaled="1"/>
            </a:gra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1E210F9-832E-9035-7E7F-EF08E22C3F89}"/>
                </a:ext>
              </a:extLst>
            </p:cNvPr>
            <p:cNvSpPr/>
            <p:nvPr/>
          </p:nvSpPr>
          <p:spPr>
            <a:xfrm>
              <a:off x="1592146" y="4540571"/>
              <a:ext cx="1998460" cy="454033"/>
            </a:xfrm>
            <a:custGeom>
              <a:avLst/>
              <a:gdLst>
                <a:gd name="connsiteX0" fmla="*/ 2306615 w 2308761"/>
                <a:gd name="connsiteY0" fmla="*/ 48583 h 524531"/>
                <a:gd name="connsiteX1" fmla="*/ 1601796 w 2308761"/>
                <a:gd name="connsiteY1" fmla="*/ 472028 h 524531"/>
                <a:gd name="connsiteX2" fmla="*/ 1070320 w 2308761"/>
                <a:gd name="connsiteY2" fmla="*/ 524531 h 524531"/>
                <a:gd name="connsiteX3" fmla="*/ 720610 w 2308761"/>
                <a:gd name="connsiteY3" fmla="*/ 500485 h 524531"/>
                <a:gd name="connsiteX4" fmla="*/ 6337 w 2308761"/>
                <a:gd name="connsiteY4" fmla="*/ 202779 h 524531"/>
                <a:gd name="connsiteX5" fmla="*/ 0 w 2308761"/>
                <a:gd name="connsiteY5" fmla="*/ 158421 h 524531"/>
                <a:gd name="connsiteX6" fmla="*/ 13552 w 2308761"/>
                <a:gd name="connsiteY6" fmla="*/ 172363 h 524531"/>
                <a:gd name="connsiteX7" fmla="*/ 724193 w 2308761"/>
                <a:gd name="connsiteY7" fmla="*/ 475382 h 524531"/>
                <a:gd name="connsiteX8" fmla="*/ 1596228 w 2308761"/>
                <a:gd name="connsiteY8" fmla="*/ 447306 h 524531"/>
                <a:gd name="connsiteX9" fmla="*/ 2296755 w 2308761"/>
                <a:gd name="connsiteY9" fmla="*/ 20329 h 524531"/>
                <a:gd name="connsiteX10" fmla="*/ 2308761 w 2308761"/>
                <a:gd name="connsiteY10" fmla="*/ 0 h 524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08761" h="524531">
                  <a:moveTo>
                    <a:pt x="2306615" y="48583"/>
                  </a:moveTo>
                  <a:cubicBezTo>
                    <a:pt x="2197292" y="264323"/>
                    <a:pt x="1975291" y="391533"/>
                    <a:pt x="1601796" y="472028"/>
                  </a:cubicBezTo>
                  <a:cubicBezTo>
                    <a:pt x="1598991" y="472696"/>
                    <a:pt x="1376035" y="524523"/>
                    <a:pt x="1070320" y="524531"/>
                  </a:cubicBezTo>
                  <a:cubicBezTo>
                    <a:pt x="962078" y="524540"/>
                    <a:pt x="843528" y="518042"/>
                    <a:pt x="720610" y="500485"/>
                  </a:cubicBezTo>
                  <a:cubicBezTo>
                    <a:pt x="373046" y="450829"/>
                    <a:pt x="95053" y="299944"/>
                    <a:pt x="6337" y="202779"/>
                  </a:cubicBezTo>
                  <a:lnTo>
                    <a:pt x="0" y="158421"/>
                  </a:lnTo>
                  <a:lnTo>
                    <a:pt x="13552" y="172363"/>
                  </a:lnTo>
                  <a:cubicBezTo>
                    <a:pt x="116488" y="284119"/>
                    <a:pt x="382780" y="426614"/>
                    <a:pt x="724193" y="475382"/>
                  </a:cubicBezTo>
                  <a:cubicBezTo>
                    <a:pt x="1189335" y="541843"/>
                    <a:pt x="1592173" y="448252"/>
                    <a:pt x="1596228" y="447306"/>
                  </a:cubicBezTo>
                  <a:cubicBezTo>
                    <a:pt x="1962042" y="368459"/>
                    <a:pt x="2191099" y="228820"/>
                    <a:pt x="2296755" y="20329"/>
                  </a:cubicBezTo>
                  <a:lnTo>
                    <a:pt x="2308761" y="0"/>
                  </a:lnTo>
                </a:path>
              </a:pathLst>
            </a:custGeom>
            <a:solidFill>
              <a:srgbClr val="E6E7E8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FCCA98A-6837-89AE-BC76-EBC984A97107}"/>
                </a:ext>
              </a:extLst>
            </p:cNvPr>
            <p:cNvSpPr/>
            <p:nvPr/>
          </p:nvSpPr>
          <p:spPr>
            <a:xfrm>
              <a:off x="2612388" y="1513355"/>
              <a:ext cx="89018" cy="121894"/>
            </a:xfrm>
            <a:custGeom>
              <a:avLst/>
              <a:gdLst>
                <a:gd name="connsiteX0" fmla="*/ 101390 w 102840"/>
                <a:gd name="connsiteY0" fmla="*/ 0 h 140821"/>
                <a:gd name="connsiteX1" fmla="*/ 0 w 102840"/>
                <a:gd name="connsiteY1" fmla="*/ 140822 h 140821"/>
                <a:gd name="connsiteX2" fmla="*/ 84491 w 102840"/>
                <a:gd name="connsiteY2" fmla="*/ 0 h 140821"/>
                <a:gd name="connsiteX3" fmla="*/ 101390 w 102840"/>
                <a:gd name="connsiteY3" fmla="*/ 0 h 14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40" h="140821">
                  <a:moveTo>
                    <a:pt x="101390" y="0"/>
                  </a:moveTo>
                  <a:cubicBezTo>
                    <a:pt x="112661" y="39432"/>
                    <a:pt x="56322" y="101390"/>
                    <a:pt x="0" y="140822"/>
                  </a:cubicBezTo>
                  <a:cubicBezTo>
                    <a:pt x="59144" y="76042"/>
                    <a:pt x="98568" y="25347"/>
                    <a:pt x="84491" y="0"/>
                  </a:cubicBezTo>
                  <a:lnTo>
                    <a:pt x="101390" y="0"/>
                  </a:lnTo>
                  <a:close/>
                </a:path>
              </a:pathLst>
            </a:custGeom>
            <a:solidFill>
              <a:srgbClr val="BCBEC0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22CCAB6-496D-11E0-3DAE-E0EAAA22DA33}"/>
                </a:ext>
              </a:extLst>
            </p:cNvPr>
            <p:cNvSpPr/>
            <p:nvPr/>
          </p:nvSpPr>
          <p:spPr>
            <a:xfrm>
              <a:off x="2297854" y="1512827"/>
              <a:ext cx="99976" cy="102917"/>
            </a:xfrm>
            <a:custGeom>
              <a:avLst/>
              <a:gdLst>
                <a:gd name="connsiteX0" fmla="*/ 115474 w 115499"/>
                <a:gd name="connsiteY0" fmla="*/ 610 h 118897"/>
                <a:gd name="connsiteX1" fmla="*/ 0 w 115499"/>
                <a:gd name="connsiteY1" fmla="*/ 118898 h 118897"/>
                <a:gd name="connsiteX2" fmla="*/ 115500 w 115499"/>
                <a:gd name="connsiteY2" fmla="*/ 610 h 11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499" h="118897">
                  <a:moveTo>
                    <a:pt x="115474" y="610"/>
                  </a:moveTo>
                  <a:cubicBezTo>
                    <a:pt x="76591" y="16663"/>
                    <a:pt x="16898" y="85101"/>
                    <a:pt x="0" y="118898"/>
                  </a:cubicBezTo>
                  <a:cubicBezTo>
                    <a:pt x="31008" y="48483"/>
                    <a:pt x="84576" y="-6437"/>
                    <a:pt x="115500" y="610"/>
                  </a:cubicBezTo>
                  <a:close/>
                </a:path>
              </a:pathLst>
            </a:custGeom>
            <a:solidFill>
              <a:srgbClr val="BCBEC0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32EAD60-D29D-8DA5-7EDB-18E510193F7B}"/>
                </a:ext>
              </a:extLst>
            </p:cNvPr>
            <p:cNvSpPr/>
            <p:nvPr/>
          </p:nvSpPr>
          <p:spPr>
            <a:xfrm>
              <a:off x="2539252" y="1492532"/>
              <a:ext cx="643593" cy="113457"/>
            </a:xfrm>
            <a:custGeom>
              <a:avLst/>
              <a:gdLst>
                <a:gd name="connsiteX0" fmla="*/ 713952 w 743524"/>
                <a:gd name="connsiteY0" fmla="*/ 131073 h 131073"/>
                <a:gd name="connsiteX1" fmla="*/ 0 w 743524"/>
                <a:gd name="connsiteY1" fmla="*/ 111 h 131073"/>
                <a:gd name="connsiteX2" fmla="*/ 743524 w 743524"/>
                <a:gd name="connsiteY2" fmla="*/ 122624 h 131073"/>
                <a:gd name="connsiteX3" fmla="*/ 713952 w 743524"/>
                <a:gd name="connsiteY3" fmla="*/ 131073 h 13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524" h="131073">
                  <a:moveTo>
                    <a:pt x="713952" y="131073"/>
                  </a:moveTo>
                  <a:cubicBezTo>
                    <a:pt x="642135" y="67705"/>
                    <a:pt x="418232" y="12785"/>
                    <a:pt x="0" y="111"/>
                  </a:cubicBezTo>
                  <a:cubicBezTo>
                    <a:pt x="207004" y="-2001"/>
                    <a:pt x="633685" y="25459"/>
                    <a:pt x="743524" y="122624"/>
                  </a:cubicBezTo>
                  <a:lnTo>
                    <a:pt x="713952" y="131073"/>
                  </a:lnTo>
                  <a:close/>
                </a:path>
              </a:pathLst>
            </a:custGeom>
            <a:solidFill>
              <a:srgbClr val="939598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F3A230A-476D-13D2-739F-110371707964}"/>
                </a:ext>
              </a:extLst>
            </p:cNvPr>
            <p:cNvSpPr/>
            <p:nvPr/>
          </p:nvSpPr>
          <p:spPr>
            <a:xfrm>
              <a:off x="1654297" y="1635242"/>
              <a:ext cx="102389" cy="67650"/>
            </a:xfrm>
            <a:custGeom>
              <a:avLst/>
              <a:gdLst>
                <a:gd name="connsiteX0" fmla="*/ 0 w 118287"/>
                <a:gd name="connsiteY0" fmla="*/ 73930 h 78154"/>
                <a:gd name="connsiteX1" fmla="*/ 118288 w 118287"/>
                <a:gd name="connsiteY1" fmla="*/ 0 h 78154"/>
                <a:gd name="connsiteX2" fmla="*/ 19011 w 118287"/>
                <a:gd name="connsiteY2" fmla="*/ 78155 h 78154"/>
                <a:gd name="connsiteX3" fmla="*/ 0 w 118287"/>
                <a:gd name="connsiteY3" fmla="*/ 73930 h 7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87" h="78154">
                  <a:moveTo>
                    <a:pt x="0" y="73930"/>
                  </a:moveTo>
                  <a:cubicBezTo>
                    <a:pt x="29572" y="44358"/>
                    <a:pt x="57733" y="23936"/>
                    <a:pt x="118288" y="0"/>
                  </a:cubicBezTo>
                  <a:cubicBezTo>
                    <a:pt x="76042" y="16898"/>
                    <a:pt x="39432" y="47881"/>
                    <a:pt x="19011" y="78155"/>
                  </a:cubicBezTo>
                  <a:lnTo>
                    <a:pt x="0" y="73930"/>
                  </a:lnTo>
                  <a:close/>
                </a:path>
              </a:pathLst>
            </a:custGeom>
            <a:solidFill>
              <a:srgbClr val="939598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61564E3-070B-C479-BDDA-37E3F4A48814}"/>
                </a:ext>
              </a:extLst>
            </p:cNvPr>
            <p:cNvSpPr/>
            <p:nvPr/>
          </p:nvSpPr>
          <p:spPr>
            <a:xfrm rot="21412891">
              <a:off x="1538392" y="1373163"/>
              <a:ext cx="1742496" cy="388694"/>
            </a:xfrm>
            <a:custGeom>
              <a:avLst/>
              <a:gdLst>
                <a:gd name="connsiteX0" fmla="*/ 2013053 w 2013053"/>
                <a:gd name="connsiteY0" fmla="*/ 224523 h 449046"/>
                <a:gd name="connsiteX1" fmla="*/ 1006527 w 2013053"/>
                <a:gd name="connsiteY1" fmla="*/ 449046 h 449046"/>
                <a:gd name="connsiteX2" fmla="*/ 0 w 2013053"/>
                <a:gd name="connsiteY2" fmla="*/ 224523 h 449046"/>
                <a:gd name="connsiteX3" fmla="*/ 1006527 w 2013053"/>
                <a:gd name="connsiteY3" fmla="*/ 0 h 449046"/>
                <a:gd name="connsiteX4" fmla="*/ 2013053 w 2013053"/>
                <a:gd name="connsiteY4" fmla="*/ 224523 h 449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3053" h="449046">
                  <a:moveTo>
                    <a:pt x="2013053" y="224523"/>
                  </a:moveTo>
                  <a:cubicBezTo>
                    <a:pt x="2013053" y="348524"/>
                    <a:pt x="1562416" y="449046"/>
                    <a:pt x="1006527" y="449046"/>
                  </a:cubicBezTo>
                  <a:cubicBezTo>
                    <a:pt x="450637" y="449046"/>
                    <a:pt x="0" y="348524"/>
                    <a:pt x="0" y="224523"/>
                  </a:cubicBezTo>
                  <a:cubicBezTo>
                    <a:pt x="0" y="100522"/>
                    <a:pt x="450637" y="0"/>
                    <a:pt x="1006527" y="0"/>
                  </a:cubicBezTo>
                  <a:cubicBezTo>
                    <a:pt x="1562416" y="0"/>
                    <a:pt x="2013053" y="100522"/>
                    <a:pt x="2013053" y="224523"/>
                  </a:cubicBezTo>
                  <a:close/>
                </a:path>
              </a:pathLst>
            </a:custGeom>
            <a:noFill/>
            <a:ln w="1686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4B544793-D5A7-1C2C-3FF6-424B44BCC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47581" y="1866783"/>
              <a:ext cx="2027319" cy="696836"/>
            </a:xfrm>
            <a:custGeom>
              <a:avLst/>
              <a:gdLst>
                <a:gd name="connsiteX0" fmla="*/ -439 w 2342101"/>
                <a:gd name="connsiteY0" fmla="*/ -82 h 805033"/>
                <a:gd name="connsiteX1" fmla="*/ 2341663 w 2342101"/>
                <a:gd name="connsiteY1" fmla="*/ -82 h 805033"/>
                <a:gd name="connsiteX2" fmla="*/ 2341663 w 2342101"/>
                <a:gd name="connsiteY2" fmla="*/ 804952 h 805033"/>
                <a:gd name="connsiteX3" fmla="*/ -439 w 2342101"/>
                <a:gd name="connsiteY3" fmla="*/ 804952 h 80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2101" h="805033">
                  <a:moveTo>
                    <a:pt x="-439" y="-82"/>
                  </a:moveTo>
                  <a:lnTo>
                    <a:pt x="2341663" y="-82"/>
                  </a:lnTo>
                  <a:lnTo>
                    <a:pt x="2341663" y="804952"/>
                  </a:lnTo>
                  <a:lnTo>
                    <a:pt x="-439" y="804952"/>
                  </a:lnTo>
                  <a:close/>
                </a:path>
              </a:pathLst>
            </a:custGeom>
          </p:spPr>
        </p:pic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C2DA885-C6DF-C9C7-0CBE-F66DA995B73E}"/>
                </a:ext>
              </a:extLst>
            </p:cNvPr>
            <p:cNvSpPr/>
            <p:nvPr/>
          </p:nvSpPr>
          <p:spPr>
            <a:xfrm>
              <a:off x="2341128" y="1727569"/>
              <a:ext cx="68265" cy="23169"/>
            </a:xfrm>
            <a:custGeom>
              <a:avLst/>
              <a:gdLst>
                <a:gd name="connsiteX0" fmla="*/ 0 w 78864"/>
                <a:gd name="connsiteY0" fmla="*/ 0 h 26766"/>
                <a:gd name="connsiteX1" fmla="*/ 78864 w 78864"/>
                <a:gd name="connsiteY1" fmla="*/ 0 h 26766"/>
                <a:gd name="connsiteX2" fmla="*/ 78864 w 78864"/>
                <a:gd name="connsiteY2" fmla="*/ 26767 h 26766"/>
                <a:gd name="connsiteX3" fmla="*/ 0 w 78864"/>
                <a:gd name="connsiteY3" fmla="*/ 26767 h 26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4" h="26766">
                  <a:moveTo>
                    <a:pt x="0" y="0"/>
                  </a:moveTo>
                  <a:lnTo>
                    <a:pt x="78864" y="0"/>
                  </a:lnTo>
                  <a:lnTo>
                    <a:pt x="78864" y="26767"/>
                  </a:lnTo>
                  <a:lnTo>
                    <a:pt x="0" y="26767"/>
                  </a:lnTo>
                  <a:close/>
                </a:path>
              </a:pathLst>
            </a:custGeom>
            <a:solidFill>
              <a:srgbClr val="FFFFFF"/>
            </a:solidFill>
            <a:ln w="84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9574A94-2348-25E0-1385-3B630901C9C1}"/>
                </a:ext>
              </a:extLst>
            </p:cNvPr>
            <p:cNvSpPr txBox="1"/>
            <p:nvPr/>
          </p:nvSpPr>
          <p:spPr>
            <a:xfrm rot="16200000">
              <a:off x="2008435" y="3830299"/>
              <a:ext cx="946093" cy="676847"/>
            </a:xfrm>
            <a:custGeom>
              <a:avLst/>
              <a:gdLst/>
              <a:ahLst/>
              <a:cxnLst/>
              <a:rect l="l" t="t" r="r" b="b"/>
              <a:pathLst>
                <a:path w="685462" h="381143">
                  <a:moveTo>
                    <a:pt x="637578" y="147914"/>
                  </a:moveTo>
                  <a:cubicBezTo>
                    <a:pt x="625462" y="147914"/>
                    <a:pt x="609997" y="158515"/>
                    <a:pt x="591181" y="179718"/>
                  </a:cubicBezTo>
                  <a:cubicBezTo>
                    <a:pt x="572366" y="200921"/>
                    <a:pt x="555859" y="224984"/>
                    <a:pt x="541661" y="251908"/>
                  </a:cubicBezTo>
                  <a:cubicBezTo>
                    <a:pt x="554340" y="251235"/>
                    <a:pt x="567688" y="246860"/>
                    <a:pt x="581708" y="238782"/>
                  </a:cubicBezTo>
                  <a:cubicBezTo>
                    <a:pt x="595727" y="230705"/>
                    <a:pt x="608303" y="220440"/>
                    <a:pt x="619436" y="207988"/>
                  </a:cubicBezTo>
                  <a:cubicBezTo>
                    <a:pt x="630568" y="195536"/>
                    <a:pt x="638477" y="182410"/>
                    <a:pt x="643163" y="168612"/>
                  </a:cubicBezTo>
                  <a:cubicBezTo>
                    <a:pt x="647853" y="154813"/>
                    <a:pt x="645992" y="147914"/>
                    <a:pt x="637578" y="147914"/>
                  </a:cubicBezTo>
                  <a:close/>
                  <a:moveTo>
                    <a:pt x="224418" y="0"/>
                  </a:moveTo>
                  <a:cubicBezTo>
                    <a:pt x="246630" y="0"/>
                    <a:pt x="269839" y="2019"/>
                    <a:pt x="294044" y="6058"/>
                  </a:cubicBezTo>
                  <a:cubicBezTo>
                    <a:pt x="314327" y="9760"/>
                    <a:pt x="332882" y="11611"/>
                    <a:pt x="349709" y="11611"/>
                  </a:cubicBezTo>
                  <a:cubicBezTo>
                    <a:pt x="371249" y="11611"/>
                    <a:pt x="391967" y="8077"/>
                    <a:pt x="411866" y="1010"/>
                  </a:cubicBezTo>
                  <a:cubicBezTo>
                    <a:pt x="409840" y="6479"/>
                    <a:pt x="407630" y="11590"/>
                    <a:pt x="405237" y="16344"/>
                  </a:cubicBezTo>
                  <a:lnTo>
                    <a:pt x="398933" y="27099"/>
                  </a:lnTo>
                  <a:lnTo>
                    <a:pt x="417216" y="24737"/>
                  </a:lnTo>
                  <a:lnTo>
                    <a:pt x="346722" y="151953"/>
                  </a:lnTo>
                  <a:cubicBezTo>
                    <a:pt x="369954" y="133106"/>
                    <a:pt x="392845" y="123682"/>
                    <a:pt x="415394" y="123682"/>
                  </a:cubicBezTo>
                  <a:cubicBezTo>
                    <a:pt x="432558" y="123682"/>
                    <a:pt x="444587" y="128394"/>
                    <a:pt x="451481" y="137817"/>
                  </a:cubicBezTo>
                  <a:cubicBezTo>
                    <a:pt x="458375" y="147241"/>
                    <a:pt x="458561" y="161544"/>
                    <a:pt x="452041" y="180728"/>
                  </a:cubicBezTo>
                  <a:cubicBezTo>
                    <a:pt x="448728" y="190488"/>
                    <a:pt x="443862" y="201341"/>
                    <a:pt x="437444" y="213289"/>
                  </a:cubicBezTo>
                  <a:cubicBezTo>
                    <a:pt x="431026" y="225236"/>
                    <a:pt x="422714" y="239792"/>
                    <a:pt x="412507" y="256956"/>
                  </a:cubicBezTo>
                  <a:cubicBezTo>
                    <a:pt x="406270" y="267389"/>
                    <a:pt x="400371" y="277570"/>
                    <a:pt x="394810" y="287498"/>
                  </a:cubicBezTo>
                  <a:cubicBezTo>
                    <a:pt x="389249" y="297426"/>
                    <a:pt x="385496" y="305251"/>
                    <a:pt x="383550" y="310972"/>
                  </a:cubicBezTo>
                  <a:cubicBezTo>
                    <a:pt x="381263" y="317703"/>
                    <a:pt x="381004" y="322920"/>
                    <a:pt x="382773" y="326622"/>
                  </a:cubicBezTo>
                  <a:cubicBezTo>
                    <a:pt x="384543" y="330324"/>
                    <a:pt x="389130" y="332175"/>
                    <a:pt x="396534" y="332175"/>
                  </a:cubicBezTo>
                  <a:cubicBezTo>
                    <a:pt x="406630" y="332175"/>
                    <a:pt x="415938" y="328557"/>
                    <a:pt x="424457" y="321321"/>
                  </a:cubicBezTo>
                  <a:cubicBezTo>
                    <a:pt x="428716" y="317703"/>
                    <a:pt x="433311" y="313097"/>
                    <a:pt x="438241" y="307502"/>
                  </a:cubicBezTo>
                  <a:lnTo>
                    <a:pt x="447281" y="296198"/>
                  </a:lnTo>
                  <a:lnTo>
                    <a:pt x="461102" y="264276"/>
                  </a:lnTo>
                  <a:cubicBezTo>
                    <a:pt x="467720" y="251487"/>
                    <a:pt x="475674" y="238109"/>
                    <a:pt x="484963" y="224142"/>
                  </a:cubicBezTo>
                  <a:cubicBezTo>
                    <a:pt x="503542" y="196209"/>
                    <a:pt x="526556" y="172061"/>
                    <a:pt x="554006" y="151700"/>
                  </a:cubicBezTo>
                  <a:cubicBezTo>
                    <a:pt x="581456" y="131339"/>
                    <a:pt x="610998" y="121158"/>
                    <a:pt x="642634" y="121158"/>
                  </a:cubicBezTo>
                  <a:cubicBezTo>
                    <a:pt x="679655" y="121158"/>
                    <a:pt x="692675" y="137313"/>
                    <a:pt x="681695" y="169621"/>
                  </a:cubicBezTo>
                  <a:cubicBezTo>
                    <a:pt x="675290" y="188468"/>
                    <a:pt x="664014" y="205801"/>
                    <a:pt x="647868" y="221618"/>
                  </a:cubicBezTo>
                  <a:cubicBezTo>
                    <a:pt x="631721" y="237436"/>
                    <a:pt x="613100" y="250141"/>
                    <a:pt x="592006" y="259733"/>
                  </a:cubicBezTo>
                  <a:cubicBezTo>
                    <a:pt x="570911" y="269324"/>
                    <a:pt x="550038" y="274793"/>
                    <a:pt x="529388" y="276139"/>
                  </a:cubicBezTo>
                  <a:cubicBezTo>
                    <a:pt x="525281" y="286236"/>
                    <a:pt x="522657" y="292967"/>
                    <a:pt x="521515" y="296332"/>
                  </a:cubicBezTo>
                  <a:cubicBezTo>
                    <a:pt x="515910" y="312823"/>
                    <a:pt x="514967" y="324014"/>
                    <a:pt x="518688" y="329903"/>
                  </a:cubicBezTo>
                  <a:cubicBezTo>
                    <a:pt x="522408" y="335793"/>
                    <a:pt x="530663" y="338738"/>
                    <a:pt x="543452" y="338738"/>
                  </a:cubicBezTo>
                  <a:cubicBezTo>
                    <a:pt x="561625" y="338738"/>
                    <a:pt x="578620" y="334531"/>
                    <a:pt x="594435" y="326117"/>
                  </a:cubicBezTo>
                  <a:cubicBezTo>
                    <a:pt x="610250" y="317703"/>
                    <a:pt x="628814" y="304915"/>
                    <a:pt x="650127" y="287750"/>
                  </a:cubicBezTo>
                  <a:lnTo>
                    <a:pt x="667292" y="287750"/>
                  </a:lnTo>
                  <a:cubicBezTo>
                    <a:pt x="608774" y="350012"/>
                    <a:pt x="551918" y="381143"/>
                    <a:pt x="496724" y="381143"/>
                  </a:cubicBezTo>
                  <a:cubicBezTo>
                    <a:pt x="471819" y="381143"/>
                    <a:pt x="454670" y="374665"/>
                    <a:pt x="445275" y="361707"/>
                  </a:cubicBezTo>
                  <a:cubicBezTo>
                    <a:pt x="440578" y="355229"/>
                    <a:pt x="438228" y="346920"/>
                    <a:pt x="438224" y="336782"/>
                  </a:cubicBezTo>
                  <a:lnTo>
                    <a:pt x="438407" y="335052"/>
                  </a:lnTo>
                  <a:lnTo>
                    <a:pt x="422646" y="350459"/>
                  </a:lnTo>
                  <a:cubicBezTo>
                    <a:pt x="417217" y="355139"/>
                    <a:pt x="411925" y="359057"/>
                    <a:pt x="406772" y="362212"/>
                  </a:cubicBezTo>
                  <a:cubicBezTo>
                    <a:pt x="386158" y="374833"/>
                    <a:pt x="367101" y="381143"/>
                    <a:pt x="349601" y="381143"/>
                  </a:cubicBezTo>
                  <a:cubicBezTo>
                    <a:pt x="329071" y="381143"/>
                    <a:pt x="315869" y="375674"/>
                    <a:pt x="309996" y="364736"/>
                  </a:cubicBezTo>
                  <a:cubicBezTo>
                    <a:pt x="304122" y="353798"/>
                    <a:pt x="303930" y="340252"/>
                    <a:pt x="309420" y="324098"/>
                  </a:cubicBezTo>
                  <a:cubicBezTo>
                    <a:pt x="311823" y="317030"/>
                    <a:pt x="315382" y="309037"/>
                    <a:pt x="320096" y="300119"/>
                  </a:cubicBezTo>
                  <a:cubicBezTo>
                    <a:pt x="324810" y="291200"/>
                    <a:pt x="329522" y="282534"/>
                    <a:pt x="334231" y="274120"/>
                  </a:cubicBezTo>
                  <a:cubicBezTo>
                    <a:pt x="338940" y="265706"/>
                    <a:pt x="342034" y="260322"/>
                    <a:pt x="343511" y="257966"/>
                  </a:cubicBezTo>
                  <a:cubicBezTo>
                    <a:pt x="350205" y="246187"/>
                    <a:pt x="356675" y="234576"/>
                    <a:pt x="362919" y="223133"/>
                  </a:cubicBezTo>
                  <a:cubicBezTo>
                    <a:pt x="369164" y="211690"/>
                    <a:pt x="373488" y="202435"/>
                    <a:pt x="375891" y="195367"/>
                  </a:cubicBezTo>
                  <a:cubicBezTo>
                    <a:pt x="381723" y="178203"/>
                    <a:pt x="378581" y="169621"/>
                    <a:pt x="366465" y="169621"/>
                  </a:cubicBezTo>
                  <a:cubicBezTo>
                    <a:pt x="357715" y="169621"/>
                    <a:pt x="348516" y="173912"/>
                    <a:pt x="338869" y="182494"/>
                  </a:cubicBezTo>
                  <a:cubicBezTo>
                    <a:pt x="329222" y="191076"/>
                    <a:pt x="320034" y="202267"/>
                    <a:pt x="311305" y="216065"/>
                  </a:cubicBezTo>
                  <a:lnTo>
                    <a:pt x="221904" y="378114"/>
                  </a:lnTo>
                  <a:lnTo>
                    <a:pt x="149209" y="378114"/>
                  </a:lnTo>
                  <a:lnTo>
                    <a:pt x="322516" y="64765"/>
                  </a:lnTo>
                  <a:lnTo>
                    <a:pt x="295527" y="62599"/>
                  </a:lnTo>
                  <a:cubicBezTo>
                    <a:pt x="285331" y="60916"/>
                    <a:pt x="270991" y="58055"/>
                    <a:pt x="252507" y="54016"/>
                  </a:cubicBezTo>
                  <a:lnTo>
                    <a:pt x="72694" y="378114"/>
                  </a:lnTo>
                  <a:lnTo>
                    <a:pt x="0" y="378114"/>
                  </a:lnTo>
                  <a:lnTo>
                    <a:pt x="185262" y="43920"/>
                  </a:lnTo>
                  <a:lnTo>
                    <a:pt x="179205" y="43920"/>
                  </a:lnTo>
                  <a:cubicBezTo>
                    <a:pt x="149252" y="43920"/>
                    <a:pt x="123400" y="51408"/>
                    <a:pt x="101651" y="66385"/>
                  </a:cubicBezTo>
                  <a:cubicBezTo>
                    <a:pt x="79901" y="81361"/>
                    <a:pt x="62564" y="107864"/>
                    <a:pt x="49638" y="145895"/>
                  </a:cubicBezTo>
                  <a:cubicBezTo>
                    <a:pt x="45405" y="158347"/>
                    <a:pt x="43638" y="167013"/>
                    <a:pt x="44337" y="171893"/>
                  </a:cubicBezTo>
                  <a:cubicBezTo>
                    <a:pt x="45037" y="176773"/>
                    <a:pt x="45271" y="179550"/>
                    <a:pt x="45039" y="180223"/>
                  </a:cubicBezTo>
                  <a:cubicBezTo>
                    <a:pt x="26866" y="180223"/>
                    <a:pt x="14607" y="176437"/>
                    <a:pt x="8262" y="168864"/>
                  </a:cubicBezTo>
                  <a:cubicBezTo>
                    <a:pt x="1918" y="161292"/>
                    <a:pt x="1719" y="148755"/>
                    <a:pt x="7667" y="131255"/>
                  </a:cubicBezTo>
                  <a:cubicBezTo>
                    <a:pt x="15786" y="107360"/>
                    <a:pt x="29081" y="85568"/>
                    <a:pt x="47552" y="65880"/>
                  </a:cubicBezTo>
                  <a:cubicBezTo>
                    <a:pt x="66023" y="46192"/>
                    <a:pt x="90190" y="30290"/>
                    <a:pt x="120053" y="18174"/>
                  </a:cubicBezTo>
                  <a:cubicBezTo>
                    <a:pt x="149917" y="6058"/>
                    <a:pt x="184705" y="0"/>
                    <a:pt x="2244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4000" i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D88B42A-6EFF-2D6A-BCFB-B8ED9FB27C68}"/>
              </a:ext>
            </a:extLst>
          </p:cNvPr>
          <p:cNvSpPr txBox="1"/>
          <p:nvPr/>
        </p:nvSpPr>
        <p:spPr>
          <a:xfrm>
            <a:off x="5396947" y="755374"/>
            <a:ext cx="3896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  <a:latin typeface="+mj-lt"/>
              </a:rPr>
              <a:t>Conclusion</a:t>
            </a:r>
            <a:endParaRPr lang="en-IN" sz="6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10747-2873-F506-CCE2-310BCDD54CEF}"/>
              </a:ext>
            </a:extLst>
          </p:cNvPr>
          <p:cNvSpPr txBox="1"/>
          <p:nvPr/>
        </p:nvSpPr>
        <p:spPr>
          <a:xfrm>
            <a:off x="5259533" y="2141404"/>
            <a:ext cx="55667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This project helped me strengthen both my technical SQL skills and my business analytical thinking by transforming transactional data into actionable customer insights.</a:t>
            </a:r>
            <a:endParaRPr lang="en-IN" sz="28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45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5706-8248-4E14-9C7D-256A73EE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9028636-20CC-3CAC-F1C4-20629198D3DE}"/>
              </a:ext>
            </a:extLst>
          </p:cNvPr>
          <p:cNvGrpSpPr/>
          <p:nvPr/>
        </p:nvGrpSpPr>
        <p:grpSpPr>
          <a:xfrm>
            <a:off x="3253214" y="586215"/>
            <a:ext cx="5685570" cy="5685570"/>
            <a:chOff x="3253214" y="595436"/>
            <a:chExt cx="5685570" cy="568557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53EED3-9CE7-6031-3F09-7D4252FFCBC1}"/>
                </a:ext>
              </a:extLst>
            </p:cNvPr>
            <p:cNvSpPr/>
            <p:nvPr/>
          </p:nvSpPr>
          <p:spPr>
            <a:xfrm>
              <a:off x="3253272" y="595494"/>
              <a:ext cx="5685455" cy="5685455"/>
            </a:xfrm>
            <a:prstGeom prst="ellipse">
              <a:avLst/>
            </a:prstGeom>
            <a:ln w="50800">
              <a:solidFill>
                <a:schemeClr val="bg1">
                  <a:lumMod val="50000"/>
                </a:schemeClr>
              </a:solidFill>
            </a:ln>
            <a:effectLst>
              <a:outerShdw dist="63500" dir="8100000" algn="tr" rotWithShape="0">
                <a:schemeClr val="accent1">
                  <a:lumMod val="7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AEFF6E-0473-02F1-F6A1-A3EF46D1F884}"/>
                </a:ext>
              </a:extLst>
            </p:cNvPr>
            <p:cNvSpPr/>
            <p:nvPr/>
          </p:nvSpPr>
          <p:spPr>
            <a:xfrm>
              <a:off x="3253272" y="595494"/>
              <a:ext cx="5685455" cy="5685455"/>
            </a:xfrm>
            <a:prstGeom prst="ellipse">
              <a:avLst/>
            </a:prstGeom>
            <a:ln w="101600">
              <a:solidFill>
                <a:schemeClr val="bg1">
                  <a:lumMod val="50000"/>
                </a:schemeClr>
              </a:solidFill>
            </a:ln>
            <a:effectLst>
              <a:innerShdw dist="139700" dir="18900000">
                <a:schemeClr val="accent1">
                  <a:lumMod val="75000"/>
                </a:scheme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AF8B5C3-B84F-BF79-E635-F1547690C1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 l="9168" t="24770" r="50000" b="2685"/>
            <a:stretch>
              <a:fillRect/>
            </a:stretch>
          </p:blipFill>
          <p:spPr>
            <a:xfrm flipH="1" flipV="1">
              <a:off x="3253214" y="595436"/>
              <a:ext cx="5685570" cy="5685570"/>
            </a:xfrm>
            <a:custGeom>
              <a:avLst/>
              <a:gdLst>
                <a:gd name="connsiteX0" fmla="*/ 1371600 w 2743200"/>
                <a:gd name="connsiteY0" fmla="*/ 0 h 2743200"/>
                <a:gd name="connsiteX1" fmla="*/ 2743200 w 2743200"/>
                <a:gd name="connsiteY1" fmla="*/ 1371600 h 2743200"/>
                <a:gd name="connsiteX2" fmla="*/ 1371600 w 2743200"/>
                <a:gd name="connsiteY2" fmla="*/ 2743200 h 2743200"/>
                <a:gd name="connsiteX3" fmla="*/ 0 w 2743200"/>
                <a:gd name="connsiteY3" fmla="*/ 1371600 h 2743200"/>
                <a:gd name="connsiteX4" fmla="*/ 1371600 w 2743200"/>
                <a:gd name="connsiteY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743200"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2129114"/>
                    <a:pt x="2129114" y="2743200"/>
                    <a:pt x="1371600" y="2743200"/>
                  </a:cubicBez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noFill/>
            <a:ln w="44450"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154F055-5A7D-67B1-C4E0-D1A951B4426A}"/>
              </a:ext>
            </a:extLst>
          </p:cNvPr>
          <p:cNvSpPr txBox="1"/>
          <p:nvPr/>
        </p:nvSpPr>
        <p:spPr>
          <a:xfrm>
            <a:off x="2879035" y="2789847"/>
            <a:ext cx="6274902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+mj-lt"/>
              </a:rPr>
              <a:t>Thank You</a:t>
            </a:r>
            <a:endParaRPr lang="en-ID" sz="60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2ABC91-9E9E-4FCB-2B45-874F75BF1A66}"/>
              </a:ext>
            </a:extLst>
          </p:cNvPr>
          <p:cNvSpPr/>
          <p:nvPr/>
        </p:nvSpPr>
        <p:spPr>
          <a:xfrm>
            <a:off x="3584711" y="3854838"/>
            <a:ext cx="5022576" cy="47215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C1C4AB0D-8DD4-3ADB-4674-A20B08E1AEF2}"/>
              </a:ext>
            </a:extLst>
          </p:cNvPr>
          <p:cNvSpPr/>
          <p:nvPr/>
        </p:nvSpPr>
        <p:spPr>
          <a:xfrm>
            <a:off x="4651281" y="1361148"/>
            <a:ext cx="539844" cy="539844"/>
          </a:xfrm>
          <a:prstGeom prst="star4">
            <a:avLst>
              <a:gd name="adj" fmla="val 137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E1798F5E-054E-8D86-1204-F1AC223EC25E}"/>
              </a:ext>
            </a:extLst>
          </p:cNvPr>
          <p:cNvSpPr/>
          <p:nvPr/>
        </p:nvSpPr>
        <p:spPr>
          <a:xfrm>
            <a:off x="6638925" y="5215848"/>
            <a:ext cx="539842" cy="539842"/>
          </a:xfrm>
          <a:prstGeom prst="star4">
            <a:avLst>
              <a:gd name="adj" fmla="val 137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677270"/>
      </p:ext>
    </p:extLst>
  </p:cSld>
  <p:clrMapOvr>
    <a:masterClrMapping/>
  </p:clrMapOvr>
</p:sld>
</file>

<file path=ppt/theme/theme1.xml><?xml version="1.0" encoding="utf-8"?>
<a:theme xmlns:a="http://schemas.openxmlformats.org/drawingml/2006/main" name="by pptfreebies.com">
  <a:themeElements>
    <a:clrScheme name="Custom 91">
      <a:dk1>
        <a:srgbClr val="D9BFA6"/>
      </a:dk1>
      <a:lt1>
        <a:srgbClr val="443D36"/>
      </a:lt1>
      <a:dk2>
        <a:srgbClr val="FFFFFF"/>
      </a:dk2>
      <a:lt2>
        <a:srgbClr val="FFFFFF"/>
      </a:lt2>
      <a:accent1>
        <a:srgbClr val="AE1F2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43D36"/>
      </a:hlink>
      <a:folHlink>
        <a:srgbClr val="443D36"/>
      </a:folHlink>
    </a:clrScheme>
    <a:fontScheme name="Custom 85">
      <a:majorFont>
        <a:latin typeface="Lobster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6869</TotalTime>
  <Words>260</Words>
  <Application>Microsoft Office PowerPoint</Application>
  <PresentationFormat>Widescreen</PresentationFormat>
  <Paragraphs>52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Arial Rounded MT Bold</vt:lpstr>
      <vt:lpstr>Bahnschrift SemiBold SemiConden</vt:lpstr>
      <vt:lpstr>Calisto MT</vt:lpstr>
      <vt:lpstr>Lobster </vt:lpstr>
      <vt:lpstr>Open Sans</vt:lpstr>
      <vt:lpstr>Raleway</vt:lpstr>
      <vt:lpstr>by pptfreebies.com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wahyudi mokoagow</dc:creator>
  <cp:lastModifiedBy>Nayana Dutta</cp:lastModifiedBy>
  <cp:revision>421</cp:revision>
  <dcterms:created xsi:type="dcterms:W3CDTF">2024-06-19T23:02:53Z</dcterms:created>
  <dcterms:modified xsi:type="dcterms:W3CDTF">2026-05-13T18:04:37Z</dcterms:modified>
</cp:coreProperties>
</file>